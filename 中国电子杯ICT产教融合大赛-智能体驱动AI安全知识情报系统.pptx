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3"/>
    <p:sldMasterId id="2147483694" r:id="rId4"/>
  </p:sldMasterIdLst>
  <p:notesMasterIdLst>
    <p:notesMasterId r:id="rId6"/>
  </p:notesMasterIdLst>
  <p:sldIdLst>
    <p:sldId id="264" r:id="rId5"/>
    <p:sldId id="290" r:id="rId7"/>
    <p:sldId id="265" r:id="rId8"/>
    <p:sldId id="270" r:id="rId9"/>
    <p:sldId id="271" r:id="rId10"/>
    <p:sldId id="280" r:id="rId11"/>
    <p:sldId id="303" r:id="rId12"/>
    <p:sldId id="283" r:id="rId13"/>
    <p:sldId id="272" r:id="rId14"/>
    <p:sldId id="273" r:id="rId15"/>
    <p:sldId id="284" r:id="rId16"/>
    <p:sldId id="276" r:id="rId17"/>
    <p:sldId id="295" r:id="rId18"/>
    <p:sldId id="296" r:id="rId19"/>
    <p:sldId id="297" r:id="rId20"/>
    <p:sldId id="287" r:id="rId21"/>
    <p:sldId id="298" r:id="rId22"/>
    <p:sldId id="299" r:id="rId23"/>
    <p:sldId id="302" r:id="rId24"/>
    <p:sldId id="30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37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5900558199" initials="8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8CCC5"/>
    <a:srgbClr val="FF5825"/>
    <a:srgbClr val="FF5822"/>
    <a:srgbClr val="DBE4F4"/>
    <a:srgbClr val="F9DB8B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501BE69-2C88-408F-8C58-9CD28D86B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6"/>
        <p:guide pos="37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3c2bc466c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3c2bc466c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各位评委好。捞针·Nereid——智能体驱动的 AI 安全知识情报系统。捞针取大海捞针之意：五万条情报里捞出真正该看的那一根。15秒。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安全新威胁大量没有 CVE：提示注入、供应链投毒、Agent 滥用。来源又分散几十上百个，人工盯不过来。我们干三件事：自动监测、自动富化、可追溯研判。30秒。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253f5b3cdb_0_3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2253f5b3cdb_0_3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四层解耦：值班台工作台六界面、LangGraph 三种图拓扑、监测富化检索关联四模块、四存储底座。库内 50,277 情报、52,844 节点、84,735 边、42 源 41 启用——全部实测快照。40秒。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260b513897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260b513897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三类任务三种编排：周期 DAG 幂等可重放+PG checkpointer 断点续跑；交互 Supervisor-as-Tools 模型自主调工具；报告 P-E-C 产日报。加链路=加子图。45秒，放慢。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260b513897_0_1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260b513897_0_1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42 注册源覆盖 11 类，满分线 7 类。cvelistV5 git 15min 增量→披露到入库中位约 30min，金丝雀端到端 43.7s。右图为运行监测实景。30秒。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四层去重：URL 哈希→编号并集→SimHash 近重复→MinHash-LSH 全库。合并不是丢弃，命中条目补全字段合并来源——情报卡'×N 源确认'由此而来。30秒。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 worker 并发 10+ 维：CVSS/EPSS/KEV/SSVC、PoC 四级含恶意检测、CWE→CAPEC→ATT&amp;CK/ATLAS、资产测绘、论文、中文摘要。官方字段锁死确定性源，LLM 只做结构化抽取。35秒。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260b513897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260b513897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三条防线：CNA/ADP/NVD 层级真值+出处记录；LLM 产出带证据过 schema 校验；拿不准进人工复核而非硬写——队列刻意收窄只收高价值低置信/维度失败条目。30秒。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PG 权威实体+Qdrant 混合检索+Neo4j 关系图谱。AI 资产 L1-L6 分层：基础设施/模型数据/应用智能体/供应链/政策治理/滥用威胁——别人没有的一层。30秒。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260b513897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260b513897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为何必须混合：CVE/产品名靠稀疏词项，'内网风险'靠稠密语义。两路 prefetch top50→RRF→bge 交叉编码重排→KG ≤3 跳桥接。30秒。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双路径：编号直查快路径 3.2s/TTFT1.1s；深度模式模型自主调检索/图谱/详情/KEV 四工具，多跳中位 16.9s。每句带行内引用可点回情报卡，低置信直接弃答。45秒。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260b513897_0_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260b513897_0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调度器常驻：采集1min/富化5min/索引5min/KG10min/日报8点。systemd 三服务自愈，断电重启自动拉起。20秒。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左：今日值班台——待复核/高优/新KEV 三队列+14天趋势+实时流。右：情报检索按严重级/类型/KEV/AI相关组合过滤，行点击速览。40秒。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情报卡：EPSS 99.9 百分位/KEV 在列/SSVC 已利用逐项展开依据，×5源确认。中：知识图谱交互。右：影子AI资产暴露——产品暴露量+关联CVE，模拟数据明确标注。40秒。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深度问答实景：'内网 Ollama+Milvus 2.4 风险'——拆实体/四路取证/重排/KG桥接/生成带引用答案，推理链13步+证据12条+置信0.98 全摊开。右：日报自动产出+STIX 2.1 导出。40秒。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全容器化一键起+Prometheus/Grafana。五条降级线真踩出来：cisa.gov→GitHub KEV 镜像、GPU 驱动不匹配→CPU ONNX、LLM 无key→模板兜底。20秒。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评测方法学：30 条分层随机样本对 EPSS/KEV/NVD 真值逐字段核；12 题含多跳人工核答案。消融/对照标为待执行——没做的不写成做过的。30秒。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收口：入库 50,277、富化准确率 99.17%/召回 100%、QA 整体 97.9%/多跳 95.8%/引用 83.3%/推理链 100%、时效中位30min/金丝雀43.7s。失败案例=个别引用编号越界，已做前端口径校验+候选折叠。45秒。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六个差异：AI资产立方体/CVE+非CVE双轨/攻击链自动生成/PoC四级含恶意检测/层级真值源富化/durable execution 可演示。每条都有演示路径。30秒。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260b513897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260b513897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一句话收口：让每一条漏洞自己走完从发现到决策的路——它不是漏洞列表，是替安全团队值夜班的智能体。谢谢评委，请批评指正。15秒。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942433" y="1622531"/>
            <a:ext cx="6104800" cy="301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7335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942300" y="4747869"/>
            <a:ext cx="4968000" cy="48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2135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923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35231" y="1223587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800002">
            <a:off x="109936" y="268651"/>
            <a:ext cx="1089436" cy="7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799986">
            <a:off x="304349" y="5846441"/>
            <a:ext cx="1676185" cy="1125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399993">
            <a:off x="126996" y="1855233"/>
            <a:ext cx="682333" cy="4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20165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35231" y="1223587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800002">
            <a:off x="109936" y="268651"/>
            <a:ext cx="1089436" cy="7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799986">
            <a:off x="304349" y="5846441"/>
            <a:ext cx="1676185" cy="1125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399993">
            <a:off x="126996" y="1855233"/>
            <a:ext cx="682333" cy="4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900050">
            <a:off x="1077479" y="5621029"/>
            <a:ext cx="1002169" cy="673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 flipH="1">
            <a:off x="2079400" y="3435533"/>
            <a:ext cx="8033200" cy="121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5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type="title" idx="2" hasCustomPrompt="1"/>
          </p:nvPr>
        </p:nvSpPr>
        <p:spPr>
          <a:xfrm flipH="1">
            <a:off x="5486400" y="1879665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35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type="subTitle" idx="1"/>
          </p:nvPr>
        </p:nvSpPr>
        <p:spPr>
          <a:xfrm flipH="1">
            <a:off x="2078000" y="4655335"/>
            <a:ext cx="8036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5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6" name="Google Shape;26;p3"/>
          <p:cNvGrpSpPr/>
          <p:nvPr/>
        </p:nvGrpSpPr>
        <p:grpSpPr>
          <a:xfrm>
            <a:off x="11148720" y="67"/>
            <a:ext cx="814400" cy="6858000"/>
            <a:chOff x="1011351" y="50"/>
            <a:chExt cx="610800" cy="5143500"/>
          </a:xfrm>
        </p:grpSpPr>
        <p:sp>
          <p:nvSpPr>
            <p:cNvPr id="27" name="Google Shape;27;p3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9" name="Google Shape;29;p3"/>
          <p:cNvGrpSpPr/>
          <p:nvPr/>
        </p:nvGrpSpPr>
        <p:grpSpPr>
          <a:xfrm>
            <a:off x="219643" y="67"/>
            <a:ext cx="814400" cy="6858000"/>
            <a:chOff x="1011351" y="50"/>
            <a:chExt cx="610800" cy="5143500"/>
          </a:xfrm>
        </p:grpSpPr>
        <p:sp>
          <p:nvSpPr>
            <p:cNvPr id="30" name="Google Shape;30;p3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2" name="Google Shape;32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-408284" y="-600037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799985">
            <a:off x="10979597" y="6033060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900050">
            <a:off x="11253912" y="54985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699934">
            <a:off x="224411" y="1198996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630707">
            <a:off x="174839" y="1641179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11350329" y="27682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11497997" y="30494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645193" y="44913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377740" y="61325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241040" y="717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326729" y="32235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8284896" y="-16"/>
            <a:ext cx="694000" cy="70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4"/>
          <p:cNvGrpSpPr/>
          <p:nvPr/>
        </p:nvGrpSpPr>
        <p:grpSpPr>
          <a:xfrm>
            <a:off x="219643" y="67"/>
            <a:ext cx="814400" cy="6858000"/>
            <a:chOff x="1011351" y="50"/>
            <a:chExt cx="610800" cy="5143500"/>
          </a:xfrm>
        </p:grpSpPr>
        <p:sp>
          <p:nvSpPr>
            <p:cNvPr id="46" name="Google Shape;46;p4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8" name="Google Shape;48;p4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type="body" idx="1"/>
          </p:nvPr>
        </p:nvSpPr>
        <p:spPr>
          <a:xfrm>
            <a:off x="955867" y="1300865"/>
            <a:ext cx="102720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4005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1219200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2pPr>
            <a:lvl3pPr marL="1828800" lvl="2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3pPr>
            <a:lvl4pPr marL="2438400" lvl="3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5"/>
            </a:lvl4pPr>
            <a:lvl5pPr marL="3048000" lvl="4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5pPr>
            <a:lvl6pPr marL="3657600" lvl="5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6pPr>
            <a:lvl7pPr marL="4267200" lvl="6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5"/>
            </a:lvl7pPr>
            <a:lvl8pPr marL="4876800" lvl="7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8pPr>
            <a:lvl9pPr marL="5486400" lvl="8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9pPr>
          </a:lstStyle>
          <a:p/>
        </p:txBody>
      </p:sp>
      <p:pic>
        <p:nvPicPr>
          <p:cNvPr id="50" name="Google Shape;50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699934">
            <a:off x="224411" y="1198996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630707">
            <a:off x="174839" y="1641179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53;p4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-243271" y="30113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54;p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-902160" y="47148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799985">
            <a:off x="10877997" y="5931460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900050">
            <a:off x="11152312" y="53969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497996" y="4498884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1498007" y="-78744"/>
            <a:ext cx="1596167" cy="159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20165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" name="Google Shape;61;p5"/>
          <p:cNvSpPr txBox="1"/>
          <p:nvPr>
            <p:ph type="title"/>
          </p:nvPr>
        </p:nvSpPr>
        <p:spPr>
          <a:xfrm>
            <a:off x="1875095" y="3164433"/>
            <a:ext cx="4005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rgbClr val="FF58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type="title" idx="2"/>
          </p:nvPr>
        </p:nvSpPr>
        <p:spPr>
          <a:xfrm>
            <a:off x="6311705" y="3164433"/>
            <a:ext cx="4005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type="subTitle" idx="1"/>
          </p:nvPr>
        </p:nvSpPr>
        <p:spPr>
          <a:xfrm>
            <a:off x="6311705" y="3453267"/>
            <a:ext cx="4005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64" name="Google Shape;64;p5"/>
          <p:cNvSpPr txBox="1"/>
          <p:nvPr>
            <p:ph type="subTitle" idx="3"/>
          </p:nvPr>
        </p:nvSpPr>
        <p:spPr>
          <a:xfrm>
            <a:off x="1874695" y="3453267"/>
            <a:ext cx="40064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65" name="Google Shape;65;p5"/>
          <p:cNvSpPr txBox="1"/>
          <p:nvPr>
            <p:ph type="title" idx="4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" name="Google Shape;66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799985">
            <a:off x="10877997" y="5931460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900050">
            <a:off x="11152312" y="53969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3897187">
            <a:off x="269483" y="1435344"/>
            <a:ext cx="860127" cy="577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825295" y="5614784"/>
            <a:ext cx="1243200" cy="12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83787" y="6254721"/>
            <a:ext cx="334333" cy="334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5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flipH="1">
            <a:off x="-825300" y="3277399"/>
            <a:ext cx="1886891" cy="1883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5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090335" y="-112051"/>
            <a:ext cx="1456900" cy="25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197152">
            <a:off x="198163" y="989541"/>
            <a:ext cx="790963" cy="531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6"/>
          <p:cNvGrpSpPr/>
          <p:nvPr/>
        </p:nvGrpSpPr>
        <p:grpSpPr>
          <a:xfrm>
            <a:off x="219643" y="67"/>
            <a:ext cx="814400" cy="6858000"/>
            <a:chOff x="1011351" y="50"/>
            <a:chExt cx="610800" cy="5143500"/>
          </a:xfrm>
        </p:grpSpPr>
        <p:sp>
          <p:nvSpPr>
            <p:cNvPr id="76" name="Google Shape;76;p6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8" name="Google Shape;78;p6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-2882367" y="5524563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669290">
            <a:off x="11326971" y="1367971"/>
            <a:ext cx="786917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6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279229" y="3553317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2" name="Google Shape;82;p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1246476" y="12192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59251" y="3077404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0882784" y="63065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3600067">
            <a:off x="11343907" y="243756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6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685629" y="4569317"/>
            <a:ext cx="358400" cy="36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7"/>
          <p:cNvGrpSpPr/>
          <p:nvPr/>
        </p:nvGrpSpPr>
        <p:grpSpPr>
          <a:xfrm>
            <a:off x="10658061" y="0"/>
            <a:ext cx="1322400" cy="6858000"/>
            <a:chOff x="1773351" y="50"/>
            <a:chExt cx="991800" cy="5143500"/>
          </a:xfrm>
        </p:grpSpPr>
        <p:sp>
          <p:nvSpPr>
            <p:cNvPr id="89" name="Google Shape;89;p7"/>
            <p:cNvSpPr/>
            <p:nvPr/>
          </p:nvSpPr>
          <p:spPr>
            <a:xfrm>
              <a:off x="1773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2154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2535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203195" y="0"/>
            <a:ext cx="1322400" cy="6858000"/>
            <a:chOff x="1773351" y="50"/>
            <a:chExt cx="991800" cy="5143500"/>
          </a:xfrm>
        </p:grpSpPr>
        <p:sp>
          <p:nvSpPr>
            <p:cNvPr id="93" name="Google Shape;93;p7"/>
            <p:cNvSpPr/>
            <p:nvPr/>
          </p:nvSpPr>
          <p:spPr>
            <a:xfrm>
              <a:off x="1773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2154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2535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96" name="Google Shape;96;p7"/>
          <p:cNvSpPr txBox="1"/>
          <p:nvPr>
            <p:ph type="body" idx="1"/>
          </p:nvPr>
        </p:nvSpPr>
        <p:spPr>
          <a:xfrm flipH="1">
            <a:off x="1876959" y="2072767"/>
            <a:ext cx="5230000" cy="301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/>
            </a:lvl1pPr>
            <a:lvl2pPr marL="1219200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800" lvl="2" indent="-431800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400" lvl="3" indent="-431800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8000" lvl="4" indent="-406400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600" lvl="5" indent="-406400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200" lvl="6" indent="-414655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800" lvl="7" indent="-414655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400" lvl="8" indent="-406400" rtl="0">
              <a:lnSpc>
                <a:spcPct val="100000"/>
              </a:lnSpc>
              <a:spcBef>
                <a:spcPct val="4270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97" name="Google Shape;97;p7"/>
          <p:cNvSpPr txBox="1"/>
          <p:nvPr>
            <p:ph type="title"/>
          </p:nvPr>
        </p:nvSpPr>
        <p:spPr>
          <a:xfrm>
            <a:off x="957000" y="487667"/>
            <a:ext cx="10278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8" name="Google Shape;98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1493000" y="3175004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682608" y="5818872"/>
            <a:ext cx="1753700" cy="175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236831" y="32179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800002">
            <a:off x="211536" y="2263017"/>
            <a:ext cx="1089436" cy="7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-5399993">
            <a:off x="228596" y="3849600"/>
            <a:ext cx="682333" cy="4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800008">
            <a:off x="11277444" y="1697212"/>
            <a:ext cx="970227" cy="65154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>
            <p:ph type="pic" idx="2"/>
          </p:nvPr>
        </p:nvSpPr>
        <p:spPr>
          <a:xfrm>
            <a:off x="7303441" y="1923184"/>
            <a:ext cx="3011600" cy="3011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11148720" y="67"/>
            <a:ext cx="814400" cy="6858000"/>
            <a:chOff x="1011351" y="50"/>
            <a:chExt cx="610800" cy="5143500"/>
          </a:xfrm>
        </p:grpSpPr>
        <p:sp>
          <p:nvSpPr>
            <p:cNvPr id="107" name="Google Shape;107;p8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9" name="Google Shape;109;p8"/>
          <p:cNvGrpSpPr/>
          <p:nvPr/>
        </p:nvGrpSpPr>
        <p:grpSpPr>
          <a:xfrm>
            <a:off x="219643" y="67"/>
            <a:ext cx="814400" cy="6858000"/>
            <a:chOff x="1011351" y="50"/>
            <a:chExt cx="610800" cy="5143500"/>
          </a:xfrm>
        </p:grpSpPr>
        <p:sp>
          <p:nvSpPr>
            <p:cNvPr id="110" name="Google Shape;110;p8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2" name="Google Shape;112;p8"/>
          <p:cNvSpPr txBox="1"/>
          <p:nvPr>
            <p:ph type="title"/>
          </p:nvPr>
        </p:nvSpPr>
        <p:spPr>
          <a:xfrm>
            <a:off x="1707000" y="1976400"/>
            <a:ext cx="8778000" cy="29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pic>
        <p:nvPicPr>
          <p:cNvPr id="113" name="Google Shape;113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3599936">
            <a:off x="244077" y="484195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530706">
            <a:off x="269933" y="150056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525197" y="29333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6" name="Google Shape;116;p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-441993" y="56926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169293">
            <a:off x="11322037" y="513685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8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-900002">
            <a:off x="11520411" y="3897167"/>
            <a:ext cx="396433" cy="396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8"/>
          <p:cNvGrpSpPr/>
          <p:nvPr/>
        </p:nvGrpSpPr>
        <p:grpSpPr>
          <a:xfrm rot="-7081310" flipH="1">
            <a:off x="11145368" y="1647496"/>
            <a:ext cx="1457717" cy="733547"/>
            <a:chOff x="2000250" y="-3823825"/>
            <a:chExt cx="7143750" cy="3594850"/>
          </a:xfrm>
        </p:grpSpPr>
        <p:sp>
          <p:nvSpPr>
            <p:cNvPr id="120" name="Google Shape;120;p8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type="title"/>
          </p:nvPr>
        </p:nvSpPr>
        <p:spPr>
          <a:xfrm>
            <a:off x="1492600" y="2270000"/>
            <a:ext cx="9206800" cy="109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8665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9"/>
          <p:cNvSpPr txBox="1"/>
          <p:nvPr>
            <p:ph type="subTitle" idx="1"/>
          </p:nvPr>
        </p:nvSpPr>
        <p:spPr>
          <a:xfrm>
            <a:off x="1492600" y="3368797"/>
            <a:ext cx="92068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5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4" name="Google Shape;174;p9"/>
          <p:cNvGrpSpPr/>
          <p:nvPr/>
        </p:nvGrpSpPr>
        <p:grpSpPr>
          <a:xfrm flipH="1">
            <a:off x="218375" y="67"/>
            <a:ext cx="814400" cy="6858000"/>
            <a:chOff x="1011351" y="50"/>
            <a:chExt cx="610800" cy="5143500"/>
          </a:xfrm>
        </p:grpSpPr>
        <p:sp>
          <p:nvSpPr>
            <p:cNvPr id="175" name="Google Shape;175;p9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77" name="Google Shape;177;p9"/>
          <p:cNvGrpSpPr/>
          <p:nvPr/>
        </p:nvGrpSpPr>
        <p:grpSpPr>
          <a:xfrm flipH="1">
            <a:off x="11147451" y="67"/>
            <a:ext cx="814400" cy="6858000"/>
            <a:chOff x="1011351" y="50"/>
            <a:chExt cx="610800" cy="5143500"/>
          </a:xfrm>
        </p:grpSpPr>
        <p:sp>
          <p:nvSpPr>
            <p:cNvPr id="178" name="Google Shape;178;p9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180" name="Google Shape;18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3599936" flipH="1">
            <a:off x="10935247" y="484195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530706" flipH="1">
            <a:off x="11124641" y="150056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9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 flipH="1">
            <a:off x="11379896" y="29333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3" name="Google Shape;183;p9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11027320" y="56926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169293" flipH="1">
            <a:off x="72539" y="513685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900002" flipH="1">
            <a:off x="264649" y="3897167"/>
            <a:ext cx="396433" cy="396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9"/>
          <p:cNvGrpSpPr/>
          <p:nvPr/>
        </p:nvGrpSpPr>
        <p:grpSpPr>
          <a:xfrm rot="7081310">
            <a:off x="-421592" y="1647496"/>
            <a:ext cx="1457717" cy="733547"/>
            <a:chOff x="2000250" y="-3823825"/>
            <a:chExt cx="7143750" cy="3594850"/>
          </a:xfrm>
        </p:grpSpPr>
        <p:sp>
          <p:nvSpPr>
            <p:cNvPr id="187" name="Google Shape;187;p9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10"/>
          <p:cNvSpPr txBox="1"/>
          <p:nvPr>
            <p:ph type="title"/>
          </p:nvPr>
        </p:nvSpPr>
        <p:spPr>
          <a:xfrm>
            <a:off x="5129433" y="4790567"/>
            <a:ext cx="6111600" cy="134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 rot="5400000">
            <a:off x="3275816" y="-307533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3" name="Google Shape;243;p11"/>
          <p:cNvSpPr txBox="1"/>
          <p:nvPr>
            <p:ph type="title" hasCustomPrompt="1"/>
          </p:nvPr>
        </p:nvSpPr>
        <p:spPr>
          <a:xfrm>
            <a:off x="992285" y="2337133"/>
            <a:ext cx="102052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44" name="Google Shape;244;p11"/>
          <p:cNvSpPr txBox="1"/>
          <p:nvPr>
            <p:ph type="subTitle" idx="1"/>
          </p:nvPr>
        </p:nvSpPr>
        <p:spPr>
          <a:xfrm>
            <a:off x="2570685" y="4033267"/>
            <a:ext cx="70484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245" name="Google Shape;245;p11"/>
          <p:cNvSpPr/>
          <p:nvPr/>
        </p:nvSpPr>
        <p:spPr>
          <a:xfrm rot="5400000">
            <a:off x="8609816" y="30599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6" name="Google Shape;246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7359919" flipH="1">
            <a:off x="9879251" y="4991164"/>
            <a:ext cx="3842364" cy="154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1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9008797" y="1012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351829" y="868217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9" name="Google Shape;249;p1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875207" y="-876844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627651" y="6200771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630707">
            <a:off x="162472" y="539679"/>
            <a:ext cx="786919" cy="5284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1"/>
          <p:cNvGrpSpPr/>
          <p:nvPr/>
        </p:nvGrpSpPr>
        <p:grpSpPr>
          <a:xfrm rot="4401919" flipH="1">
            <a:off x="-168739" y="5765871"/>
            <a:ext cx="1457356" cy="733365"/>
            <a:chOff x="2000250" y="-3823825"/>
            <a:chExt cx="7143750" cy="3594850"/>
          </a:xfrm>
        </p:grpSpPr>
        <p:sp>
          <p:nvSpPr>
            <p:cNvPr id="254" name="Google Shape;254;p11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"/>
          <p:cNvSpPr txBox="1"/>
          <p:nvPr>
            <p:ph type="title"/>
          </p:nvPr>
        </p:nvSpPr>
        <p:spPr>
          <a:xfrm>
            <a:off x="2119365" y="1981767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08" name="Google Shape;308;p13"/>
          <p:cNvSpPr txBox="1"/>
          <p:nvPr>
            <p:ph type="title" idx="2"/>
          </p:nvPr>
        </p:nvSpPr>
        <p:spPr>
          <a:xfrm flipH="1">
            <a:off x="7379785" y="1981767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09" name="Google Shape;309;p13"/>
          <p:cNvSpPr txBox="1"/>
          <p:nvPr>
            <p:ph type="title" idx="3" hasCustomPrompt="1"/>
          </p:nvPr>
        </p:nvSpPr>
        <p:spPr>
          <a:xfrm>
            <a:off x="1015591" y="1980432"/>
            <a:ext cx="1012000" cy="48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0" name="Google Shape;310;p13"/>
          <p:cNvSpPr txBox="1"/>
          <p:nvPr>
            <p:ph type="title" idx="4" hasCustomPrompt="1"/>
          </p:nvPr>
        </p:nvSpPr>
        <p:spPr>
          <a:xfrm flipH="1">
            <a:off x="6251424" y="1982363"/>
            <a:ext cx="1012000" cy="48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1" name="Google Shape;311;p13"/>
          <p:cNvSpPr txBox="1"/>
          <p:nvPr>
            <p:ph type="title" idx="5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2" name="Google Shape;312;p13"/>
          <p:cNvSpPr txBox="1"/>
          <p:nvPr>
            <p:ph type="title" idx="6"/>
          </p:nvPr>
        </p:nvSpPr>
        <p:spPr>
          <a:xfrm>
            <a:off x="2119365" y="3404625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3" name="Google Shape;313;p13"/>
          <p:cNvSpPr txBox="1"/>
          <p:nvPr>
            <p:ph type="title" idx="7"/>
          </p:nvPr>
        </p:nvSpPr>
        <p:spPr>
          <a:xfrm flipH="1">
            <a:off x="7379785" y="3404625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4" name="Google Shape;314;p13"/>
          <p:cNvSpPr txBox="1"/>
          <p:nvPr>
            <p:ph type="title" idx="8" hasCustomPrompt="1"/>
          </p:nvPr>
        </p:nvSpPr>
        <p:spPr>
          <a:xfrm>
            <a:off x="1015584" y="3404615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5" name="Google Shape;315;p13"/>
          <p:cNvSpPr txBox="1"/>
          <p:nvPr>
            <p:ph type="title" idx="9" hasCustomPrompt="1"/>
          </p:nvPr>
        </p:nvSpPr>
        <p:spPr>
          <a:xfrm flipH="1">
            <a:off x="6251424" y="3404615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6" name="Google Shape;316;p13"/>
          <p:cNvSpPr txBox="1"/>
          <p:nvPr>
            <p:ph type="title" idx="13"/>
          </p:nvPr>
        </p:nvSpPr>
        <p:spPr>
          <a:xfrm>
            <a:off x="2119365" y="4818833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7" name="Google Shape;317;p13"/>
          <p:cNvSpPr txBox="1"/>
          <p:nvPr>
            <p:ph type="title" idx="14"/>
          </p:nvPr>
        </p:nvSpPr>
        <p:spPr>
          <a:xfrm flipH="1">
            <a:off x="7379785" y="4818833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8" name="Google Shape;318;p13"/>
          <p:cNvSpPr txBox="1"/>
          <p:nvPr>
            <p:ph type="title" idx="15" hasCustomPrompt="1"/>
          </p:nvPr>
        </p:nvSpPr>
        <p:spPr>
          <a:xfrm>
            <a:off x="1015584" y="4818817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9" name="Google Shape;319;p13"/>
          <p:cNvSpPr txBox="1"/>
          <p:nvPr>
            <p:ph type="title" idx="16" hasCustomPrompt="1"/>
          </p:nvPr>
        </p:nvSpPr>
        <p:spPr>
          <a:xfrm flipH="1">
            <a:off x="6251424" y="4818817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320" name="Google Shape;320;p13"/>
          <p:cNvGrpSpPr/>
          <p:nvPr/>
        </p:nvGrpSpPr>
        <p:grpSpPr>
          <a:xfrm>
            <a:off x="11174416" y="0"/>
            <a:ext cx="814400" cy="6858000"/>
            <a:chOff x="1011351" y="50"/>
            <a:chExt cx="610800" cy="5143500"/>
          </a:xfrm>
        </p:grpSpPr>
        <p:sp>
          <p:nvSpPr>
            <p:cNvPr id="321" name="Google Shape;321;p13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23" name="Google Shape;323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799985">
            <a:off x="624331" y="5987727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900050">
            <a:off x="130179" y="58825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829576">
            <a:off x="10991865" y="608892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91579">
            <a:off x="11259328" y="1247509"/>
            <a:ext cx="686445" cy="46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750065" y="2164373"/>
            <a:ext cx="302467" cy="302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10682367" y="5194363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958760" y="719341"/>
            <a:ext cx="1666500" cy="16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2" name="Google Shape;332;p14"/>
          <p:cNvSpPr/>
          <p:nvPr/>
        </p:nvSpPr>
        <p:spPr>
          <a:xfrm rot="5400000">
            <a:off x="5942800" y="3050696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33" name="Google Shape;333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3752821" flipH="1">
            <a:off x="10776003" y="414229"/>
            <a:ext cx="3842364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699934">
            <a:off x="1329311" y="-209437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630707">
            <a:off x="66739" y="921645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4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6762063" y="63496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7" name="Google Shape;337;p1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4"/>
          <p:cNvPicPr preferRelativeResize="0"/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1528433" y="2982532"/>
            <a:ext cx="1886891" cy="1883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14"/>
          <p:cNvGrpSpPr/>
          <p:nvPr/>
        </p:nvGrpSpPr>
        <p:grpSpPr>
          <a:xfrm rot="3718690" flipH="1">
            <a:off x="-427392" y="4205893"/>
            <a:ext cx="1457717" cy="733547"/>
            <a:chOff x="2000250" y="-3823825"/>
            <a:chExt cx="7143750" cy="3594850"/>
          </a:xfrm>
        </p:grpSpPr>
        <p:sp>
          <p:nvSpPr>
            <p:cNvPr id="340" name="Google Shape;340;p14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91" name="Google Shape;391;p14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785729" y="5023284"/>
            <a:ext cx="694000" cy="70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2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4" name="Google Shape;394;p15"/>
          <p:cNvSpPr/>
          <p:nvPr/>
        </p:nvSpPr>
        <p:spPr>
          <a:xfrm>
            <a:off x="1923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95" name="Google Shape;395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600533" y="-1055604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800008">
            <a:off x="-28056" y="1271012"/>
            <a:ext cx="970227" cy="651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5"/>
          <p:cNvPicPr preferRelativeResize="0"/>
          <p:nvPr/>
        </p:nvPicPr>
        <p:blipFill rotWithShape="1">
          <a:blip r:embed="rId5">
            <a:alphaModFix amt="90000"/>
          </a:blip>
          <a:srcRect l="32935" b="32935"/>
          <a:stretch>
            <a:fillRect/>
          </a:stretch>
        </p:blipFill>
        <p:spPr>
          <a:xfrm>
            <a:off x="11535564" y="1897620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9" name="Google Shape;39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800002">
            <a:off x="11510269" y="942684"/>
            <a:ext cx="1089436" cy="7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399993">
            <a:off x="11527329" y="2529267"/>
            <a:ext cx="682333" cy="4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1338292" y="4677939"/>
            <a:ext cx="1753700" cy="17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4" name="Google Shape;404;p16"/>
          <p:cNvSpPr txBox="1"/>
          <p:nvPr>
            <p:ph type="subTitle" idx="1"/>
          </p:nvPr>
        </p:nvSpPr>
        <p:spPr>
          <a:xfrm>
            <a:off x="965105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5" name="Google Shape;405;p16"/>
          <p:cNvSpPr txBox="1"/>
          <p:nvPr>
            <p:ph type="subTitle" idx="2"/>
          </p:nvPr>
        </p:nvSpPr>
        <p:spPr>
          <a:xfrm>
            <a:off x="4430800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6" name="Google Shape;406;p16"/>
          <p:cNvSpPr txBox="1"/>
          <p:nvPr>
            <p:ph type="subTitle" idx="3"/>
          </p:nvPr>
        </p:nvSpPr>
        <p:spPr>
          <a:xfrm>
            <a:off x="7893895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7" name="Google Shape;407;p16"/>
          <p:cNvSpPr txBox="1"/>
          <p:nvPr>
            <p:ph type="title" idx="4"/>
          </p:nvPr>
        </p:nvSpPr>
        <p:spPr>
          <a:xfrm>
            <a:off x="959905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8" name="Google Shape;408;p16"/>
          <p:cNvSpPr txBox="1"/>
          <p:nvPr>
            <p:ph type="title" idx="5"/>
          </p:nvPr>
        </p:nvSpPr>
        <p:spPr>
          <a:xfrm>
            <a:off x="4425600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6"/>
          <p:cNvSpPr txBox="1"/>
          <p:nvPr>
            <p:ph type="title" idx="6"/>
          </p:nvPr>
        </p:nvSpPr>
        <p:spPr>
          <a:xfrm>
            <a:off x="7891295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0" name="Google Shape;410;p16"/>
          <p:cNvSpPr/>
          <p:nvPr/>
        </p:nvSpPr>
        <p:spPr>
          <a:xfrm rot="5400000">
            <a:off x="3214983" y="3081096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11" name="Google Shape;411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10872867" y="5314729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699934">
            <a:off x="-133356" y="1771763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630707">
            <a:off x="-182928" y="2213945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6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339129" y="6110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5" name="Google Shape;415;p1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834260" y="53060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6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815497" y="1573820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7" name="Google Shape;417;p1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815491" y="2546440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5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"/>
          <p:cNvSpPr txBox="1"/>
          <p:nvPr>
            <p:ph type="body" idx="1"/>
          </p:nvPr>
        </p:nvSpPr>
        <p:spPr>
          <a:xfrm>
            <a:off x="1059933" y="1445600"/>
            <a:ext cx="4999200" cy="46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/>
            </a:lvl1pPr>
            <a:lvl2pPr marL="1219200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2pPr>
            <a:lvl3pPr marL="1828800" lvl="2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3pPr>
            <a:lvl4pPr marL="2438400" lvl="3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4pPr>
            <a:lvl5pPr marL="3048000" lvl="4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5pPr>
            <a:lvl6pPr marL="3657600" lvl="5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6pPr>
            <a:lvl7pPr marL="4267200" lvl="6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7pPr>
            <a:lvl8pPr marL="4876800" lvl="7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8pPr>
            <a:lvl9pPr marL="5486400" lvl="8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9pPr>
          </a:lstStyle>
          <a:p/>
        </p:txBody>
      </p:sp>
      <p:sp>
        <p:nvSpPr>
          <p:cNvPr id="420" name="Google Shape;420;p17"/>
          <p:cNvSpPr txBox="1"/>
          <p:nvPr>
            <p:ph type="body" idx="2"/>
          </p:nvPr>
        </p:nvSpPr>
        <p:spPr>
          <a:xfrm>
            <a:off x="6132867" y="1445597"/>
            <a:ext cx="4999200" cy="46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u="sng"/>
            </a:lvl1pPr>
            <a:lvl2pPr marL="1219200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2pPr>
            <a:lvl3pPr marL="1828800" lvl="2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3pPr>
            <a:lvl4pPr marL="2438400" lvl="3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4pPr>
            <a:lvl5pPr marL="3048000" lvl="4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5pPr>
            <a:lvl6pPr marL="3657600" lvl="5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6pPr>
            <a:lvl7pPr marL="4267200" lvl="6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7pPr>
            <a:lvl8pPr marL="4876800" lvl="7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8pPr>
            <a:lvl9pPr marL="5486400" lvl="8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9pPr>
          </a:lstStyle>
          <a:p/>
        </p:txBody>
      </p:sp>
      <p:sp>
        <p:nvSpPr>
          <p:cNvPr id="421" name="Google Shape;421;p17"/>
          <p:cNvSpPr txBox="1"/>
          <p:nvPr>
            <p:ph type="title"/>
          </p:nvPr>
        </p:nvSpPr>
        <p:spPr>
          <a:xfrm>
            <a:off x="957000" y="487680"/>
            <a:ext cx="1027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grpSp>
        <p:nvGrpSpPr>
          <p:cNvPr id="422" name="Google Shape;422;p17"/>
          <p:cNvGrpSpPr/>
          <p:nvPr/>
        </p:nvGrpSpPr>
        <p:grpSpPr>
          <a:xfrm>
            <a:off x="11148720" y="67"/>
            <a:ext cx="814400" cy="6858000"/>
            <a:chOff x="1011351" y="50"/>
            <a:chExt cx="610800" cy="5143500"/>
          </a:xfrm>
        </p:grpSpPr>
        <p:sp>
          <p:nvSpPr>
            <p:cNvPr id="423" name="Google Shape;423;p17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425" name="Google Shape;425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3722767" y="6132396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900050">
            <a:off x="9425112" y="-303571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699934">
            <a:off x="2116711" y="-209437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7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29" name="Google Shape;429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498007" y="-78744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536243" y="57080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61967" y="1121004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0735633" y="6307904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7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421796" y="5260884"/>
            <a:ext cx="694000" cy="70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 txBox="1"/>
          <p:nvPr>
            <p:ph type="title"/>
          </p:nvPr>
        </p:nvSpPr>
        <p:spPr>
          <a:xfrm>
            <a:off x="2674767" y="155270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36" name="Google Shape;436;p18"/>
          <p:cNvSpPr txBox="1"/>
          <p:nvPr>
            <p:ph type="subTitle" idx="1"/>
          </p:nvPr>
        </p:nvSpPr>
        <p:spPr>
          <a:xfrm>
            <a:off x="2674767" y="2113736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type="title" idx="2"/>
          </p:nvPr>
        </p:nvSpPr>
        <p:spPr>
          <a:xfrm>
            <a:off x="7658539" y="155270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38" name="Google Shape;438;p18"/>
          <p:cNvSpPr txBox="1"/>
          <p:nvPr>
            <p:ph type="subTitle" idx="3"/>
          </p:nvPr>
        </p:nvSpPr>
        <p:spPr>
          <a:xfrm>
            <a:off x="7658539" y="2113736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type="title" idx="4"/>
          </p:nvPr>
        </p:nvSpPr>
        <p:spPr>
          <a:xfrm>
            <a:off x="2674767" y="3719940"/>
            <a:ext cx="30640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40" name="Google Shape;440;p18"/>
          <p:cNvSpPr txBox="1"/>
          <p:nvPr>
            <p:ph type="subTitle" idx="5"/>
          </p:nvPr>
        </p:nvSpPr>
        <p:spPr>
          <a:xfrm>
            <a:off x="2674767" y="4280977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18"/>
          <p:cNvSpPr txBox="1"/>
          <p:nvPr>
            <p:ph type="title" idx="6"/>
          </p:nvPr>
        </p:nvSpPr>
        <p:spPr>
          <a:xfrm>
            <a:off x="7658539" y="371994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42" name="Google Shape;442;p18"/>
          <p:cNvSpPr txBox="1"/>
          <p:nvPr>
            <p:ph type="subTitle" idx="7"/>
          </p:nvPr>
        </p:nvSpPr>
        <p:spPr>
          <a:xfrm>
            <a:off x="7658539" y="4280977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3" name="Google Shape;443;p18"/>
          <p:cNvSpPr txBox="1"/>
          <p:nvPr>
            <p:ph type="title" idx="8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4" name="Google Shape;444;p18"/>
          <p:cNvGrpSpPr/>
          <p:nvPr/>
        </p:nvGrpSpPr>
        <p:grpSpPr>
          <a:xfrm>
            <a:off x="11139449" y="67"/>
            <a:ext cx="814400" cy="6858000"/>
            <a:chOff x="1011351" y="50"/>
            <a:chExt cx="610800" cy="5143500"/>
          </a:xfrm>
        </p:grpSpPr>
        <p:sp>
          <p:nvSpPr>
            <p:cNvPr id="445" name="Google Shape;445;p18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447" name="Google Shape;447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8588166" flipH="1">
            <a:off x="-1157933" y="5690847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8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-186971" y="44623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49" name="Google Shape;449;p18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46497" y="3763320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0" name="Google Shape;450;p18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530496" y="811817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1" name="Google Shape;451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907" y="102532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8"/>
          <p:cNvPicPr preferRelativeResize="0"/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426300" y="2497565"/>
            <a:ext cx="1886891" cy="188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"/>
          <p:cNvSpPr txBox="1"/>
          <p:nvPr>
            <p:ph type="title"/>
          </p:nvPr>
        </p:nvSpPr>
        <p:spPr>
          <a:xfrm>
            <a:off x="2003069" y="1467741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5" name="Google Shape;455;p19"/>
          <p:cNvSpPr txBox="1"/>
          <p:nvPr>
            <p:ph type="subTitle" idx="1"/>
          </p:nvPr>
        </p:nvSpPr>
        <p:spPr>
          <a:xfrm>
            <a:off x="2003069" y="1746459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19"/>
          <p:cNvSpPr txBox="1"/>
          <p:nvPr>
            <p:ph type="title" idx="2"/>
          </p:nvPr>
        </p:nvSpPr>
        <p:spPr>
          <a:xfrm>
            <a:off x="6464531" y="1467733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7" name="Google Shape;457;p19"/>
          <p:cNvSpPr txBox="1"/>
          <p:nvPr>
            <p:ph type="subTitle" idx="3"/>
          </p:nvPr>
        </p:nvSpPr>
        <p:spPr>
          <a:xfrm>
            <a:off x="6464531" y="1746451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8" name="Google Shape;458;p19"/>
          <p:cNvSpPr txBox="1"/>
          <p:nvPr>
            <p:ph type="title" idx="4"/>
          </p:nvPr>
        </p:nvSpPr>
        <p:spPr>
          <a:xfrm>
            <a:off x="2003069" y="3057867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9" name="Google Shape;459;p19"/>
          <p:cNvSpPr txBox="1"/>
          <p:nvPr>
            <p:ph type="subTitle" idx="5"/>
          </p:nvPr>
        </p:nvSpPr>
        <p:spPr>
          <a:xfrm>
            <a:off x="2003069" y="3336584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0" name="Google Shape;460;p19"/>
          <p:cNvSpPr txBox="1"/>
          <p:nvPr>
            <p:ph type="title" idx="6"/>
          </p:nvPr>
        </p:nvSpPr>
        <p:spPr>
          <a:xfrm>
            <a:off x="6464531" y="3057860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1" name="Google Shape;461;p19"/>
          <p:cNvSpPr txBox="1"/>
          <p:nvPr>
            <p:ph type="subTitle" idx="7"/>
          </p:nvPr>
        </p:nvSpPr>
        <p:spPr>
          <a:xfrm>
            <a:off x="6464531" y="3336577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2" name="Google Shape;462;p19"/>
          <p:cNvSpPr txBox="1"/>
          <p:nvPr>
            <p:ph type="title" idx="8"/>
          </p:nvPr>
        </p:nvSpPr>
        <p:spPr>
          <a:xfrm>
            <a:off x="6464531" y="4623869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3" name="Google Shape;463;p19"/>
          <p:cNvSpPr txBox="1"/>
          <p:nvPr>
            <p:ph type="title" idx="9"/>
          </p:nvPr>
        </p:nvSpPr>
        <p:spPr>
          <a:xfrm>
            <a:off x="2003069" y="4623875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4" name="Google Shape;464;p19"/>
          <p:cNvSpPr txBox="1"/>
          <p:nvPr>
            <p:ph type="title" idx="13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65" name="Google Shape;465;p19"/>
          <p:cNvGrpSpPr/>
          <p:nvPr/>
        </p:nvGrpSpPr>
        <p:grpSpPr>
          <a:xfrm>
            <a:off x="136583" y="67"/>
            <a:ext cx="814400" cy="6858000"/>
            <a:chOff x="1011351" y="50"/>
            <a:chExt cx="610800" cy="5143500"/>
          </a:xfrm>
        </p:grpSpPr>
        <p:sp>
          <p:nvSpPr>
            <p:cNvPr id="466" name="Google Shape;466;p19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468" name="Google Shape;468;p19"/>
          <p:cNvPicPr preferRelativeResize="0"/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1396396" y="4498884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69" name="Google Shape;469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442957" y="6121807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-1177484" y="-722337"/>
            <a:ext cx="3842365" cy="15432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19"/>
          <p:cNvGrpSpPr/>
          <p:nvPr/>
        </p:nvGrpSpPr>
        <p:grpSpPr>
          <a:xfrm rot="4500063" flipH="1">
            <a:off x="10990419" y="852701"/>
            <a:ext cx="1457449" cy="733412"/>
            <a:chOff x="2000250" y="-3823825"/>
            <a:chExt cx="7143750" cy="3594850"/>
          </a:xfrm>
        </p:grpSpPr>
        <p:sp>
          <p:nvSpPr>
            <p:cNvPr id="472" name="Google Shape;472;p19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7" name="Google Shape;487;p19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9" name="Google Shape;489;p19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4" name="Google Shape;494;p19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5" name="Google Shape;495;p19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6" name="Google Shape;496;p19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7" name="Google Shape;497;p19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7" name="Google Shape;507;p19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8" name="Google Shape;508;p19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1" name="Google Shape;511;p19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8" name="Google Shape;518;p19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9" name="Google Shape;519;p19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1" name="Google Shape;521;p19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2" name="Google Shape;522;p19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23" name="Google Shape;523;p19"/>
          <p:cNvSpPr txBox="1"/>
          <p:nvPr>
            <p:ph type="subTitle" idx="14"/>
          </p:nvPr>
        </p:nvSpPr>
        <p:spPr>
          <a:xfrm>
            <a:off x="2003069" y="4934367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19"/>
          <p:cNvSpPr txBox="1"/>
          <p:nvPr>
            <p:ph type="subTitle" idx="15"/>
          </p:nvPr>
        </p:nvSpPr>
        <p:spPr>
          <a:xfrm>
            <a:off x="6464531" y="4934360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525" name="Google Shape;525;p19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9899936">
            <a:off x="42680" y="5796068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9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7830706">
            <a:off x="264949" y="482415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9"/>
          <p:cNvPicPr preferRelativeResize="0"/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1599599" y="3700895"/>
            <a:ext cx="479600" cy="487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20"/>
          <p:cNvGrpSpPr/>
          <p:nvPr/>
        </p:nvGrpSpPr>
        <p:grpSpPr>
          <a:xfrm>
            <a:off x="11139449" y="67"/>
            <a:ext cx="814400" cy="6858000"/>
            <a:chOff x="1011351" y="50"/>
            <a:chExt cx="610800" cy="5143500"/>
          </a:xfrm>
        </p:grpSpPr>
        <p:sp>
          <p:nvSpPr>
            <p:cNvPr id="530" name="Google Shape;530;p20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32" name="Google Shape;532;p20"/>
          <p:cNvGrpSpPr/>
          <p:nvPr/>
        </p:nvGrpSpPr>
        <p:grpSpPr>
          <a:xfrm>
            <a:off x="136583" y="67"/>
            <a:ext cx="814400" cy="6858000"/>
            <a:chOff x="1011351" y="50"/>
            <a:chExt cx="610800" cy="5143500"/>
          </a:xfrm>
        </p:grpSpPr>
        <p:sp>
          <p:nvSpPr>
            <p:cNvPr id="533" name="Google Shape;533;p20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35" name="Google Shape;535;p20"/>
          <p:cNvSpPr txBox="1"/>
          <p:nvPr>
            <p:ph type="title" hasCustomPrompt="1"/>
          </p:nvPr>
        </p:nvSpPr>
        <p:spPr>
          <a:xfrm>
            <a:off x="5845400" y="880967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36" name="Google Shape;536;p20"/>
          <p:cNvSpPr txBox="1"/>
          <p:nvPr>
            <p:ph type="subTitle" idx="1"/>
          </p:nvPr>
        </p:nvSpPr>
        <p:spPr>
          <a:xfrm>
            <a:off x="5845400" y="1839005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37" name="Google Shape;537;p20"/>
          <p:cNvSpPr txBox="1"/>
          <p:nvPr>
            <p:ph type="title" idx="2" hasCustomPrompt="1"/>
          </p:nvPr>
        </p:nvSpPr>
        <p:spPr>
          <a:xfrm>
            <a:off x="5845400" y="2708731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38" name="Google Shape;538;p20"/>
          <p:cNvSpPr txBox="1"/>
          <p:nvPr>
            <p:ph type="subTitle" idx="3"/>
          </p:nvPr>
        </p:nvSpPr>
        <p:spPr>
          <a:xfrm>
            <a:off x="5845400" y="3668033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39" name="Google Shape;539;p20"/>
          <p:cNvSpPr txBox="1"/>
          <p:nvPr>
            <p:ph type="title" idx="4" hasCustomPrompt="1"/>
          </p:nvPr>
        </p:nvSpPr>
        <p:spPr>
          <a:xfrm>
            <a:off x="5845400" y="4530131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40" name="Google Shape;540;p20"/>
          <p:cNvSpPr txBox="1"/>
          <p:nvPr>
            <p:ph type="subTitle" idx="5"/>
          </p:nvPr>
        </p:nvSpPr>
        <p:spPr>
          <a:xfrm>
            <a:off x="5845400" y="5489433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541" name="Google Shape;541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3506867" y="-1045704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3599936">
            <a:off x="40877" y="280995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530706">
            <a:off x="66733" y="129736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0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5" name="Google Shape;545;p2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997760" y="52618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751851" y="1011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0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4466596" y="6388617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8" name="Google Shape;548;p20"/>
          <p:cNvPicPr preferRelativeResize="0"/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448897" y="5795043"/>
            <a:ext cx="1621503" cy="1618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21"/>
          <p:cNvGrpSpPr/>
          <p:nvPr/>
        </p:nvGrpSpPr>
        <p:grpSpPr>
          <a:xfrm>
            <a:off x="136583" y="67"/>
            <a:ext cx="814400" cy="6858000"/>
            <a:chOff x="1011351" y="50"/>
            <a:chExt cx="610800" cy="5143500"/>
          </a:xfrm>
        </p:grpSpPr>
        <p:sp>
          <p:nvSpPr>
            <p:cNvPr id="551" name="Google Shape;551;p21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2" name="Google Shape;552;p21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53" name="Google Shape;553;p21"/>
          <p:cNvSpPr txBox="1"/>
          <p:nvPr>
            <p:ph type="title"/>
          </p:nvPr>
        </p:nvSpPr>
        <p:spPr>
          <a:xfrm>
            <a:off x="5028809" y="768067"/>
            <a:ext cx="6196800" cy="146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9735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4" name="Google Shape;554;p21"/>
          <p:cNvSpPr txBox="1"/>
          <p:nvPr>
            <p:ph type="subTitle" idx="1"/>
          </p:nvPr>
        </p:nvSpPr>
        <p:spPr>
          <a:xfrm>
            <a:off x="5024300" y="2232797"/>
            <a:ext cx="6201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5" name="Google Shape;555;p21"/>
          <p:cNvSpPr txBox="1"/>
          <p:nvPr/>
        </p:nvSpPr>
        <p:spPr>
          <a:xfrm>
            <a:off x="4629800" y="4864675"/>
            <a:ext cx="6596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kern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 This presentation template was created by </a:t>
            </a:r>
            <a:r>
              <a:rPr lang="en-GB" sz="1600" b="1" u="sng" kern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2"/>
              </a:rPr>
              <a:t>Slidesgo</a:t>
            </a:r>
            <a:r>
              <a:rPr lang="en-GB" sz="1600" kern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includes icons by </a:t>
            </a:r>
            <a:r>
              <a:rPr lang="en-GB" sz="1600" b="1" u="sng" kern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3"/>
              </a:rPr>
              <a:t>Flaticon</a:t>
            </a:r>
            <a:r>
              <a:rPr lang="en-GB" sz="1600" kern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infographics &amp; images by </a:t>
            </a:r>
            <a:r>
              <a:rPr lang="en-GB" sz="1600" b="1" u="sng" kern="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4"/>
              </a:rPr>
              <a:t>Freepik</a:t>
            </a:r>
            <a:endParaRPr lang="en-GB" sz="1600" b="1" u="sng" kern="0">
              <a:solidFill>
                <a:schemeClr val="dk1"/>
              </a:solidFill>
              <a:latin typeface="Hind"/>
              <a:ea typeface="Hind"/>
              <a:cs typeface="Hind"/>
              <a:sym typeface="Hind"/>
              <a:hlinkClick r:id="rId4"/>
            </a:endParaRPr>
          </a:p>
        </p:txBody>
      </p:sp>
      <p:pic>
        <p:nvPicPr>
          <p:cNvPr id="556" name="Google Shape;556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3599936">
            <a:off x="40877" y="280995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1530706">
            <a:off x="66733" y="129736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1"/>
          <p:cNvPicPr preferRelativeResize="0"/>
          <p:nvPr/>
        </p:nvPicPr>
        <p:blipFill rotWithShape="1">
          <a:blip r:embed="rId6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59" name="Google Shape;559;p2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-645193" y="54894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1530706">
            <a:off x="11496733" y="95928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3599936">
            <a:off x="11462177" y="1419361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1"/>
          <p:cNvPicPr preferRelativeResize="0"/>
          <p:nvPr/>
        </p:nvPicPr>
        <p:blipFill rotWithShape="1">
          <a:blip r:embed="rId6">
            <a:alphaModFix amt="90000"/>
          </a:blip>
          <a:srcRect l="32935" b="32935"/>
          <a:stretch>
            <a:fillRect/>
          </a:stretch>
        </p:blipFill>
        <p:spPr>
          <a:xfrm>
            <a:off x="11694864" y="30603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3" name="Google Shape;563;p21"/>
          <p:cNvPicPr preferRelativeResize="0"/>
          <p:nvPr/>
        </p:nvPicPr>
        <p:blipFill rotWithShape="1">
          <a:blip r:embed="rId6">
            <a:alphaModFix amt="90000"/>
          </a:blip>
          <a:srcRect l="32935" b="32935"/>
          <a:stretch>
            <a:fillRect/>
          </a:stretch>
        </p:blipFill>
        <p:spPr>
          <a:xfrm>
            <a:off x="11603659" y="3575188"/>
            <a:ext cx="719200" cy="731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062733" y="-600037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799985" flipH="1">
            <a:off x="122604" y="6033060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900050" flipH="1">
            <a:off x="-64065" y="54985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2699934" flipH="1">
            <a:off x="11270235" y="1198996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630707" flipH="1">
            <a:off x="11535057" y="1641179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2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247785" y="3383504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1" name="Google Shape;571;p22"/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11308940" y="48850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22"/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-543593" y="717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2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633103" y="3664687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4" name="Google Shape;574;p22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4864119" y="6481217"/>
            <a:ext cx="694000" cy="70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7047179" flipH="1">
            <a:off x="-2442671" y="4629443"/>
            <a:ext cx="3842364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70">
            <a:off x="9844215" y="6123372"/>
            <a:ext cx="1002171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169293">
            <a:off x="11322037" y="513685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2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rot="10800000">
            <a:off x="4719632" y="-468313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p23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900002">
            <a:off x="11520411" y="389716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23"/>
          <p:cNvPicPr preferRelativeResize="0"/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flipH="1">
            <a:off x="-952229" y="1591372"/>
            <a:ext cx="1886891" cy="1883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2" name="Google Shape;582;p23"/>
          <p:cNvGrpSpPr/>
          <p:nvPr/>
        </p:nvGrpSpPr>
        <p:grpSpPr>
          <a:xfrm rot="-7081310" flipH="1">
            <a:off x="11145368" y="1647496"/>
            <a:ext cx="1457717" cy="733547"/>
            <a:chOff x="2000250" y="-3823825"/>
            <a:chExt cx="7143750" cy="3594850"/>
          </a:xfrm>
        </p:grpSpPr>
        <p:sp>
          <p:nvSpPr>
            <p:cNvPr id="583" name="Google Shape;583;p23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942433" y="1622531"/>
            <a:ext cx="6104800" cy="301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7335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942300" y="4747869"/>
            <a:ext cx="4968000" cy="48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2135">
                <a:solidFill>
                  <a:schemeClr val="dk2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923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35231" y="1223587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800002">
            <a:off x="109936" y="268651"/>
            <a:ext cx="1089436" cy="7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799986">
            <a:off x="304349" y="5846441"/>
            <a:ext cx="1676185" cy="1125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399993">
            <a:off x="126996" y="1855233"/>
            <a:ext cx="682333" cy="4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20165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35231" y="1223587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800002">
            <a:off x="109936" y="268651"/>
            <a:ext cx="1089436" cy="7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799986">
            <a:off x="304349" y="5846441"/>
            <a:ext cx="1676185" cy="1125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399993">
            <a:off x="126996" y="1855233"/>
            <a:ext cx="682333" cy="4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900050">
            <a:off x="1077479" y="5621029"/>
            <a:ext cx="1002169" cy="673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 flipH="1">
            <a:off x="2079400" y="3435533"/>
            <a:ext cx="8033200" cy="121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type="title" idx="2" hasCustomPrompt="1"/>
          </p:nvPr>
        </p:nvSpPr>
        <p:spPr>
          <a:xfrm flipH="1">
            <a:off x="5486400" y="1879665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335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type="subTitle" idx="1"/>
          </p:nvPr>
        </p:nvSpPr>
        <p:spPr>
          <a:xfrm flipH="1">
            <a:off x="2078000" y="4655335"/>
            <a:ext cx="8036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5">
                <a:solidFill>
                  <a:schemeClr val="dk2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6" name="Google Shape;26;p3"/>
          <p:cNvGrpSpPr/>
          <p:nvPr/>
        </p:nvGrpSpPr>
        <p:grpSpPr>
          <a:xfrm>
            <a:off x="11148720" y="67"/>
            <a:ext cx="814400" cy="6858000"/>
            <a:chOff x="1011351" y="50"/>
            <a:chExt cx="610800" cy="5143500"/>
          </a:xfrm>
        </p:grpSpPr>
        <p:sp>
          <p:nvSpPr>
            <p:cNvPr id="27" name="Google Shape;27;p3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9" name="Google Shape;29;p3"/>
          <p:cNvGrpSpPr/>
          <p:nvPr/>
        </p:nvGrpSpPr>
        <p:grpSpPr>
          <a:xfrm>
            <a:off x="219643" y="67"/>
            <a:ext cx="814400" cy="6858000"/>
            <a:chOff x="1011351" y="50"/>
            <a:chExt cx="610800" cy="5143500"/>
          </a:xfrm>
        </p:grpSpPr>
        <p:sp>
          <p:nvSpPr>
            <p:cNvPr id="30" name="Google Shape;30;p3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2" name="Google Shape;32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-408284" y="-600037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799985">
            <a:off x="10979597" y="6033060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900050">
            <a:off x="11253912" y="54985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699934">
            <a:off x="224411" y="1198996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630707">
            <a:off x="174839" y="1641179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11350329" y="27682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11497997" y="30494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645193" y="44913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377740" y="61325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241040" y="717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326729" y="32235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8284896" y="-16"/>
            <a:ext cx="694000" cy="70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4"/>
          <p:cNvGrpSpPr/>
          <p:nvPr/>
        </p:nvGrpSpPr>
        <p:grpSpPr>
          <a:xfrm>
            <a:off x="219643" y="67"/>
            <a:ext cx="814400" cy="6858000"/>
            <a:chOff x="1011351" y="50"/>
            <a:chExt cx="610800" cy="5143500"/>
          </a:xfrm>
        </p:grpSpPr>
        <p:sp>
          <p:nvSpPr>
            <p:cNvPr id="46" name="Google Shape;46;p4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8" name="Google Shape;48;p4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type="body" idx="1"/>
          </p:nvPr>
        </p:nvSpPr>
        <p:spPr>
          <a:xfrm>
            <a:off x="955867" y="1300865"/>
            <a:ext cx="102720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4005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marL="1219200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2pPr>
            <a:lvl3pPr marL="1828800" lvl="2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3pPr>
            <a:lvl4pPr marL="2438400" lvl="3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5"/>
            </a:lvl4pPr>
            <a:lvl5pPr marL="3048000" lvl="4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5pPr>
            <a:lvl6pPr marL="3657600" lvl="5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6pPr>
            <a:lvl7pPr marL="4267200" lvl="6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5"/>
            </a:lvl7pPr>
            <a:lvl8pPr marL="4876800" lvl="7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8pPr>
            <a:lvl9pPr marL="5486400" lvl="8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9pPr>
          </a:lstStyle>
          <a:p/>
        </p:txBody>
      </p:sp>
      <p:pic>
        <p:nvPicPr>
          <p:cNvPr id="50" name="Google Shape;50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699934">
            <a:off x="224411" y="1198996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630707">
            <a:off x="174839" y="1641179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53;p4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-243271" y="30113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54;p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-902160" y="47148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799985">
            <a:off x="10877997" y="5931460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900050">
            <a:off x="11152312" y="53969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497996" y="4498884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1498007" y="-78744"/>
            <a:ext cx="1596167" cy="1596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20165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" name="Google Shape;61;p5"/>
          <p:cNvSpPr txBox="1"/>
          <p:nvPr>
            <p:ph type="title"/>
          </p:nvPr>
        </p:nvSpPr>
        <p:spPr>
          <a:xfrm>
            <a:off x="1875095" y="3164433"/>
            <a:ext cx="4005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rgbClr val="FF5825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type="title" idx="2"/>
          </p:nvPr>
        </p:nvSpPr>
        <p:spPr>
          <a:xfrm>
            <a:off x="6311705" y="3164433"/>
            <a:ext cx="4005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type="subTitle" idx="1"/>
          </p:nvPr>
        </p:nvSpPr>
        <p:spPr>
          <a:xfrm>
            <a:off x="6311705" y="3453267"/>
            <a:ext cx="4005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64" name="Google Shape;64;p5"/>
          <p:cNvSpPr txBox="1"/>
          <p:nvPr>
            <p:ph type="subTitle" idx="3"/>
          </p:nvPr>
        </p:nvSpPr>
        <p:spPr>
          <a:xfrm>
            <a:off x="1874695" y="3453267"/>
            <a:ext cx="40064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65" name="Google Shape;65;p5"/>
          <p:cNvSpPr txBox="1"/>
          <p:nvPr>
            <p:ph type="title" idx="4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" name="Google Shape;66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799985">
            <a:off x="10877997" y="5931460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900050">
            <a:off x="11152312" y="53969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3897187">
            <a:off x="269483" y="1435344"/>
            <a:ext cx="860127" cy="577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825295" y="5614784"/>
            <a:ext cx="1243200" cy="12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83787" y="6254721"/>
            <a:ext cx="334333" cy="334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5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flipH="1">
            <a:off x="-825300" y="3277399"/>
            <a:ext cx="1886891" cy="1883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5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090335" y="-112051"/>
            <a:ext cx="1456900" cy="25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197152">
            <a:off x="198163" y="989541"/>
            <a:ext cx="790963" cy="531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6"/>
          <p:cNvGrpSpPr/>
          <p:nvPr/>
        </p:nvGrpSpPr>
        <p:grpSpPr>
          <a:xfrm>
            <a:off x="219643" y="67"/>
            <a:ext cx="814400" cy="6858000"/>
            <a:chOff x="1011351" y="50"/>
            <a:chExt cx="610800" cy="5143500"/>
          </a:xfrm>
        </p:grpSpPr>
        <p:sp>
          <p:nvSpPr>
            <p:cNvPr id="76" name="Google Shape;76;p6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8" name="Google Shape;78;p6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-2882367" y="5524563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669290">
            <a:off x="11326971" y="1367971"/>
            <a:ext cx="786917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6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279229" y="3553317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2" name="Google Shape;82;p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1246476" y="12192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59251" y="3077404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0882784" y="63065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3600067">
            <a:off x="11343907" y="243756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6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685629" y="4569317"/>
            <a:ext cx="358400" cy="36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7"/>
          <p:cNvGrpSpPr/>
          <p:nvPr/>
        </p:nvGrpSpPr>
        <p:grpSpPr>
          <a:xfrm>
            <a:off x="10658061" y="0"/>
            <a:ext cx="1322400" cy="6858000"/>
            <a:chOff x="1773351" y="50"/>
            <a:chExt cx="991800" cy="5143500"/>
          </a:xfrm>
        </p:grpSpPr>
        <p:sp>
          <p:nvSpPr>
            <p:cNvPr id="89" name="Google Shape;89;p7"/>
            <p:cNvSpPr/>
            <p:nvPr/>
          </p:nvSpPr>
          <p:spPr>
            <a:xfrm>
              <a:off x="1773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2154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2535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203195" y="0"/>
            <a:ext cx="1322400" cy="6858000"/>
            <a:chOff x="1773351" y="50"/>
            <a:chExt cx="991800" cy="5143500"/>
          </a:xfrm>
        </p:grpSpPr>
        <p:sp>
          <p:nvSpPr>
            <p:cNvPr id="93" name="Google Shape;93;p7"/>
            <p:cNvSpPr/>
            <p:nvPr/>
          </p:nvSpPr>
          <p:spPr>
            <a:xfrm>
              <a:off x="1773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2154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2535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96" name="Google Shape;96;p7"/>
          <p:cNvSpPr txBox="1"/>
          <p:nvPr>
            <p:ph type="body" idx="1"/>
          </p:nvPr>
        </p:nvSpPr>
        <p:spPr>
          <a:xfrm flipH="1">
            <a:off x="1876959" y="2072767"/>
            <a:ext cx="5230000" cy="301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marL="1219200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800" lvl="2" indent="-431800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400" lvl="3" indent="-431800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8000" lvl="4" indent="-406400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600" lvl="5" indent="-406400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200" lvl="6" indent="-414655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800" lvl="7" indent="-414655" rtl="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400" lvl="8" indent="-406400" rtl="0">
              <a:lnSpc>
                <a:spcPct val="100000"/>
              </a:lnSpc>
              <a:spcBef>
                <a:spcPct val="4270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97" name="Google Shape;97;p7"/>
          <p:cNvSpPr txBox="1"/>
          <p:nvPr>
            <p:ph type="title"/>
          </p:nvPr>
        </p:nvSpPr>
        <p:spPr>
          <a:xfrm>
            <a:off x="957000" y="487667"/>
            <a:ext cx="10278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8" name="Google Shape;98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1493000" y="3175004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682608" y="5818872"/>
            <a:ext cx="1753700" cy="175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236831" y="32179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800002">
            <a:off x="211536" y="2263017"/>
            <a:ext cx="1089436" cy="7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-5399993">
            <a:off x="228596" y="3849600"/>
            <a:ext cx="682333" cy="4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800008">
            <a:off x="11277444" y="1697212"/>
            <a:ext cx="970227" cy="65154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>
            <p:ph type="pic" idx="2"/>
          </p:nvPr>
        </p:nvSpPr>
        <p:spPr>
          <a:xfrm>
            <a:off x="7303441" y="1923184"/>
            <a:ext cx="3011600" cy="3011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11148720" y="67"/>
            <a:ext cx="814400" cy="6858000"/>
            <a:chOff x="1011351" y="50"/>
            <a:chExt cx="610800" cy="5143500"/>
          </a:xfrm>
        </p:grpSpPr>
        <p:sp>
          <p:nvSpPr>
            <p:cNvPr id="107" name="Google Shape;107;p8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9" name="Google Shape;109;p8"/>
          <p:cNvGrpSpPr/>
          <p:nvPr/>
        </p:nvGrpSpPr>
        <p:grpSpPr>
          <a:xfrm>
            <a:off x="219643" y="67"/>
            <a:ext cx="814400" cy="6858000"/>
            <a:chOff x="1011351" y="50"/>
            <a:chExt cx="610800" cy="5143500"/>
          </a:xfrm>
        </p:grpSpPr>
        <p:sp>
          <p:nvSpPr>
            <p:cNvPr id="110" name="Google Shape;110;p8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2" name="Google Shape;112;p8"/>
          <p:cNvSpPr txBox="1"/>
          <p:nvPr>
            <p:ph type="title"/>
          </p:nvPr>
        </p:nvSpPr>
        <p:spPr>
          <a:xfrm>
            <a:off x="1707000" y="1976400"/>
            <a:ext cx="8778000" cy="29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pic>
        <p:nvPicPr>
          <p:cNvPr id="113" name="Google Shape;113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3599936">
            <a:off x="244077" y="484195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530706">
            <a:off x="269933" y="150056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525197" y="29333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6" name="Google Shape;116;p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-441993" y="56926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169293">
            <a:off x="11322037" y="513685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8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-900002">
            <a:off x="11520411" y="3897167"/>
            <a:ext cx="396433" cy="396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8"/>
          <p:cNvGrpSpPr/>
          <p:nvPr/>
        </p:nvGrpSpPr>
        <p:grpSpPr>
          <a:xfrm rot="-7081310" flipH="1">
            <a:off x="11145368" y="1647496"/>
            <a:ext cx="1457717" cy="733547"/>
            <a:chOff x="2000250" y="-3823825"/>
            <a:chExt cx="7143750" cy="3594850"/>
          </a:xfrm>
        </p:grpSpPr>
        <p:sp>
          <p:nvSpPr>
            <p:cNvPr id="120" name="Google Shape;120;p8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type="title"/>
          </p:nvPr>
        </p:nvSpPr>
        <p:spPr>
          <a:xfrm>
            <a:off x="1492600" y="2270000"/>
            <a:ext cx="9206800" cy="109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8665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9"/>
          <p:cNvSpPr txBox="1"/>
          <p:nvPr>
            <p:ph type="subTitle" idx="1"/>
          </p:nvPr>
        </p:nvSpPr>
        <p:spPr>
          <a:xfrm>
            <a:off x="1492600" y="3368797"/>
            <a:ext cx="9206800" cy="12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5"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4" name="Google Shape;174;p9"/>
          <p:cNvGrpSpPr/>
          <p:nvPr/>
        </p:nvGrpSpPr>
        <p:grpSpPr>
          <a:xfrm flipH="1">
            <a:off x="218375" y="67"/>
            <a:ext cx="814400" cy="6858000"/>
            <a:chOff x="1011351" y="50"/>
            <a:chExt cx="610800" cy="5143500"/>
          </a:xfrm>
        </p:grpSpPr>
        <p:sp>
          <p:nvSpPr>
            <p:cNvPr id="175" name="Google Shape;175;p9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77" name="Google Shape;177;p9"/>
          <p:cNvGrpSpPr/>
          <p:nvPr/>
        </p:nvGrpSpPr>
        <p:grpSpPr>
          <a:xfrm flipH="1">
            <a:off x="11147451" y="67"/>
            <a:ext cx="814400" cy="6858000"/>
            <a:chOff x="1011351" y="50"/>
            <a:chExt cx="610800" cy="5143500"/>
          </a:xfrm>
        </p:grpSpPr>
        <p:sp>
          <p:nvSpPr>
            <p:cNvPr id="178" name="Google Shape;178;p9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180" name="Google Shape;18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3599936" flipH="1">
            <a:off x="10935247" y="484195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530706" flipH="1">
            <a:off x="11124641" y="150056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9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 flipH="1">
            <a:off x="11379896" y="29333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3" name="Google Shape;183;p9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11027320" y="56926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0169293" flipH="1">
            <a:off x="72539" y="513685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900002" flipH="1">
            <a:off x="264649" y="3897167"/>
            <a:ext cx="396433" cy="396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9"/>
          <p:cNvGrpSpPr/>
          <p:nvPr/>
        </p:nvGrpSpPr>
        <p:grpSpPr>
          <a:xfrm rot="7081310">
            <a:off x="-421592" y="1647496"/>
            <a:ext cx="1457717" cy="733547"/>
            <a:chOff x="2000250" y="-3823825"/>
            <a:chExt cx="7143750" cy="3594850"/>
          </a:xfrm>
        </p:grpSpPr>
        <p:sp>
          <p:nvSpPr>
            <p:cNvPr id="187" name="Google Shape;187;p9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10"/>
          <p:cNvSpPr txBox="1"/>
          <p:nvPr>
            <p:ph type="title"/>
          </p:nvPr>
        </p:nvSpPr>
        <p:spPr>
          <a:xfrm>
            <a:off x="5129433" y="4790567"/>
            <a:ext cx="6111600" cy="134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dk2"/>
                </a:highlight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 rot="5400000">
            <a:off x="3275816" y="-307533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3" name="Google Shape;243;p11"/>
          <p:cNvSpPr txBox="1"/>
          <p:nvPr>
            <p:ph type="title" hasCustomPrompt="1"/>
          </p:nvPr>
        </p:nvSpPr>
        <p:spPr>
          <a:xfrm>
            <a:off x="992285" y="2337133"/>
            <a:ext cx="102052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44" name="Google Shape;244;p11"/>
          <p:cNvSpPr txBox="1"/>
          <p:nvPr>
            <p:ph type="subTitle" idx="1"/>
          </p:nvPr>
        </p:nvSpPr>
        <p:spPr>
          <a:xfrm>
            <a:off x="2570685" y="4033267"/>
            <a:ext cx="70484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>
                <a:solidFill>
                  <a:schemeClr val="dk2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245" name="Google Shape;245;p11"/>
          <p:cNvSpPr/>
          <p:nvPr/>
        </p:nvSpPr>
        <p:spPr>
          <a:xfrm rot="5400000">
            <a:off x="8609816" y="30599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6" name="Google Shape;246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7359919" flipH="1">
            <a:off x="9879251" y="4991164"/>
            <a:ext cx="3842364" cy="154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1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9008797" y="1012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351829" y="868217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9" name="Google Shape;249;p1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875207" y="-876844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627651" y="6200771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630707">
            <a:off x="162472" y="539679"/>
            <a:ext cx="786919" cy="5284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1"/>
          <p:cNvGrpSpPr/>
          <p:nvPr/>
        </p:nvGrpSpPr>
        <p:grpSpPr>
          <a:xfrm rot="4401919" flipH="1">
            <a:off x="-168739" y="5765871"/>
            <a:ext cx="1457356" cy="733365"/>
            <a:chOff x="2000250" y="-3823825"/>
            <a:chExt cx="7143750" cy="3594850"/>
          </a:xfrm>
        </p:grpSpPr>
        <p:sp>
          <p:nvSpPr>
            <p:cNvPr id="254" name="Google Shape;254;p11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"/>
          <p:cNvSpPr txBox="1"/>
          <p:nvPr>
            <p:ph type="title"/>
          </p:nvPr>
        </p:nvSpPr>
        <p:spPr>
          <a:xfrm>
            <a:off x="2119365" y="1981767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08" name="Google Shape;308;p13"/>
          <p:cNvSpPr txBox="1"/>
          <p:nvPr>
            <p:ph type="title" idx="2"/>
          </p:nvPr>
        </p:nvSpPr>
        <p:spPr>
          <a:xfrm flipH="1">
            <a:off x="7379785" y="1981767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09" name="Google Shape;309;p13"/>
          <p:cNvSpPr txBox="1"/>
          <p:nvPr>
            <p:ph type="title" idx="3" hasCustomPrompt="1"/>
          </p:nvPr>
        </p:nvSpPr>
        <p:spPr>
          <a:xfrm>
            <a:off x="1015591" y="1980432"/>
            <a:ext cx="1012000" cy="48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0" name="Google Shape;310;p13"/>
          <p:cNvSpPr txBox="1"/>
          <p:nvPr>
            <p:ph type="title" idx="4" hasCustomPrompt="1"/>
          </p:nvPr>
        </p:nvSpPr>
        <p:spPr>
          <a:xfrm flipH="1">
            <a:off x="6251424" y="1982363"/>
            <a:ext cx="1012000" cy="48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1" name="Google Shape;311;p13"/>
          <p:cNvSpPr txBox="1"/>
          <p:nvPr>
            <p:ph type="title" idx="5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2" name="Google Shape;312;p13"/>
          <p:cNvSpPr txBox="1"/>
          <p:nvPr>
            <p:ph type="title" idx="6"/>
          </p:nvPr>
        </p:nvSpPr>
        <p:spPr>
          <a:xfrm>
            <a:off x="2119365" y="3404625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3" name="Google Shape;313;p13"/>
          <p:cNvSpPr txBox="1"/>
          <p:nvPr>
            <p:ph type="title" idx="7"/>
          </p:nvPr>
        </p:nvSpPr>
        <p:spPr>
          <a:xfrm flipH="1">
            <a:off x="7379785" y="3404625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4" name="Google Shape;314;p13"/>
          <p:cNvSpPr txBox="1"/>
          <p:nvPr>
            <p:ph type="title" idx="8" hasCustomPrompt="1"/>
          </p:nvPr>
        </p:nvSpPr>
        <p:spPr>
          <a:xfrm>
            <a:off x="1015584" y="3404615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5" name="Google Shape;315;p13"/>
          <p:cNvSpPr txBox="1"/>
          <p:nvPr>
            <p:ph type="title" idx="9" hasCustomPrompt="1"/>
          </p:nvPr>
        </p:nvSpPr>
        <p:spPr>
          <a:xfrm flipH="1">
            <a:off x="6251424" y="3404615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6" name="Google Shape;316;p13"/>
          <p:cNvSpPr txBox="1"/>
          <p:nvPr>
            <p:ph type="title" idx="13"/>
          </p:nvPr>
        </p:nvSpPr>
        <p:spPr>
          <a:xfrm>
            <a:off x="2119365" y="4818833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7" name="Google Shape;317;p13"/>
          <p:cNvSpPr txBox="1"/>
          <p:nvPr>
            <p:ph type="title" idx="14"/>
          </p:nvPr>
        </p:nvSpPr>
        <p:spPr>
          <a:xfrm flipH="1">
            <a:off x="7379785" y="4818833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8" name="Google Shape;318;p13"/>
          <p:cNvSpPr txBox="1"/>
          <p:nvPr>
            <p:ph type="title" idx="15" hasCustomPrompt="1"/>
          </p:nvPr>
        </p:nvSpPr>
        <p:spPr>
          <a:xfrm>
            <a:off x="1015584" y="4818817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9" name="Google Shape;319;p13"/>
          <p:cNvSpPr txBox="1"/>
          <p:nvPr>
            <p:ph type="title" idx="16" hasCustomPrompt="1"/>
          </p:nvPr>
        </p:nvSpPr>
        <p:spPr>
          <a:xfrm flipH="1">
            <a:off x="6251424" y="4818817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320" name="Google Shape;320;p13"/>
          <p:cNvGrpSpPr/>
          <p:nvPr/>
        </p:nvGrpSpPr>
        <p:grpSpPr>
          <a:xfrm>
            <a:off x="11174416" y="0"/>
            <a:ext cx="814400" cy="6858000"/>
            <a:chOff x="1011351" y="50"/>
            <a:chExt cx="610800" cy="5143500"/>
          </a:xfrm>
        </p:grpSpPr>
        <p:sp>
          <p:nvSpPr>
            <p:cNvPr id="321" name="Google Shape;321;p13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23" name="Google Shape;323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1799985">
            <a:off x="624331" y="5987727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900050">
            <a:off x="130179" y="58825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829576">
            <a:off x="10991865" y="608892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91579">
            <a:off x="11259328" y="1247509"/>
            <a:ext cx="686445" cy="46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1750065" y="2164373"/>
            <a:ext cx="302467" cy="302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10682367" y="5194363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958760" y="719341"/>
            <a:ext cx="1666500" cy="16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2" name="Google Shape;332;p14"/>
          <p:cNvSpPr/>
          <p:nvPr/>
        </p:nvSpPr>
        <p:spPr>
          <a:xfrm rot="5400000">
            <a:off x="5942800" y="3050696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33" name="Google Shape;333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3752821" flipH="1">
            <a:off x="10776003" y="414229"/>
            <a:ext cx="3842364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699934">
            <a:off x="1329311" y="-209437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630707">
            <a:off x="66739" y="921645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4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6762063" y="63496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7" name="Google Shape;337;p1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4"/>
          <p:cNvPicPr preferRelativeResize="0"/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1528433" y="2982532"/>
            <a:ext cx="1886891" cy="1883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14"/>
          <p:cNvGrpSpPr/>
          <p:nvPr/>
        </p:nvGrpSpPr>
        <p:grpSpPr>
          <a:xfrm rot="3718690" flipH="1">
            <a:off x="-427392" y="4205893"/>
            <a:ext cx="1457717" cy="733547"/>
            <a:chOff x="2000250" y="-3823825"/>
            <a:chExt cx="7143750" cy="3594850"/>
          </a:xfrm>
        </p:grpSpPr>
        <p:sp>
          <p:nvSpPr>
            <p:cNvPr id="340" name="Google Shape;340;p14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6" name="Google Shape;366;p14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91" name="Google Shape;391;p14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785729" y="5023284"/>
            <a:ext cx="694000" cy="70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2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4" name="Google Shape;394;p15"/>
          <p:cNvSpPr/>
          <p:nvPr/>
        </p:nvSpPr>
        <p:spPr>
          <a:xfrm>
            <a:off x="1923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95" name="Google Shape;395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600533" y="-1055604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800008">
            <a:off x="-28056" y="1271012"/>
            <a:ext cx="970227" cy="651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5"/>
          <p:cNvPicPr preferRelativeResize="0"/>
          <p:nvPr/>
        </p:nvPicPr>
        <p:blipFill rotWithShape="1">
          <a:blip r:embed="rId5">
            <a:alphaModFix amt="90000"/>
          </a:blip>
          <a:srcRect l="32935" b="32935"/>
          <a:stretch>
            <a:fillRect/>
          </a:stretch>
        </p:blipFill>
        <p:spPr>
          <a:xfrm>
            <a:off x="11535564" y="1897620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9" name="Google Shape;399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800002">
            <a:off x="11510269" y="942684"/>
            <a:ext cx="1089436" cy="73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399993">
            <a:off x="11527329" y="2529267"/>
            <a:ext cx="682333" cy="4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1338292" y="4677939"/>
            <a:ext cx="1753700" cy="17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"/>
          <p:cNvSpPr txBox="1"/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4" name="Google Shape;404;p16"/>
          <p:cNvSpPr txBox="1"/>
          <p:nvPr>
            <p:ph type="subTitle" idx="1"/>
          </p:nvPr>
        </p:nvSpPr>
        <p:spPr>
          <a:xfrm>
            <a:off x="965105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5" name="Google Shape;405;p16"/>
          <p:cNvSpPr txBox="1"/>
          <p:nvPr>
            <p:ph type="subTitle" idx="2"/>
          </p:nvPr>
        </p:nvSpPr>
        <p:spPr>
          <a:xfrm>
            <a:off x="4430800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6" name="Google Shape;406;p16"/>
          <p:cNvSpPr txBox="1"/>
          <p:nvPr>
            <p:ph type="subTitle" idx="3"/>
          </p:nvPr>
        </p:nvSpPr>
        <p:spPr>
          <a:xfrm>
            <a:off x="7893895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7" name="Google Shape;407;p16"/>
          <p:cNvSpPr txBox="1"/>
          <p:nvPr>
            <p:ph type="title" idx="4"/>
          </p:nvPr>
        </p:nvSpPr>
        <p:spPr>
          <a:xfrm>
            <a:off x="959905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8" name="Google Shape;408;p16"/>
          <p:cNvSpPr txBox="1"/>
          <p:nvPr>
            <p:ph type="title" idx="5"/>
          </p:nvPr>
        </p:nvSpPr>
        <p:spPr>
          <a:xfrm>
            <a:off x="4425600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6"/>
          <p:cNvSpPr txBox="1"/>
          <p:nvPr>
            <p:ph type="title" idx="6"/>
          </p:nvPr>
        </p:nvSpPr>
        <p:spPr>
          <a:xfrm>
            <a:off x="7891295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0" name="Google Shape;410;p16"/>
          <p:cNvSpPr/>
          <p:nvPr/>
        </p:nvSpPr>
        <p:spPr>
          <a:xfrm rot="5400000">
            <a:off x="3214983" y="3081096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11" name="Google Shape;411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10872867" y="5314729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699934">
            <a:off x="-133356" y="1771763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630707">
            <a:off x="-182928" y="2213945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6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339129" y="6110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5" name="Google Shape;415;p1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834260" y="53060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6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815497" y="1573820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7" name="Google Shape;417;p16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815491" y="2546440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5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"/>
          <p:cNvSpPr txBox="1"/>
          <p:nvPr>
            <p:ph type="body" idx="1"/>
          </p:nvPr>
        </p:nvSpPr>
        <p:spPr>
          <a:xfrm>
            <a:off x="1059933" y="1445600"/>
            <a:ext cx="4999200" cy="46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marL="1219200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2pPr>
            <a:lvl3pPr marL="1828800" lvl="2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3pPr>
            <a:lvl4pPr marL="2438400" lvl="3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4pPr>
            <a:lvl5pPr marL="3048000" lvl="4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5pPr>
            <a:lvl6pPr marL="3657600" lvl="5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6pPr>
            <a:lvl7pPr marL="4267200" lvl="6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7pPr>
            <a:lvl8pPr marL="4876800" lvl="7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8pPr>
            <a:lvl9pPr marL="5486400" lvl="8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9pPr>
          </a:lstStyle>
          <a:p/>
        </p:txBody>
      </p:sp>
      <p:sp>
        <p:nvSpPr>
          <p:cNvPr id="420" name="Google Shape;420;p17"/>
          <p:cNvSpPr txBox="1"/>
          <p:nvPr>
            <p:ph type="body" idx="2"/>
          </p:nvPr>
        </p:nvSpPr>
        <p:spPr>
          <a:xfrm>
            <a:off x="6132867" y="1445597"/>
            <a:ext cx="4999200" cy="46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u="sng"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marL="1219200" lvl="1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2pPr>
            <a:lvl3pPr marL="1828800" lvl="2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3pPr>
            <a:lvl4pPr marL="2438400" lvl="3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4pPr>
            <a:lvl5pPr marL="3048000" lvl="4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5pPr>
            <a:lvl6pPr marL="3657600" lvl="5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6pPr>
            <a:lvl7pPr marL="4267200" lvl="6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7pPr>
            <a:lvl8pPr marL="4876800" lvl="7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8pPr>
            <a:lvl9pPr marL="5486400" lvl="8" indent="-44005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9pPr>
          </a:lstStyle>
          <a:p/>
        </p:txBody>
      </p:sp>
      <p:sp>
        <p:nvSpPr>
          <p:cNvPr id="421" name="Google Shape;421;p17"/>
          <p:cNvSpPr txBox="1"/>
          <p:nvPr>
            <p:ph type="title"/>
          </p:nvPr>
        </p:nvSpPr>
        <p:spPr>
          <a:xfrm>
            <a:off x="957000" y="487680"/>
            <a:ext cx="102780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dk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grpSp>
        <p:nvGrpSpPr>
          <p:cNvPr id="422" name="Google Shape;422;p17"/>
          <p:cNvGrpSpPr/>
          <p:nvPr/>
        </p:nvGrpSpPr>
        <p:grpSpPr>
          <a:xfrm>
            <a:off x="11148720" y="67"/>
            <a:ext cx="814400" cy="6858000"/>
            <a:chOff x="1011351" y="50"/>
            <a:chExt cx="610800" cy="5143500"/>
          </a:xfrm>
        </p:grpSpPr>
        <p:sp>
          <p:nvSpPr>
            <p:cNvPr id="423" name="Google Shape;423;p17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425" name="Google Shape;425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3722767" y="6132396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900050">
            <a:off x="9425112" y="-303571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2699934">
            <a:off x="2116711" y="-209437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7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29" name="Google Shape;429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498007" y="-78744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536243" y="57080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61967" y="1121004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0735633" y="6307904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7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421796" y="5260884"/>
            <a:ext cx="694000" cy="70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 txBox="1"/>
          <p:nvPr>
            <p:ph type="title"/>
          </p:nvPr>
        </p:nvSpPr>
        <p:spPr>
          <a:xfrm>
            <a:off x="2674767" y="155270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36" name="Google Shape;436;p18"/>
          <p:cNvSpPr txBox="1"/>
          <p:nvPr>
            <p:ph type="subTitle" idx="1"/>
          </p:nvPr>
        </p:nvSpPr>
        <p:spPr>
          <a:xfrm>
            <a:off x="2674767" y="2113736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type="title" idx="2"/>
          </p:nvPr>
        </p:nvSpPr>
        <p:spPr>
          <a:xfrm>
            <a:off x="7658539" y="155270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38" name="Google Shape;438;p18"/>
          <p:cNvSpPr txBox="1"/>
          <p:nvPr>
            <p:ph type="subTitle" idx="3"/>
          </p:nvPr>
        </p:nvSpPr>
        <p:spPr>
          <a:xfrm>
            <a:off x="7658539" y="2113736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type="title" idx="4"/>
          </p:nvPr>
        </p:nvSpPr>
        <p:spPr>
          <a:xfrm>
            <a:off x="2674767" y="3719940"/>
            <a:ext cx="30640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40" name="Google Shape;440;p18"/>
          <p:cNvSpPr txBox="1"/>
          <p:nvPr>
            <p:ph type="subTitle" idx="5"/>
          </p:nvPr>
        </p:nvSpPr>
        <p:spPr>
          <a:xfrm>
            <a:off x="2674767" y="4280977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18"/>
          <p:cNvSpPr txBox="1"/>
          <p:nvPr>
            <p:ph type="title" idx="6"/>
          </p:nvPr>
        </p:nvSpPr>
        <p:spPr>
          <a:xfrm>
            <a:off x="7658539" y="371994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42" name="Google Shape;442;p18"/>
          <p:cNvSpPr txBox="1"/>
          <p:nvPr>
            <p:ph type="subTitle" idx="7"/>
          </p:nvPr>
        </p:nvSpPr>
        <p:spPr>
          <a:xfrm>
            <a:off x="7658539" y="4280977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3" name="Google Shape;443;p18"/>
          <p:cNvSpPr txBox="1"/>
          <p:nvPr>
            <p:ph type="title" idx="8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4" name="Google Shape;444;p18"/>
          <p:cNvGrpSpPr/>
          <p:nvPr/>
        </p:nvGrpSpPr>
        <p:grpSpPr>
          <a:xfrm>
            <a:off x="11139449" y="67"/>
            <a:ext cx="814400" cy="6858000"/>
            <a:chOff x="1011351" y="50"/>
            <a:chExt cx="610800" cy="5143500"/>
          </a:xfrm>
        </p:grpSpPr>
        <p:sp>
          <p:nvSpPr>
            <p:cNvPr id="445" name="Google Shape;445;p18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447" name="Google Shape;447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8588166" flipH="1">
            <a:off x="-1157933" y="5690847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8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-186971" y="4462351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49" name="Google Shape;449;p18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46497" y="3763320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0" name="Google Shape;450;p18"/>
          <p:cNvPicPr preferRelativeResize="0"/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530496" y="811817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51" name="Google Shape;451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907" y="102532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8"/>
          <p:cNvPicPr preferRelativeResize="0"/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426300" y="2497565"/>
            <a:ext cx="1886891" cy="188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"/>
          <p:cNvSpPr txBox="1"/>
          <p:nvPr>
            <p:ph type="title"/>
          </p:nvPr>
        </p:nvSpPr>
        <p:spPr>
          <a:xfrm>
            <a:off x="2003069" y="1467741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5" name="Google Shape;455;p19"/>
          <p:cNvSpPr txBox="1"/>
          <p:nvPr>
            <p:ph type="subTitle" idx="1"/>
          </p:nvPr>
        </p:nvSpPr>
        <p:spPr>
          <a:xfrm>
            <a:off x="2003069" y="1746459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19"/>
          <p:cNvSpPr txBox="1"/>
          <p:nvPr>
            <p:ph type="title" idx="2"/>
          </p:nvPr>
        </p:nvSpPr>
        <p:spPr>
          <a:xfrm>
            <a:off x="6464531" y="1467733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7" name="Google Shape;457;p19"/>
          <p:cNvSpPr txBox="1"/>
          <p:nvPr>
            <p:ph type="subTitle" idx="3"/>
          </p:nvPr>
        </p:nvSpPr>
        <p:spPr>
          <a:xfrm>
            <a:off x="6464531" y="1746451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8" name="Google Shape;458;p19"/>
          <p:cNvSpPr txBox="1"/>
          <p:nvPr>
            <p:ph type="title" idx="4"/>
          </p:nvPr>
        </p:nvSpPr>
        <p:spPr>
          <a:xfrm>
            <a:off x="2003069" y="3057867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9" name="Google Shape;459;p19"/>
          <p:cNvSpPr txBox="1"/>
          <p:nvPr>
            <p:ph type="subTitle" idx="5"/>
          </p:nvPr>
        </p:nvSpPr>
        <p:spPr>
          <a:xfrm>
            <a:off x="2003069" y="3336584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0" name="Google Shape;460;p19"/>
          <p:cNvSpPr txBox="1"/>
          <p:nvPr>
            <p:ph type="title" idx="6"/>
          </p:nvPr>
        </p:nvSpPr>
        <p:spPr>
          <a:xfrm>
            <a:off x="6464531" y="3057860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1" name="Google Shape;461;p19"/>
          <p:cNvSpPr txBox="1"/>
          <p:nvPr>
            <p:ph type="subTitle" idx="7"/>
          </p:nvPr>
        </p:nvSpPr>
        <p:spPr>
          <a:xfrm>
            <a:off x="6464531" y="3336577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2" name="Google Shape;462;p19"/>
          <p:cNvSpPr txBox="1"/>
          <p:nvPr>
            <p:ph type="title" idx="8"/>
          </p:nvPr>
        </p:nvSpPr>
        <p:spPr>
          <a:xfrm>
            <a:off x="6464531" y="4623869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3" name="Google Shape;463;p19"/>
          <p:cNvSpPr txBox="1"/>
          <p:nvPr>
            <p:ph type="title" idx="9"/>
          </p:nvPr>
        </p:nvSpPr>
        <p:spPr>
          <a:xfrm>
            <a:off x="2003069" y="4623875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4" name="Google Shape;464;p19"/>
          <p:cNvSpPr txBox="1"/>
          <p:nvPr>
            <p:ph type="title" idx="13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65" name="Google Shape;465;p19"/>
          <p:cNvGrpSpPr/>
          <p:nvPr/>
        </p:nvGrpSpPr>
        <p:grpSpPr>
          <a:xfrm>
            <a:off x="136583" y="67"/>
            <a:ext cx="814400" cy="6858000"/>
            <a:chOff x="1011351" y="50"/>
            <a:chExt cx="610800" cy="5143500"/>
          </a:xfrm>
        </p:grpSpPr>
        <p:sp>
          <p:nvSpPr>
            <p:cNvPr id="466" name="Google Shape;466;p19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468" name="Google Shape;468;p19"/>
          <p:cNvPicPr preferRelativeResize="0"/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1396396" y="4498884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69" name="Google Shape;469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442957" y="6121807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 flipH="1">
            <a:off x="-1177484" y="-722337"/>
            <a:ext cx="3842365" cy="15432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19"/>
          <p:cNvGrpSpPr/>
          <p:nvPr/>
        </p:nvGrpSpPr>
        <p:grpSpPr>
          <a:xfrm rot="4500063" flipH="1">
            <a:off x="10990419" y="852701"/>
            <a:ext cx="1457449" cy="733412"/>
            <a:chOff x="2000250" y="-3823825"/>
            <a:chExt cx="7143750" cy="3594850"/>
          </a:xfrm>
        </p:grpSpPr>
        <p:sp>
          <p:nvSpPr>
            <p:cNvPr id="472" name="Google Shape;472;p19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5" name="Google Shape;485;p19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7" name="Google Shape;487;p19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9" name="Google Shape;489;p19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0" name="Google Shape;490;p19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1" name="Google Shape;491;p19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3" name="Google Shape;493;p19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4" name="Google Shape;494;p19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5" name="Google Shape;495;p19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6" name="Google Shape;496;p19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7" name="Google Shape;497;p19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7" name="Google Shape;507;p19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8" name="Google Shape;508;p19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1" name="Google Shape;511;p19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8" name="Google Shape;518;p19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9" name="Google Shape;519;p19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1" name="Google Shape;521;p19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2" name="Google Shape;522;p19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23" name="Google Shape;523;p19"/>
          <p:cNvSpPr txBox="1"/>
          <p:nvPr>
            <p:ph type="subTitle" idx="14"/>
          </p:nvPr>
        </p:nvSpPr>
        <p:spPr>
          <a:xfrm>
            <a:off x="2003069" y="4934367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19"/>
          <p:cNvSpPr txBox="1"/>
          <p:nvPr>
            <p:ph type="subTitle" idx="15"/>
          </p:nvPr>
        </p:nvSpPr>
        <p:spPr>
          <a:xfrm>
            <a:off x="6464531" y="4934360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525" name="Google Shape;525;p19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9899936">
            <a:off x="42680" y="5796068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9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7830706">
            <a:off x="264949" y="482415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9"/>
          <p:cNvPicPr preferRelativeResize="0"/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1599599" y="3700895"/>
            <a:ext cx="479600" cy="487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20"/>
          <p:cNvGrpSpPr/>
          <p:nvPr/>
        </p:nvGrpSpPr>
        <p:grpSpPr>
          <a:xfrm>
            <a:off x="11139449" y="67"/>
            <a:ext cx="814400" cy="6858000"/>
            <a:chOff x="1011351" y="50"/>
            <a:chExt cx="610800" cy="5143500"/>
          </a:xfrm>
        </p:grpSpPr>
        <p:sp>
          <p:nvSpPr>
            <p:cNvPr id="530" name="Google Shape;530;p20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32" name="Google Shape;532;p20"/>
          <p:cNvGrpSpPr/>
          <p:nvPr/>
        </p:nvGrpSpPr>
        <p:grpSpPr>
          <a:xfrm>
            <a:off x="136583" y="67"/>
            <a:ext cx="814400" cy="6858000"/>
            <a:chOff x="1011351" y="50"/>
            <a:chExt cx="610800" cy="5143500"/>
          </a:xfrm>
        </p:grpSpPr>
        <p:sp>
          <p:nvSpPr>
            <p:cNvPr id="533" name="Google Shape;533;p20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35" name="Google Shape;535;p20"/>
          <p:cNvSpPr txBox="1"/>
          <p:nvPr>
            <p:ph type="title" hasCustomPrompt="1"/>
          </p:nvPr>
        </p:nvSpPr>
        <p:spPr>
          <a:xfrm>
            <a:off x="5845400" y="880967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36" name="Google Shape;536;p20"/>
          <p:cNvSpPr txBox="1"/>
          <p:nvPr>
            <p:ph type="subTitle" idx="1"/>
          </p:nvPr>
        </p:nvSpPr>
        <p:spPr>
          <a:xfrm>
            <a:off x="5845400" y="1839005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37" name="Google Shape;537;p20"/>
          <p:cNvSpPr txBox="1"/>
          <p:nvPr>
            <p:ph type="title" idx="2" hasCustomPrompt="1"/>
          </p:nvPr>
        </p:nvSpPr>
        <p:spPr>
          <a:xfrm>
            <a:off x="5845400" y="2708731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38" name="Google Shape;538;p20"/>
          <p:cNvSpPr txBox="1"/>
          <p:nvPr>
            <p:ph type="subTitle" idx="3"/>
          </p:nvPr>
        </p:nvSpPr>
        <p:spPr>
          <a:xfrm>
            <a:off x="5845400" y="3668033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39" name="Google Shape;539;p20"/>
          <p:cNvSpPr txBox="1"/>
          <p:nvPr>
            <p:ph type="title" idx="4" hasCustomPrompt="1"/>
          </p:nvPr>
        </p:nvSpPr>
        <p:spPr>
          <a:xfrm>
            <a:off x="5845400" y="4530131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40" name="Google Shape;540;p20"/>
          <p:cNvSpPr txBox="1"/>
          <p:nvPr>
            <p:ph type="subTitle" idx="5"/>
          </p:nvPr>
        </p:nvSpPr>
        <p:spPr>
          <a:xfrm>
            <a:off x="5845400" y="5489433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541" name="Google Shape;541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3506867" y="-1045704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3599936">
            <a:off x="40877" y="280995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1530706">
            <a:off x="66733" y="129736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0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5" name="Google Shape;545;p2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997760" y="52618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751851" y="10113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0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4466596" y="6388617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8" name="Google Shape;548;p20"/>
          <p:cNvPicPr preferRelativeResize="0"/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448897" y="5795043"/>
            <a:ext cx="1621503" cy="1618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21"/>
          <p:cNvGrpSpPr/>
          <p:nvPr/>
        </p:nvGrpSpPr>
        <p:grpSpPr>
          <a:xfrm>
            <a:off x="136583" y="67"/>
            <a:ext cx="814400" cy="6858000"/>
            <a:chOff x="1011351" y="50"/>
            <a:chExt cx="610800" cy="5143500"/>
          </a:xfrm>
        </p:grpSpPr>
        <p:sp>
          <p:nvSpPr>
            <p:cNvPr id="551" name="Google Shape;551;p21"/>
            <p:cNvSpPr/>
            <p:nvPr/>
          </p:nvSpPr>
          <p:spPr>
            <a:xfrm>
              <a:off x="1011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52" name="Google Shape;552;p21"/>
            <p:cNvSpPr/>
            <p:nvPr/>
          </p:nvSpPr>
          <p:spPr>
            <a:xfrm>
              <a:off x="1392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53" name="Google Shape;553;p21"/>
          <p:cNvSpPr txBox="1"/>
          <p:nvPr>
            <p:ph type="title"/>
          </p:nvPr>
        </p:nvSpPr>
        <p:spPr>
          <a:xfrm>
            <a:off x="5028809" y="768067"/>
            <a:ext cx="6196800" cy="146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9735">
                <a:latin typeface="Black coffees" charset="0"/>
                <a:ea typeface="Black coffees" charset="0"/>
                <a:cs typeface="Black coffees" charset="0"/>
                <a:sym typeface="Black coffees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4" name="Google Shape;554;p21"/>
          <p:cNvSpPr txBox="1"/>
          <p:nvPr>
            <p:ph type="subTitle" idx="1"/>
          </p:nvPr>
        </p:nvSpPr>
        <p:spPr>
          <a:xfrm>
            <a:off x="5024300" y="2232797"/>
            <a:ext cx="62016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5" name="Google Shape;555;p21"/>
          <p:cNvSpPr txBox="1"/>
          <p:nvPr/>
        </p:nvSpPr>
        <p:spPr>
          <a:xfrm>
            <a:off x="4629800" y="4864675"/>
            <a:ext cx="6596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kern="0">
                <a:solidFill>
                  <a:schemeClr val="dk1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rPr>
              <a:t>CREDITS: This presentation template was created by </a:t>
            </a:r>
            <a:r>
              <a:rPr lang="en-GB" sz="1600" b="1" u="sng" kern="0">
                <a:solidFill>
                  <a:schemeClr val="dk1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  <a:hlinkClick r:id="rId2"/>
              </a:rPr>
              <a:t>Slidesgo</a:t>
            </a:r>
            <a:r>
              <a:rPr lang="en-GB" sz="1600" kern="0">
                <a:solidFill>
                  <a:schemeClr val="dk1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rPr>
              <a:t>, and includes icons by </a:t>
            </a:r>
            <a:r>
              <a:rPr lang="en-GB" sz="1600" b="1" u="sng" kern="0">
                <a:solidFill>
                  <a:schemeClr val="dk1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  <a:hlinkClick r:id="rId3"/>
              </a:rPr>
              <a:t>Flaticon</a:t>
            </a:r>
            <a:r>
              <a:rPr lang="en-GB" sz="1600" kern="0">
                <a:solidFill>
                  <a:schemeClr val="dk1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</a:rPr>
              <a:t>, and infographics &amp; images by </a:t>
            </a:r>
            <a:r>
              <a:rPr lang="en-GB" sz="1600" b="1" u="sng" kern="0">
                <a:solidFill>
                  <a:schemeClr val="dk1"/>
                </a:solidFill>
                <a:latin typeface="SWAstro" panose="02000400000000000000" charset="0"/>
                <a:ea typeface="SWAstro" panose="02000400000000000000" charset="0"/>
                <a:cs typeface="SWAstro" panose="02000400000000000000" charset="0"/>
                <a:sym typeface="SWAstro" panose="02000400000000000000" charset="0"/>
                <a:hlinkClick r:id="rId4"/>
              </a:rPr>
              <a:t>Freepik</a:t>
            </a:r>
            <a:endParaRPr lang="en-GB" sz="1600" b="1" u="sng" kern="0">
              <a:solidFill>
                <a:schemeClr val="dk1"/>
              </a:solidFill>
              <a:latin typeface="SWAstro" panose="02000400000000000000" charset="0"/>
              <a:ea typeface="SWAstro" panose="02000400000000000000" charset="0"/>
              <a:cs typeface="SWAstro" panose="02000400000000000000" charset="0"/>
              <a:sym typeface="SWAstro" panose="02000400000000000000" charset="0"/>
              <a:hlinkClick r:id="rId4"/>
            </a:endParaRPr>
          </a:p>
        </p:txBody>
      </p:sp>
      <p:pic>
        <p:nvPicPr>
          <p:cNvPr id="556" name="Google Shape;556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3599936">
            <a:off x="40877" y="280995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1530706">
            <a:off x="66733" y="129736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1"/>
          <p:cNvPicPr preferRelativeResize="0"/>
          <p:nvPr/>
        </p:nvPicPr>
        <p:blipFill rotWithShape="1">
          <a:blip r:embed="rId6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59" name="Google Shape;559;p2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-645193" y="5489423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1530706">
            <a:off x="11496733" y="95928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3599936">
            <a:off x="11462177" y="1419361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1"/>
          <p:cNvPicPr preferRelativeResize="0"/>
          <p:nvPr/>
        </p:nvPicPr>
        <p:blipFill rotWithShape="1">
          <a:blip r:embed="rId6">
            <a:alphaModFix amt="90000"/>
          </a:blip>
          <a:srcRect l="32935" b="32935"/>
          <a:stretch>
            <a:fillRect/>
          </a:stretch>
        </p:blipFill>
        <p:spPr>
          <a:xfrm>
            <a:off x="11694864" y="3060353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3" name="Google Shape;563;p21"/>
          <p:cNvPicPr preferRelativeResize="0"/>
          <p:nvPr/>
        </p:nvPicPr>
        <p:blipFill rotWithShape="1">
          <a:blip r:embed="rId6">
            <a:alphaModFix amt="90000"/>
          </a:blip>
          <a:srcRect l="32935" b="32935"/>
          <a:stretch>
            <a:fillRect/>
          </a:stretch>
        </p:blipFill>
        <p:spPr>
          <a:xfrm>
            <a:off x="11603659" y="3575188"/>
            <a:ext cx="719200" cy="731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062733" y="-600037"/>
            <a:ext cx="3842365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799985" flipH="1">
            <a:off x="122604" y="6033060"/>
            <a:ext cx="1089813" cy="73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900050" flipH="1">
            <a:off x="-64065" y="5498529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2699934" flipH="1">
            <a:off x="11270235" y="1198996"/>
            <a:ext cx="1002169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630707" flipH="1">
            <a:off x="11535057" y="1641179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2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247785" y="3383504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1" name="Google Shape;571;p22"/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11308940" y="48850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22"/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-543593" y="71756"/>
            <a:ext cx="1596167" cy="159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2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633103" y="3664687"/>
            <a:ext cx="276400" cy="28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4" name="Google Shape;574;p22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4864119" y="6481217"/>
            <a:ext cx="694000" cy="70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7047179" flipH="1">
            <a:off x="-2442671" y="4629443"/>
            <a:ext cx="3842364" cy="154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70">
            <a:off x="9844215" y="6123372"/>
            <a:ext cx="1002171" cy="6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169293">
            <a:off x="11322037" y="5136851"/>
            <a:ext cx="786919" cy="528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23"/>
          <p:cNvPicPr preferRelativeResize="0"/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rot="10800000">
            <a:off x="4719632" y="-468313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p23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900002">
            <a:off x="11520411" y="3897167"/>
            <a:ext cx="396433" cy="39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23"/>
          <p:cNvPicPr preferRelativeResize="0"/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flipH="1">
            <a:off x="-952229" y="1591372"/>
            <a:ext cx="1886891" cy="18832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2" name="Google Shape;582;p23"/>
          <p:cNvGrpSpPr/>
          <p:nvPr/>
        </p:nvGrpSpPr>
        <p:grpSpPr>
          <a:xfrm rot="-7081310" flipH="1">
            <a:off x="11145368" y="1647496"/>
            <a:ext cx="1457717" cy="733547"/>
            <a:chOff x="2000250" y="-3823825"/>
            <a:chExt cx="7143750" cy="3594850"/>
          </a:xfrm>
        </p:grpSpPr>
        <p:sp>
          <p:nvSpPr>
            <p:cNvPr id="583" name="Google Shape;583;p23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9" name="Google Shape;9;p2"/>
          <p:cNvSpPr>
            <a:spLocks noGrp="1"/>
          </p:cNvSpPr>
          <p:nvPr>
            <p:ph type="ctrTitle"/>
          </p:nvPr>
        </p:nvSpPr>
        <p:spPr>
          <a:xfrm>
            <a:off x="942433" y="1622531"/>
            <a:ext cx="6104800" cy="301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7335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5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>
            <a:spLocks noGrp="1"/>
          </p:cNvSpPr>
          <p:nvPr>
            <p:ph type="subTitle" idx="1"/>
          </p:nvPr>
        </p:nvSpPr>
        <p:spPr>
          <a:xfrm>
            <a:off x="942300" y="4747869"/>
            <a:ext cx="4968000" cy="48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"/>
              <a:buNone/>
              <a:defRPr sz="2135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" name="Google Shape;11;p2"/>
          <p:cNvSpPr>
            <a:spLocks noGrp="1"/>
          </p:cNvSpPr>
          <p:nvPr/>
        </p:nvSpPr>
        <p:spPr>
          <a:xfrm>
            <a:off x="1923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" name="Google Shape;12;p2"/>
          <p:cNvPicPr>
            <a:picLocks noChangeAspect="1"/>
          </p:cNvPicPr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35231" y="1223587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13" name="Google Shape;13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2">
            <a:off x="109936" y="268651"/>
            <a:ext cx="1089436" cy="731599"/>
          </a:xfrm>
          <a:prstGeom prst="rect">
            <a:avLst/>
          </a:prstGeom>
          <a:ln>
            <a:noFill/>
          </a:ln>
        </p:spPr>
      </p:pic>
      <p:pic>
        <p:nvPicPr>
          <p:cNvPr id="14" name="Google Shape;14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799986">
            <a:off x="304349" y="5846441"/>
            <a:ext cx="1676185" cy="1125619"/>
          </a:xfrm>
          <a:prstGeom prst="rect">
            <a:avLst/>
          </a:prstGeom>
          <a:ln>
            <a:noFill/>
          </a:ln>
        </p:spPr>
      </p:pic>
      <p:pic>
        <p:nvPicPr>
          <p:cNvPr id="15" name="Google Shape;15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399993">
            <a:off x="126996" y="1855233"/>
            <a:ext cx="682333" cy="458200"/>
          </a:xfrm>
          <a:prstGeom prst="rect">
            <a:avLst/>
          </a:prstGeom>
          <a:ln>
            <a:noFill/>
          </a:ln>
        </p:spPr>
      </p:pic>
      <p:sp>
        <p:nvSpPr>
          <p:cNvPr id="16" name="Google Shape;16;p2"/>
          <p:cNvSpPr>
            <a:spLocks noGrp="1"/>
          </p:cNvSpPr>
          <p:nvPr/>
        </p:nvSpPr>
        <p:spPr>
          <a:xfrm>
            <a:off x="20165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7" name="Google Shape;17;p2"/>
          <p:cNvPicPr>
            <a:picLocks noChangeAspect="1"/>
          </p:cNvPicPr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35231" y="1223587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18" name="Google Shape;18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2">
            <a:off x="109936" y="268651"/>
            <a:ext cx="1089436" cy="731599"/>
          </a:xfrm>
          <a:prstGeom prst="rect">
            <a:avLst/>
          </a:prstGeom>
          <a:ln>
            <a:noFill/>
          </a:ln>
        </p:spPr>
      </p:pic>
      <p:pic>
        <p:nvPicPr>
          <p:cNvPr id="19" name="Google Shape;19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799986">
            <a:off x="304349" y="5846441"/>
            <a:ext cx="1676185" cy="1125619"/>
          </a:xfrm>
          <a:prstGeom prst="rect">
            <a:avLst/>
          </a:prstGeom>
          <a:ln>
            <a:noFill/>
          </a:ln>
        </p:spPr>
      </p:pic>
      <p:pic>
        <p:nvPicPr>
          <p:cNvPr id="20" name="Google Shape;20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399993">
            <a:off x="126996" y="1855233"/>
            <a:ext cx="682333" cy="458200"/>
          </a:xfrm>
          <a:prstGeom prst="rect">
            <a:avLst/>
          </a:prstGeom>
          <a:ln>
            <a:noFill/>
          </a:ln>
        </p:spPr>
      </p:pic>
      <p:pic>
        <p:nvPicPr>
          <p:cNvPr id="21" name="Google Shape;21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50">
            <a:off x="1077479" y="5621029"/>
            <a:ext cx="1002169" cy="67300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23" name="Google Shape;23;p3"/>
          <p:cNvSpPr>
            <a:spLocks noGrp="1"/>
          </p:cNvSpPr>
          <p:nvPr>
            <p:ph type="title"/>
          </p:nvPr>
        </p:nvSpPr>
        <p:spPr>
          <a:xfrm flipH="1">
            <a:off x="2079400" y="3435533"/>
            <a:ext cx="8033200" cy="121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66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>
            <a:spLocks noGrp="1"/>
          </p:cNvSpPr>
          <p:nvPr>
            <p:ph type="title" idx="2" hasCustomPrompt="1"/>
          </p:nvPr>
        </p:nvSpPr>
        <p:spPr>
          <a:xfrm flipH="1">
            <a:off x="5486400" y="1879665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6000"/>
              <a:buNone/>
              <a:defRPr sz="7335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>
            <a:spLocks noGrp="1"/>
          </p:cNvSpPr>
          <p:nvPr>
            <p:ph type="subTitle" idx="1"/>
          </p:nvPr>
        </p:nvSpPr>
        <p:spPr>
          <a:xfrm flipH="1">
            <a:off x="2078000" y="4655335"/>
            <a:ext cx="8036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5">
                <a:solidFill>
                  <a:schemeClr val="dk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3"/>
          <p:cNvSpPr>
            <a:spLocks noGrp="1"/>
          </p:cNvSpPr>
          <p:nvPr/>
        </p:nvSpPr>
        <p:spPr>
          <a:xfrm>
            <a:off x="11148720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Google Shape;28;p3"/>
          <p:cNvSpPr>
            <a:spLocks noGrp="1"/>
          </p:cNvSpPr>
          <p:nvPr/>
        </p:nvSpPr>
        <p:spPr>
          <a:xfrm>
            <a:off x="11656720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Google Shape;30;p3"/>
          <p:cNvSpPr>
            <a:spLocks noGrp="1"/>
          </p:cNvSpPr>
          <p:nvPr/>
        </p:nvSpPr>
        <p:spPr>
          <a:xfrm>
            <a:off x="21964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Google Shape;31;p3"/>
          <p:cNvSpPr>
            <a:spLocks noGrp="1"/>
          </p:cNvSpPr>
          <p:nvPr/>
        </p:nvSpPr>
        <p:spPr>
          <a:xfrm>
            <a:off x="72764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2" name="Google Shape;32;p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408284" y="-600037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33" name="Google Shape;33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799985">
            <a:off x="10979597" y="6033060"/>
            <a:ext cx="1089813" cy="731848"/>
          </a:xfrm>
          <a:prstGeom prst="rect">
            <a:avLst/>
          </a:prstGeom>
          <a:ln>
            <a:noFill/>
          </a:ln>
        </p:spPr>
      </p:pic>
      <p:pic>
        <p:nvPicPr>
          <p:cNvPr id="34" name="Google Shape;34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50">
            <a:off x="11253912" y="5498529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35" name="Google Shape;35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699934">
            <a:off x="224411" y="1198996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36" name="Google Shape;36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30707">
            <a:off x="174839" y="1641179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37" name="Google Shape;37;p3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11350329" y="27682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38" name="Google Shape;38;p3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11497997" y="3049451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39" name="Google Shape;39;p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45193" y="4491356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40" name="Google Shape;40;p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7740" y="6132556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41" name="Google Shape;41;p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1040" y="71756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42" name="Google Shape;42;p3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326729" y="32235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43" name="Google Shape;43;p3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8284896" y="-16"/>
            <a:ext cx="694000" cy="7056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46" name="Google Shape;46;p4"/>
          <p:cNvSpPr>
            <a:spLocks noGrp="1"/>
          </p:cNvSpPr>
          <p:nvPr/>
        </p:nvSpPr>
        <p:spPr>
          <a:xfrm>
            <a:off x="21964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Google Shape;47;p4"/>
          <p:cNvSpPr>
            <a:spLocks noGrp="1"/>
          </p:cNvSpPr>
          <p:nvPr/>
        </p:nvSpPr>
        <p:spPr>
          <a:xfrm>
            <a:off x="72764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Google Shape;48;p4"/>
          <p:cNvSpPr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4"/>
          <p:cNvSpPr>
            <a:spLocks noGrp="1"/>
          </p:cNvSpPr>
          <p:nvPr>
            <p:ph type="body" idx="1"/>
          </p:nvPr>
        </p:nvSpPr>
        <p:spPr>
          <a:xfrm>
            <a:off x="955867" y="1300865"/>
            <a:ext cx="10272000" cy="487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609600" indent="-44005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12192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2pPr>
            <a:lvl3pPr marL="18288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3pPr>
            <a:lvl4pPr marL="24384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5"/>
            </a:lvl4pPr>
            <a:lvl5pPr marL="30480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5pPr>
            <a:lvl6pPr marL="36576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6pPr>
            <a:lvl7pPr marL="42672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2135"/>
            </a:lvl7pPr>
            <a:lvl8pPr marL="48768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2135"/>
            </a:lvl8pPr>
            <a:lvl9pPr marL="54864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2135"/>
            </a:lvl9pPr>
          </a:lstStyle>
          <a:p/>
        </p:txBody>
      </p:sp>
      <p:pic>
        <p:nvPicPr>
          <p:cNvPr id="50" name="Google Shape;50;p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699934">
            <a:off x="224411" y="1198996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51" name="Google Shape;51;p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30707">
            <a:off x="174839" y="1641179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52" name="Google Shape;52;p4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53" name="Google Shape;53;p4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-243271" y="3011351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54" name="Google Shape;54;p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02160" y="4714856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55" name="Google Shape;55;p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799985">
            <a:off x="10877997" y="5931460"/>
            <a:ext cx="1089813" cy="731848"/>
          </a:xfrm>
          <a:prstGeom prst="rect">
            <a:avLst/>
          </a:prstGeom>
          <a:ln>
            <a:noFill/>
          </a:ln>
        </p:spPr>
      </p:pic>
      <p:pic>
        <p:nvPicPr>
          <p:cNvPr id="56" name="Google Shape;56;p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50">
            <a:off x="11152312" y="5396929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57" name="Google Shape;57;p4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497996" y="4498884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58" name="Google Shape;58;p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8007" y="-78744"/>
            <a:ext cx="1596167" cy="1596167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60" name="Google Shape;60;p5"/>
          <p:cNvSpPr>
            <a:spLocks noGrp="1"/>
          </p:cNvSpPr>
          <p:nvPr/>
        </p:nvSpPr>
        <p:spPr>
          <a:xfrm>
            <a:off x="20165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Google Shape;61;p5"/>
          <p:cNvSpPr>
            <a:spLocks noGrp="1"/>
          </p:cNvSpPr>
          <p:nvPr>
            <p:ph type="title"/>
          </p:nvPr>
        </p:nvSpPr>
        <p:spPr>
          <a:xfrm>
            <a:off x="1875095" y="3164433"/>
            <a:ext cx="40056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rgbClr val="FF5825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5"/>
          <p:cNvSpPr>
            <a:spLocks noGrp="1"/>
          </p:cNvSpPr>
          <p:nvPr>
            <p:ph type="title" idx="2"/>
          </p:nvPr>
        </p:nvSpPr>
        <p:spPr>
          <a:xfrm>
            <a:off x="6311705" y="3164433"/>
            <a:ext cx="40056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" name="Google Shape;63;p5"/>
          <p:cNvSpPr>
            <a:spLocks noGrp="1"/>
          </p:cNvSpPr>
          <p:nvPr>
            <p:ph type="subTitle" idx="1"/>
          </p:nvPr>
        </p:nvSpPr>
        <p:spPr>
          <a:xfrm>
            <a:off x="6311705" y="3453267"/>
            <a:ext cx="4005600" cy="182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64" name="Google Shape;64;p5"/>
          <p:cNvSpPr>
            <a:spLocks noGrp="1"/>
          </p:cNvSpPr>
          <p:nvPr>
            <p:ph type="subTitle" idx="3"/>
          </p:nvPr>
        </p:nvSpPr>
        <p:spPr>
          <a:xfrm>
            <a:off x="1874695" y="3453267"/>
            <a:ext cx="4006400" cy="182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65" name="Google Shape;65;p5"/>
          <p:cNvSpPr>
            <a:spLocks noGrp="1"/>
          </p:cNvSpPr>
          <p:nvPr>
            <p:ph type="title" idx="4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" name="Google Shape;66;p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799985">
            <a:off x="10877997" y="5931460"/>
            <a:ext cx="1089813" cy="731848"/>
          </a:xfrm>
          <a:prstGeom prst="rect">
            <a:avLst/>
          </a:prstGeom>
          <a:ln>
            <a:noFill/>
          </a:ln>
        </p:spPr>
      </p:pic>
      <p:pic>
        <p:nvPicPr>
          <p:cNvPr id="67" name="Google Shape;67;p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50">
            <a:off x="11152312" y="5396929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68" name="Google Shape;68;p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897187">
            <a:off x="269483" y="1435344"/>
            <a:ext cx="860127" cy="577611"/>
          </a:xfrm>
          <a:prstGeom prst="rect">
            <a:avLst/>
          </a:prstGeom>
          <a:ln>
            <a:noFill/>
          </a:ln>
        </p:spPr>
      </p:pic>
      <p:pic>
        <p:nvPicPr>
          <p:cNvPr id="69" name="Google Shape;69;p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5295" y="5614784"/>
            <a:ext cx="1243200" cy="1243200"/>
          </a:xfrm>
          <a:prstGeom prst="rect">
            <a:avLst/>
          </a:prstGeom>
          <a:ln>
            <a:noFill/>
          </a:ln>
        </p:spPr>
      </p:pic>
      <p:pic>
        <p:nvPicPr>
          <p:cNvPr id="70" name="Google Shape;70;p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87" y="6254721"/>
            <a:ext cx="334333" cy="334333"/>
          </a:xfrm>
          <a:prstGeom prst="rect">
            <a:avLst/>
          </a:prstGeom>
          <a:ln>
            <a:noFill/>
          </a:ln>
        </p:spPr>
      </p:pic>
      <p:pic>
        <p:nvPicPr>
          <p:cNvPr id="71" name="Google Shape;71;p5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flipH="1">
            <a:off x="-825300" y="3277399"/>
            <a:ext cx="1886891" cy="1883268"/>
          </a:xfrm>
          <a:prstGeom prst="rect">
            <a:avLst/>
          </a:prstGeom>
          <a:ln>
            <a:noFill/>
          </a:ln>
        </p:spPr>
      </p:pic>
      <p:pic>
        <p:nvPicPr>
          <p:cNvPr id="72" name="Google Shape;72;p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0335" y="-112051"/>
            <a:ext cx="1456900" cy="2515600"/>
          </a:xfrm>
          <a:prstGeom prst="rect">
            <a:avLst/>
          </a:prstGeom>
          <a:ln>
            <a:noFill/>
          </a:ln>
        </p:spPr>
      </p:pic>
      <p:pic>
        <p:nvPicPr>
          <p:cNvPr id="73" name="Google Shape;73;p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197152">
            <a:off x="198163" y="989541"/>
            <a:ext cx="790963" cy="53116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76" name="Google Shape;76;p6"/>
          <p:cNvSpPr>
            <a:spLocks noGrp="1"/>
          </p:cNvSpPr>
          <p:nvPr/>
        </p:nvSpPr>
        <p:spPr>
          <a:xfrm>
            <a:off x="21964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Google Shape;77;p6"/>
          <p:cNvSpPr>
            <a:spLocks noGrp="1"/>
          </p:cNvSpPr>
          <p:nvPr/>
        </p:nvSpPr>
        <p:spPr>
          <a:xfrm>
            <a:off x="72764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Google Shape;78;p6"/>
          <p:cNvSpPr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9" name="Google Shape;79;p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-2882367" y="5524563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p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69290">
            <a:off x="11326971" y="1367971"/>
            <a:ext cx="786917" cy="528441"/>
          </a:xfrm>
          <a:prstGeom prst="rect">
            <a:avLst/>
          </a:prstGeom>
          <a:ln>
            <a:noFill/>
          </a:ln>
        </p:spPr>
      </p:pic>
      <p:pic>
        <p:nvPicPr>
          <p:cNvPr id="81" name="Google Shape;81;p6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279229" y="3553317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82" name="Google Shape;82;p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46476" y="1219256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83" name="Google Shape;83;p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51" y="3077404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84" name="Google Shape;84;p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784" y="6306537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85" name="Google Shape;85;p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67">
            <a:off x="11343907" y="2437569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86" name="Google Shape;86;p6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685629" y="4569317"/>
            <a:ext cx="358400" cy="3656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89" name="Google Shape;89;p7"/>
          <p:cNvSpPr>
            <a:spLocks noGrp="1"/>
          </p:cNvSpPr>
          <p:nvPr/>
        </p:nvSpPr>
        <p:spPr>
          <a:xfrm>
            <a:off x="10658061" y="0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0" name="Google Shape;90;p7"/>
          <p:cNvSpPr>
            <a:spLocks noGrp="1"/>
          </p:cNvSpPr>
          <p:nvPr/>
        </p:nvSpPr>
        <p:spPr>
          <a:xfrm>
            <a:off x="11166061" y="0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1" name="Google Shape;91;p7"/>
          <p:cNvSpPr>
            <a:spLocks noGrp="1"/>
          </p:cNvSpPr>
          <p:nvPr/>
        </p:nvSpPr>
        <p:spPr>
          <a:xfrm>
            <a:off x="11674061" y="0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Google Shape;93;p7"/>
          <p:cNvSpPr>
            <a:spLocks noGrp="1"/>
          </p:cNvSpPr>
          <p:nvPr/>
        </p:nvSpPr>
        <p:spPr>
          <a:xfrm>
            <a:off x="203195" y="0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Google Shape;94;p7"/>
          <p:cNvSpPr>
            <a:spLocks noGrp="1"/>
          </p:cNvSpPr>
          <p:nvPr/>
        </p:nvSpPr>
        <p:spPr>
          <a:xfrm>
            <a:off x="711195" y="0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5" name="Google Shape;95;p7"/>
          <p:cNvSpPr>
            <a:spLocks noGrp="1"/>
          </p:cNvSpPr>
          <p:nvPr/>
        </p:nvSpPr>
        <p:spPr>
          <a:xfrm>
            <a:off x="1219195" y="0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6" name="Google Shape;96;p7"/>
          <p:cNvSpPr>
            <a:spLocks noGrp="1"/>
          </p:cNvSpPr>
          <p:nvPr>
            <p:ph type="body" idx="1"/>
          </p:nvPr>
        </p:nvSpPr>
        <p:spPr>
          <a:xfrm flipH="1">
            <a:off x="1876959" y="2072767"/>
            <a:ext cx="5230000" cy="3017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6096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/>
            </a:lvl1pPr>
            <a:lvl2pPr marL="12192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828800" indent="-43180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2438400" indent="-43180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3048000" indent="-40640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600" indent="-406400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200" indent="-414655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4876800" indent="-414655">
              <a:lnSpc>
                <a:spcPct val="100000"/>
              </a:lnSpc>
              <a:spcBef>
                <a:spcPct val="4270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5486400" indent="-406400">
              <a:lnSpc>
                <a:spcPct val="100000"/>
              </a:lnSpc>
              <a:spcBef>
                <a:spcPct val="4270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97" name="Google Shape;97;p7"/>
          <p:cNvSpPr>
            <a:spLocks noGrp="1"/>
          </p:cNvSpPr>
          <p:nvPr>
            <p:ph type="title"/>
          </p:nvPr>
        </p:nvSpPr>
        <p:spPr>
          <a:xfrm>
            <a:off x="957000" y="487667"/>
            <a:ext cx="10278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8" name="Google Shape;98;p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000" y="3175004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99" name="Google Shape;99;p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2608" y="5818872"/>
            <a:ext cx="1753700" cy="1753700"/>
          </a:xfrm>
          <a:prstGeom prst="rect">
            <a:avLst/>
          </a:prstGeom>
          <a:ln>
            <a:noFill/>
          </a:ln>
        </p:spPr>
      </p:pic>
      <p:pic>
        <p:nvPicPr>
          <p:cNvPr id="100" name="Google Shape;100;p7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236831" y="32179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101" name="Google Shape;101;p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2">
            <a:off x="211536" y="2263017"/>
            <a:ext cx="1089436" cy="731599"/>
          </a:xfrm>
          <a:prstGeom prst="rect">
            <a:avLst/>
          </a:prstGeom>
          <a:ln>
            <a:noFill/>
          </a:ln>
        </p:spPr>
      </p:pic>
      <p:pic>
        <p:nvPicPr>
          <p:cNvPr id="102" name="Google Shape;102;p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399993">
            <a:off x="228596" y="3849600"/>
            <a:ext cx="682333" cy="458200"/>
          </a:xfrm>
          <a:prstGeom prst="rect">
            <a:avLst/>
          </a:prstGeom>
          <a:ln>
            <a:noFill/>
          </a:ln>
        </p:spPr>
      </p:pic>
      <p:pic>
        <p:nvPicPr>
          <p:cNvPr id="103" name="Google Shape;103;p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8">
            <a:off x="11277444" y="1697212"/>
            <a:ext cx="970227" cy="651547"/>
          </a:xfrm>
          <a:prstGeom prst="rect">
            <a:avLst/>
          </a:prstGeom>
          <a:ln>
            <a:noFill/>
          </a:ln>
        </p:spPr>
      </p:pic>
      <p:sp>
        <p:nvSpPr>
          <p:cNvPr id="104" name="Google Shape;104;p7"/>
          <p:cNvSpPr>
            <a:spLocks noGrp="1"/>
          </p:cNvSpPr>
          <p:nvPr>
            <p:ph type="pic" idx="2"/>
          </p:nvPr>
        </p:nvSpPr>
        <p:spPr>
          <a:xfrm>
            <a:off x="7303441" y="1923184"/>
            <a:ext cx="3011600" cy="3011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107" name="Google Shape;107;p8"/>
          <p:cNvSpPr>
            <a:spLocks noGrp="1"/>
          </p:cNvSpPr>
          <p:nvPr/>
        </p:nvSpPr>
        <p:spPr>
          <a:xfrm>
            <a:off x="11148720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8" name="Google Shape;108;p8"/>
          <p:cNvSpPr>
            <a:spLocks noGrp="1"/>
          </p:cNvSpPr>
          <p:nvPr/>
        </p:nvSpPr>
        <p:spPr>
          <a:xfrm>
            <a:off x="11656720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Google Shape;110;p8"/>
          <p:cNvSpPr>
            <a:spLocks noGrp="1"/>
          </p:cNvSpPr>
          <p:nvPr/>
        </p:nvSpPr>
        <p:spPr>
          <a:xfrm>
            <a:off x="21964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1" name="Google Shape;111;p8"/>
          <p:cNvSpPr>
            <a:spLocks noGrp="1"/>
          </p:cNvSpPr>
          <p:nvPr/>
        </p:nvSpPr>
        <p:spPr>
          <a:xfrm>
            <a:off x="72764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Google Shape;112;p8"/>
          <p:cNvSpPr>
            <a:spLocks noGrp="1"/>
          </p:cNvSpPr>
          <p:nvPr>
            <p:ph type="title"/>
          </p:nvPr>
        </p:nvSpPr>
        <p:spPr>
          <a:xfrm>
            <a:off x="1707000" y="1976400"/>
            <a:ext cx="8778000" cy="2905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pic>
        <p:nvPicPr>
          <p:cNvPr id="113" name="Google Shape;113;p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599936">
            <a:off x="244077" y="484195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114" name="Google Shape;114;p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530706">
            <a:off x="269933" y="1500561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115" name="Google Shape;115;p8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525197" y="29333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116" name="Google Shape;116;p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1993" y="5692623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117" name="Google Shape;117;p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169293">
            <a:off x="11322037" y="5136851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118" name="Google Shape;118;p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900002">
            <a:off x="11520411" y="3897167"/>
            <a:ext cx="396433" cy="396433"/>
          </a:xfrm>
          <a:prstGeom prst="rect">
            <a:avLst/>
          </a:prstGeom>
          <a:ln>
            <a:noFill/>
          </a:ln>
        </p:spPr>
      </p:pic>
      <p:sp>
        <p:nvSpPr>
          <p:cNvPr id="120" name="Google Shape;120;p8"/>
          <p:cNvSpPr>
            <a:spLocks noGrp="1"/>
          </p:cNvSpPr>
          <p:nvPr/>
        </p:nvSpPr>
        <p:spPr>
          <a:xfrm flipH="1">
            <a:off x="10324880" y="1647496"/>
            <a:ext cx="1453549" cy="72703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69506" y="116517"/>
                </a:moveTo>
                <a:lnTo>
                  <a:pt x="269915" y="116568"/>
                </a:lnTo>
                <a:lnTo>
                  <a:pt x="270324" y="116619"/>
                </a:lnTo>
                <a:lnTo>
                  <a:pt x="270732" y="116772"/>
                </a:lnTo>
                <a:lnTo>
                  <a:pt x="271141" y="116874"/>
                </a:lnTo>
                <a:lnTo>
                  <a:pt x="271550" y="117078"/>
                </a:lnTo>
                <a:lnTo>
                  <a:pt x="271907" y="117283"/>
                </a:lnTo>
                <a:lnTo>
                  <a:pt x="272316" y="117538"/>
                </a:lnTo>
                <a:lnTo>
                  <a:pt x="272878" y="117998"/>
                </a:lnTo>
                <a:lnTo>
                  <a:pt x="273389" y="118509"/>
                </a:lnTo>
                <a:lnTo>
                  <a:pt x="273797" y="119071"/>
                </a:lnTo>
                <a:lnTo>
                  <a:pt x="274155" y="119684"/>
                </a:lnTo>
                <a:lnTo>
                  <a:pt x="274257" y="119990"/>
                </a:lnTo>
                <a:lnTo>
                  <a:pt x="274359" y="120297"/>
                </a:lnTo>
                <a:lnTo>
                  <a:pt x="274410" y="120603"/>
                </a:lnTo>
                <a:lnTo>
                  <a:pt x="274410" y="120910"/>
                </a:lnTo>
                <a:lnTo>
                  <a:pt x="274410" y="121165"/>
                </a:lnTo>
                <a:lnTo>
                  <a:pt x="274410" y="121420"/>
                </a:lnTo>
                <a:lnTo>
                  <a:pt x="274308" y="121676"/>
                </a:lnTo>
                <a:lnTo>
                  <a:pt x="274206" y="121931"/>
                </a:lnTo>
                <a:lnTo>
                  <a:pt x="274053" y="122187"/>
                </a:lnTo>
                <a:lnTo>
                  <a:pt x="273899" y="122442"/>
                </a:lnTo>
                <a:lnTo>
                  <a:pt x="273695" y="122646"/>
                </a:lnTo>
                <a:lnTo>
                  <a:pt x="273440" y="122851"/>
                </a:lnTo>
                <a:lnTo>
                  <a:pt x="273133" y="123004"/>
                </a:lnTo>
                <a:lnTo>
                  <a:pt x="272827" y="123106"/>
                </a:lnTo>
                <a:lnTo>
                  <a:pt x="272469" y="123208"/>
                </a:lnTo>
                <a:lnTo>
                  <a:pt x="272060" y="123259"/>
                </a:lnTo>
                <a:lnTo>
                  <a:pt x="271703" y="123259"/>
                </a:lnTo>
                <a:lnTo>
                  <a:pt x="271294" y="123208"/>
                </a:lnTo>
                <a:lnTo>
                  <a:pt x="270937" y="123157"/>
                </a:lnTo>
                <a:lnTo>
                  <a:pt x="270579" y="123055"/>
                </a:lnTo>
                <a:lnTo>
                  <a:pt x="269813" y="122800"/>
                </a:lnTo>
                <a:lnTo>
                  <a:pt x="269149" y="122391"/>
                </a:lnTo>
                <a:lnTo>
                  <a:pt x="268485" y="121931"/>
                </a:lnTo>
                <a:lnTo>
                  <a:pt x="267872" y="121369"/>
                </a:lnTo>
                <a:lnTo>
                  <a:pt x="267412" y="120756"/>
                </a:lnTo>
                <a:lnTo>
                  <a:pt x="267208" y="120450"/>
                </a:lnTo>
                <a:lnTo>
                  <a:pt x="267054" y="120092"/>
                </a:lnTo>
                <a:lnTo>
                  <a:pt x="266901" y="119735"/>
                </a:lnTo>
                <a:lnTo>
                  <a:pt x="266799" y="119428"/>
                </a:lnTo>
                <a:lnTo>
                  <a:pt x="266748" y="119071"/>
                </a:lnTo>
                <a:lnTo>
                  <a:pt x="266748" y="118764"/>
                </a:lnTo>
                <a:lnTo>
                  <a:pt x="266748" y="118458"/>
                </a:lnTo>
                <a:lnTo>
                  <a:pt x="266799" y="118202"/>
                </a:lnTo>
                <a:lnTo>
                  <a:pt x="266901" y="117896"/>
                </a:lnTo>
                <a:lnTo>
                  <a:pt x="267054" y="117640"/>
                </a:lnTo>
                <a:lnTo>
                  <a:pt x="267208" y="117436"/>
                </a:lnTo>
                <a:lnTo>
                  <a:pt x="267361" y="117232"/>
                </a:lnTo>
                <a:lnTo>
                  <a:pt x="267616" y="117027"/>
                </a:lnTo>
                <a:lnTo>
                  <a:pt x="267821" y="116874"/>
                </a:lnTo>
                <a:lnTo>
                  <a:pt x="268127" y="116772"/>
                </a:lnTo>
                <a:lnTo>
                  <a:pt x="268434" y="116670"/>
                </a:lnTo>
                <a:lnTo>
                  <a:pt x="268740" y="116568"/>
                </a:lnTo>
                <a:lnTo>
                  <a:pt x="269098" y="116517"/>
                </a:lnTo>
                <a:close/>
                <a:moveTo>
                  <a:pt x="221745" y="0"/>
                </a:move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1" name="Google Shape;121;p8"/>
          <p:cNvSpPr>
            <a:spLocks noGrp="1"/>
          </p:cNvSpPr>
          <p:nvPr/>
        </p:nvSpPr>
        <p:spPr>
          <a:xfrm flipH="1">
            <a:off x="10324880" y="1647496"/>
            <a:ext cx="1453549" cy="72703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84116" y="120603"/>
                </a:moveTo>
                <a:lnTo>
                  <a:pt x="234720" y="8122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lnTo>
                  <a:pt x="221745" y="0"/>
                </a:lnTo>
                <a:lnTo>
                  <a:pt x="6181" y="12617"/>
                </a:ln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Google Shape;122;p8"/>
          <p:cNvSpPr>
            <a:spLocks noGrp="1"/>
          </p:cNvSpPr>
          <p:nvPr/>
        </p:nvSpPr>
        <p:spPr>
          <a:xfrm flipH="1">
            <a:off x="8964104" y="2241887"/>
            <a:ext cx="39096" cy="34403"/>
          </a:xfrm>
          <a:custGeom>
            <a:avLst/>
            <a:gdLst/>
            <a:ahLst/>
            <a:cxnLst/>
            <a:rect l="l" t="t" r="r" b="b"/>
            <a:pathLst>
              <a:path w="7664" h="6744">
                <a:moveTo>
                  <a:pt x="7459" y="5415"/>
                </a:moveTo>
                <a:lnTo>
                  <a:pt x="7459" y="5415"/>
                </a:lnTo>
                <a:lnTo>
                  <a:pt x="7306" y="5671"/>
                </a:lnTo>
                <a:lnTo>
                  <a:pt x="7152" y="5926"/>
                </a:lnTo>
                <a:lnTo>
                  <a:pt x="6948" y="6130"/>
                </a:lnTo>
                <a:lnTo>
                  <a:pt x="6693" y="6335"/>
                </a:lnTo>
                <a:lnTo>
                  <a:pt x="6386" y="6488"/>
                </a:lnTo>
                <a:lnTo>
                  <a:pt x="6080" y="6590"/>
                </a:lnTo>
                <a:lnTo>
                  <a:pt x="5722" y="6692"/>
                </a:lnTo>
                <a:lnTo>
                  <a:pt x="5313" y="6743"/>
                </a:lnTo>
                <a:lnTo>
                  <a:pt x="5313" y="6743"/>
                </a:lnTo>
                <a:lnTo>
                  <a:pt x="4956" y="6743"/>
                </a:lnTo>
                <a:lnTo>
                  <a:pt x="4547" y="6692"/>
                </a:lnTo>
                <a:lnTo>
                  <a:pt x="4190" y="6641"/>
                </a:lnTo>
                <a:lnTo>
                  <a:pt x="3832" y="6539"/>
                </a:lnTo>
                <a:lnTo>
                  <a:pt x="3066" y="6284"/>
                </a:lnTo>
                <a:lnTo>
                  <a:pt x="2402" y="5875"/>
                </a:lnTo>
                <a:lnTo>
                  <a:pt x="1738" y="5415"/>
                </a:lnTo>
                <a:lnTo>
                  <a:pt x="1125" y="4853"/>
                </a:lnTo>
                <a:lnTo>
                  <a:pt x="665" y="4240"/>
                </a:lnTo>
                <a:lnTo>
                  <a:pt x="461" y="3934"/>
                </a:lnTo>
                <a:lnTo>
                  <a:pt x="307" y="3576"/>
                </a:lnTo>
                <a:lnTo>
                  <a:pt x="307" y="3576"/>
                </a:lnTo>
                <a:lnTo>
                  <a:pt x="154" y="3219"/>
                </a:lnTo>
                <a:lnTo>
                  <a:pt x="52" y="2912"/>
                </a:lnTo>
                <a:lnTo>
                  <a:pt x="1" y="2555"/>
                </a:lnTo>
                <a:lnTo>
                  <a:pt x="1" y="2248"/>
                </a:lnTo>
                <a:lnTo>
                  <a:pt x="1" y="1942"/>
                </a:lnTo>
                <a:lnTo>
                  <a:pt x="52" y="1686"/>
                </a:lnTo>
                <a:lnTo>
                  <a:pt x="154" y="1380"/>
                </a:lnTo>
                <a:lnTo>
                  <a:pt x="307" y="1124"/>
                </a:lnTo>
                <a:lnTo>
                  <a:pt x="461" y="920"/>
                </a:lnTo>
                <a:lnTo>
                  <a:pt x="614" y="716"/>
                </a:lnTo>
                <a:lnTo>
                  <a:pt x="869" y="511"/>
                </a:lnTo>
                <a:lnTo>
                  <a:pt x="1074" y="358"/>
                </a:lnTo>
                <a:lnTo>
                  <a:pt x="1380" y="256"/>
                </a:lnTo>
                <a:lnTo>
                  <a:pt x="1687" y="154"/>
                </a:lnTo>
                <a:lnTo>
                  <a:pt x="1993" y="52"/>
                </a:lnTo>
                <a:lnTo>
                  <a:pt x="2351" y="1"/>
                </a:lnTo>
                <a:lnTo>
                  <a:pt x="2351" y="1"/>
                </a:lnTo>
                <a:lnTo>
                  <a:pt x="2759" y="1"/>
                </a:lnTo>
                <a:lnTo>
                  <a:pt x="3168" y="52"/>
                </a:lnTo>
                <a:lnTo>
                  <a:pt x="3577" y="103"/>
                </a:lnTo>
                <a:lnTo>
                  <a:pt x="3985" y="256"/>
                </a:lnTo>
                <a:lnTo>
                  <a:pt x="4394" y="358"/>
                </a:lnTo>
                <a:lnTo>
                  <a:pt x="4803" y="562"/>
                </a:lnTo>
                <a:lnTo>
                  <a:pt x="5160" y="767"/>
                </a:lnTo>
                <a:lnTo>
                  <a:pt x="5569" y="1022"/>
                </a:lnTo>
                <a:lnTo>
                  <a:pt x="5569" y="1022"/>
                </a:lnTo>
                <a:lnTo>
                  <a:pt x="6131" y="1482"/>
                </a:lnTo>
                <a:lnTo>
                  <a:pt x="6642" y="1993"/>
                </a:lnTo>
                <a:lnTo>
                  <a:pt x="7050" y="2555"/>
                </a:lnTo>
                <a:lnTo>
                  <a:pt x="7408" y="3168"/>
                </a:lnTo>
                <a:lnTo>
                  <a:pt x="7408" y="3168"/>
                </a:lnTo>
                <a:lnTo>
                  <a:pt x="7510" y="3474"/>
                </a:lnTo>
                <a:lnTo>
                  <a:pt x="7612" y="3781"/>
                </a:lnTo>
                <a:lnTo>
                  <a:pt x="7663" y="4087"/>
                </a:lnTo>
                <a:lnTo>
                  <a:pt x="7663" y="4394"/>
                </a:lnTo>
                <a:lnTo>
                  <a:pt x="7663" y="4649"/>
                </a:lnTo>
                <a:lnTo>
                  <a:pt x="7663" y="4904"/>
                </a:lnTo>
                <a:lnTo>
                  <a:pt x="7561" y="5160"/>
                </a:lnTo>
                <a:lnTo>
                  <a:pt x="7459" y="5415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3" name="Google Shape;123;p8"/>
          <p:cNvSpPr>
            <a:spLocks noGrp="1"/>
          </p:cNvSpPr>
          <p:nvPr/>
        </p:nvSpPr>
        <p:spPr>
          <a:xfrm flipH="1">
            <a:off x="9426380" y="1824172"/>
            <a:ext cx="291859" cy="255113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4" name="Google Shape;124;p8"/>
          <p:cNvSpPr>
            <a:spLocks noGrp="1"/>
          </p:cNvSpPr>
          <p:nvPr/>
        </p:nvSpPr>
        <p:spPr>
          <a:xfrm flipH="1">
            <a:off x="9426380" y="1824172"/>
            <a:ext cx="291859" cy="255113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9309" y="0"/>
                </a:lnTo>
                <a:lnTo>
                  <a:pt x="17624" y="51"/>
                </a:ln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7903" y="50009"/>
                </a:lnTo>
                <a:lnTo>
                  <a:pt x="39537" y="49958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5" name="Google Shape;125;p8"/>
          <p:cNvSpPr>
            <a:spLocks noGrp="1"/>
          </p:cNvSpPr>
          <p:nvPr/>
        </p:nvSpPr>
        <p:spPr>
          <a:xfrm flipH="1">
            <a:off x="8963839" y="2241887"/>
            <a:ext cx="38831" cy="29969"/>
          </a:xfrm>
          <a:custGeom>
            <a:avLst/>
            <a:gdLst/>
            <a:ahLst/>
            <a:cxnLst/>
            <a:rect l="l" t="t" r="r" b="b"/>
            <a:pathLst>
              <a:path w="7612" h="5875">
                <a:moveTo>
                  <a:pt x="2299" y="1"/>
                </a:moveTo>
                <a:lnTo>
                  <a:pt x="1839" y="52"/>
                </a:lnTo>
                <a:lnTo>
                  <a:pt x="1430" y="154"/>
                </a:lnTo>
                <a:lnTo>
                  <a:pt x="1073" y="358"/>
                </a:lnTo>
                <a:lnTo>
                  <a:pt x="766" y="562"/>
                </a:lnTo>
                <a:lnTo>
                  <a:pt x="511" y="818"/>
                </a:lnTo>
                <a:lnTo>
                  <a:pt x="255" y="1073"/>
                </a:lnTo>
                <a:lnTo>
                  <a:pt x="102" y="1431"/>
                </a:lnTo>
                <a:lnTo>
                  <a:pt x="0" y="1788"/>
                </a:lnTo>
                <a:lnTo>
                  <a:pt x="358" y="1431"/>
                </a:lnTo>
                <a:lnTo>
                  <a:pt x="766" y="1175"/>
                </a:lnTo>
                <a:lnTo>
                  <a:pt x="1277" y="1022"/>
                </a:lnTo>
                <a:lnTo>
                  <a:pt x="1890" y="920"/>
                </a:lnTo>
                <a:lnTo>
                  <a:pt x="2299" y="920"/>
                </a:lnTo>
                <a:lnTo>
                  <a:pt x="2707" y="971"/>
                </a:lnTo>
                <a:lnTo>
                  <a:pt x="3116" y="1022"/>
                </a:lnTo>
                <a:lnTo>
                  <a:pt x="3525" y="1124"/>
                </a:lnTo>
                <a:lnTo>
                  <a:pt x="3933" y="1278"/>
                </a:lnTo>
                <a:lnTo>
                  <a:pt x="4291" y="1482"/>
                </a:lnTo>
                <a:lnTo>
                  <a:pt x="4700" y="1686"/>
                </a:lnTo>
                <a:lnTo>
                  <a:pt x="5057" y="1891"/>
                </a:lnTo>
                <a:lnTo>
                  <a:pt x="5619" y="2350"/>
                </a:lnTo>
                <a:lnTo>
                  <a:pt x="6130" y="2861"/>
                </a:lnTo>
                <a:lnTo>
                  <a:pt x="6590" y="3474"/>
                </a:lnTo>
                <a:lnTo>
                  <a:pt x="6896" y="4087"/>
                </a:lnTo>
                <a:lnTo>
                  <a:pt x="7100" y="4547"/>
                </a:lnTo>
                <a:lnTo>
                  <a:pt x="7151" y="5007"/>
                </a:lnTo>
                <a:lnTo>
                  <a:pt x="7203" y="5415"/>
                </a:lnTo>
                <a:lnTo>
                  <a:pt x="7151" y="5875"/>
                </a:lnTo>
                <a:lnTo>
                  <a:pt x="7305" y="5620"/>
                </a:lnTo>
                <a:lnTo>
                  <a:pt x="7458" y="5415"/>
                </a:lnTo>
                <a:lnTo>
                  <a:pt x="7509" y="5160"/>
                </a:lnTo>
                <a:lnTo>
                  <a:pt x="7611" y="4904"/>
                </a:lnTo>
                <a:lnTo>
                  <a:pt x="7611" y="4649"/>
                </a:lnTo>
                <a:lnTo>
                  <a:pt x="7611" y="4342"/>
                </a:lnTo>
                <a:lnTo>
                  <a:pt x="7560" y="3781"/>
                </a:lnTo>
                <a:lnTo>
                  <a:pt x="7356" y="3168"/>
                </a:lnTo>
                <a:lnTo>
                  <a:pt x="6998" y="2555"/>
                </a:lnTo>
                <a:lnTo>
                  <a:pt x="6590" y="1993"/>
                </a:lnTo>
                <a:lnTo>
                  <a:pt x="6079" y="1482"/>
                </a:lnTo>
                <a:lnTo>
                  <a:pt x="5517" y="1022"/>
                </a:lnTo>
                <a:lnTo>
                  <a:pt x="5108" y="767"/>
                </a:lnTo>
                <a:lnTo>
                  <a:pt x="4751" y="562"/>
                </a:lnTo>
                <a:lnTo>
                  <a:pt x="4342" y="358"/>
                </a:lnTo>
                <a:lnTo>
                  <a:pt x="3933" y="256"/>
                </a:lnTo>
                <a:lnTo>
                  <a:pt x="3525" y="103"/>
                </a:lnTo>
                <a:lnTo>
                  <a:pt x="3116" y="52"/>
                </a:lnTo>
                <a:lnTo>
                  <a:pt x="2707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6" name="Google Shape;126;p8"/>
          <p:cNvSpPr>
            <a:spLocks noGrp="1"/>
          </p:cNvSpPr>
          <p:nvPr/>
        </p:nvSpPr>
        <p:spPr>
          <a:xfrm flipH="1">
            <a:off x="10003840" y="2149119"/>
            <a:ext cx="987365" cy="124304"/>
          </a:xfrm>
          <a:custGeom>
            <a:avLst/>
            <a:gdLst/>
            <a:ahLst/>
            <a:cxnLst/>
            <a:rect l="l" t="t" r="r" b="b"/>
            <a:pathLst>
              <a:path w="193549" h="24367">
                <a:moveTo>
                  <a:pt x="185682" y="1840"/>
                </a:moveTo>
                <a:lnTo>
                  <a:pt x="186193" y="1891"/>
                </a:lnTo>
                <a:lnTo>
                  <a:pt x="186448" y="1993"/>
                </a:lnTo>
                <a:lnTo>
                  <a:pt x="186704" y="2095"/>
                </a:lnTo>
                <a:lnTo>
                  <a:pt x="187214" y="2401"/>
                </a:lnTo>
                <a:lnTo>
                  <a:pt x="187776" y="2912"/>
                </a:lnTo>
                <a:lnTo>
                  <a:pt x="188338" y="3525"/>
                </a:lnTo>
                <a:lnTo>
                  <a:pt x="188900" y="4343"/>
                </a:lnTo>
                <a:lnTo>
                  <a:pt x="189462" y="5415"/>
                </a:lnTo>
                <a:lnTo>
                  <a:pt x="190024" y="6641"/>
                </a:lnTo>
                <a:lnTo>
                  <a:pt x="190586" y="7918"/>
                </a:lnTo>
                <a:lnTo>
                  <a:pt x="190892" y="8991"/>
                </a:lnTo>
                <a:lnTo>
                  <a:pt x="191097" y="9859"/>
                </a:lnTo>
                <a:lnTo>
                  <a:pt x="191097" y="10268"/>
                </a:lnTo>
                <a:lnTo>
                  <a:pt x="191097" y="10574"/>
                </a:lnTo>
                <a:lnTo>
                  <a:pt x="191046" y="10881"/>
                </a:lnTo>
                <a:lnTo>
                  <a:pt x="190995" y="11085"/>
                </a:lnTo>
                <a:lnTo>
                  <a:pt x="190892" y="11290"/>
                </a:lnTo>
                <a:lnTo>
                  <a:pt x="190739" y="11494"/>
                </a:lnTo>
                <a:lnTo>
                  <a:pt x="190586" y="11596"/>
                </a:lnTo>
                <a:lnTo>
                  <a:pt x="190382" y="11698"/>
                </a:lnTo>
                <a:lnTo>
                  <a:pt x="190177" y="11749"/>
                </a:lnTo>
                <a:lnTo>
                  <a:pt x="189922" y="11800"/>
                </a:lnTo>
                <a:lnTo>
                  <a:pt x="189564" y="11800"/>
                </a:lnTo>
                <a:lnTo>
                  <a:pt x="189309" y="11749"/>
                </a:lnTo>
                <a:lnTo>
                  <a:pt x="189053" y="11647"/>
                </a:lnTo>
                <a:lnTo>
                  <a:pt x="188798" y="11545"/>
                </a:lnTo>
                <a:lnTo>
                  <a:pt x="188236" y="11187"/>
                </a:lnTo>
                <a:lnTo>
                  <a:pt x="187725" y="10728"/>
                </a:lnTo>
                <a:lnTo>
                  <a:pt x="187163" y="10064"/>
                </a:lnTo>
                <a:lnTo>
                  <a:pt x="186602" y="9195"/>
                </a:lnTo>
                <a:lnTo>
                  <a:pt x="185989" y="8174"/>
                </a:lnTo>
                <a:lnTo>
                  <a:pt x="185427" y="6897"/>
                </a:lnTo>
                <a:lnTo>
                  <a:pt x="184865" y="5620"/>
                </a:lnTo>
                <a:lnTo>
                  <a:pt x="184558" y="4547"/>
                </a:lnTo>
                <a:lnTo>
                  <a:pt x="184405" y="3678"/>
                </a:lnTo>
                <a:lnTo>
                  <a:pt x="184354" y="3321"/>
                </a:lnTo>
                <a:lnTo>
                  <a:pt x="184354" y="3014"/>
                </a:lnTo>
                <a:lnTo>
                  <a:pt x="184405" y="2759"/>
                </a:lnTo>
                <a:lnTo>
                  <a:pt x="184507" y="2504"/>
                </a:lnTo>
                <a:lnTo>
                  <a:pt x="184609" y="2299"/>
                </a:lnTo>
                <a:lnTo>
                  <a:pt x="184763" y="2146"/>
                </a:lnTo>
                <a:lnTo>
                  <a:pt x="184916" y="2044"/>
                </a:lnTo>
                <a:lnTo>
                  <a:pt x="185120" y="1942"/>
                </a:lnTo>
                <a:lnTo>
                  <a:pt x="185324" y="1891"/>
                </a:lnTo>
                <a:lnTo>
                  <a:pt x="185580" y="1840"/>
                </a:lnTo>
                <a:close/>
                <a:moveTo>
                  <a:pt x="174444" y="2504"/>
                </a:moveTo>
                <a:lnTo>
                  <a:pt x="174955" y="2555"/>
                </a:lnTo>
                <a:lnTo>
                  <a:pt x="175466" y="2759"/>
                </a:lnTo>
                <a:lnTo>
                  <a:pt x="175977" y="3065"/>
                </a:lnTo>
                <a:lnTo>
                  <a:pt x="176538" y="3576"/>
                </a:lnTo>
                <a:lnTo>
                  <a:pt x="177049" y="4189"/>
                </a:lnTo>
                <a:lnTo>
                  <a:pt x="177611" y="5007"/>
                </a:lnTo>
                <a:lnTo>
                  <a:pt x="178224" y="6028"/>
                </a:lnTo>
                <a:lnTo>
                  <a:pt x="178786" y="7305"/>
                </a:lnTo>
                <a:lnTo>
                  <a:pt x="179297" y="8582"/>
                </a:lnTo>
                <a:lnTo>
                  <a:pt x="179654" y="9655"/>
                </a:lnTo>
                <a:lnTo>
                  <a:pt x="179808" y="10523"/>
                </a:lnTo>
                <a:lnTo>
                  <a:pt x="179859" y="10932"/>
                </a:lnTo>
                <a:lnTo>
                  <a:pt x="179859" y="11239"/>
                </a:lnTo>
                <a:lnTo>
                  <a:pt x="179808" y="11545"/>
                </a:lnTo>
                <a:lnTo>
                  <a:pt x="179757" y="11749"/>
                </a:lnTo>
                <a:lnTo>
                  <a:pt x="179654" y="11954"/>
                </a:lnTo>
                <a:lnTo>
                  <a:pt x="179501" y="12158"/>
                </a:lnTo>
                <a:lnTo>
                  <a:pt x="179348" y="12260"/>
                </a:lnTo>
                <a:lnTo>
                  <a:pt x="179144" y="12362"/>
                </a:lnTo>
                <a:lnTo>
                  <a:pt x="178939" y="12413"/>
                </a:lnTo>
                <a:lnTo>
                  <a:pt x="178684" y="12464"/>
                </a:lnTo>
                <a:lnTo>
                  <a:pt x="178326" y="12464"/>
                </a:lnTo>
                <a:lnTo>
                  <a:pt x="178071" y="12413"/>
                </a:lnTo>
                <a:lnTo>
                  <a:pt x="177815" y="12311"/>
                </a:lnTo>
                <a:lnTo>
                  <a:pt x="177560" y="12209"/>
                </a:lnTo>
                <a:lnTo>
                  <a:pt x="176998" y="11851"/>
                </a:lnTo>
                <a:lnTo>
                  <a:pt x="176436" y="11392"/>
                </a:lnTo>
                <a:lnTo>
                  <a:pt x="175874" y="10677"/>
                </a:lnTo>
                <a:lnTo>
                  <a:pt x="175313" y="9859"/>
                </a:lnTo>
                <a:lnTo>
                  <a:pt x="174751" y="8787"/>
                </a:lnTo>
                <a:lnTo>
                  <a:pt x="174138" y="7561"/>
                </a:lnTo>
                <a:lnTo>
                  <a:pt x="173627" y="6284"/>
                </a:lnTo>
                <a:lnTo>
                  <a:pt x="173269" y="5211"/>
                </a:lnTo>
                <a:lnTo>
                  <a:pt x="173167" y="4751"/>
                </a:lnTo>
                <a:lnTo>
                  <a:pt x="173116" y="4343"/>
                </a:lnTo>
                <a:lnTo>
                  <a:pt x="173116" y="3985"/>
                </a:lnTo>
                <a:lnTo>
                  <a:pt x="173116" y="3678"/>
                </a:lnTo>
                <a:lnTo>
                  <a:pt x="173167" y="3423"/>
                </a:lnTo>
                <a:lnTo>
                  <a:pt x="173218" y="3168"/>
                </a:lnTo>
                <a:lnTo>
                  <a:pt x="173371" y="2963"/>
                </a:lnTo>
                <a:lnTo>
                  <a:pt x="173474" y="2810"/>
                </a:lnTo>
                <a:lnTo>
                  <a:pt x="173678" y="2708"/>
                </a:lnTo>
                <a:lnTo>
                  <a:pt x="173882" y="2606"/>
                </a:lnTo>
                <a:lnTo>
                  <a:pt x="174087" y="2555"/>
                </a:lnTo>
                <a:lnTo>
                  <a:pt x="174342" y="2504"/>
                </a:lnTo>
                <a:close/>
                <a:moveTo>
                  <a:pt x="163206" y="3168"/>
                </a:moveTo>
                <a:lnTo>
                  <a:pt x="163717" y="3219"/>
                </a:lnTo>
                <a:lnTo>
                  <a:pt x="163972" y="3321"/>
                </a:lnTo>
                <a:lnTo>
                  <a:pt x="164228" y="3423"/>
                </a:lnTo>
                <a:lnTo>
                  <a:pt x="164739" y="3730"/>
                </a:lnTo>
                <a:lnTo>
                  <a:pt x="165301" y="4189"/>
                </a:lnTo>
                <a:lnTo>
                  <a:pt x="165811" y="4853"/>
                </a:lnTo>
                <a:lnTo>
                  <a:pt x="166373" y="5671"/>
                </a:lnTo>
                <a:lnTo>
                  <a:pt x="166986" y="6692"/>
                </a:lnTo>
                <a:lnTo>
                  <a:pt x="167548" y="7969"/>
                </a:lnTo>
                <a:lnTo>
                  <a:pt x="168059" y="9246"/>
                </a:lnTo>
                <a:lnTo>
                  <a:pt x="168416" y="10319"/>
                </a:lnTo>
                <a:lnTo>
                  <a:pt x="168570" y="11187"/>
                </a:lnTo>
                <a:lnTo>
                  <a:pt x="168621" y="11596"/>
                </a:lnTo>
                <a:lnTo>
                  <a:pt x="168621" y="11903"/>
                </a:lnTo>
                <a:lnTo>
                  <a:pt x="168570" y="12209"/>
                </a:lnTo>
                <a:lnTo>
                  <a:pt x="168519" y="12413"/>
                </a:lnTo>
                <a:lnTo>
                  <a:pt x="168365" y="12618"/>
                </a:lnTo>
                <a:lnTo>
                  <a:pt x="168263" y="12822"/>
                </a:lnTo>
                <a:lnTo>
                  <a:pt x="168059" y="12924"/>
                </a:lnTo>
                <a:lnTo>
                  <a:pt x="167906" y="13026"/>
                </a:lnTo>
                <a:lnTo>
                  <a:pt x="167650" y="13077"/>
                </a:lnTo>
                <a:lnTo>
                  <a:pt x="167446" y="13129"/>
                </a:lnTo>
                <a:lnTo>
                  <a:pt x="167293" y="13129"/>
                </a:lnTo>
                <a:lnTo>
                  <a:pt x="167037" y="13077"/>
                </a:lnTo>
                <a:lnTo>
                  <a:pt x="166782" y="13077"/>
                </a:lnTo>
                <a:lnTo>
                  <a:pt x="166526" y="12975"/>
                </a:lnTo>
                <a:lnTo>
                  <a:pt x="166271" y="12873"/>
                </a:lnTo>
                <a:lnTo>
                  <a:pt x="165760" y="12516"/>
                </a:lnTo>
                <a:lnTo>
                  <a:pt x="165198" y="12005"/>
                </a:lnTo>
                <a:lnTo>
                  <a:pt x="164636" y="11341"/>
                </a:lnTo>
                <a:lnTo>
                  <a:pt x="164075" y="10523"/>
                </a:lnTo>
                <a:lnTo>
                  <a:pt x="163513" y="9451"/>
                </a:lnTo>
                <a:lnTo>
                  <a:pt x="162900" y="8225"/>
                </a:lnTo>
                <a:lnTo>
                  <a:pt x="162389" y="6948"/>
                </a:lnTo>
                <a:lnTo>
                  <a:pt x="162031" y="5875"/>
                </a:lnTo>
                <a:lnTo>
                  <a:pt x="161878" y="5007"/>
                </a:lnTo>
                <a:lnTo>
                  <a:pt x="161878" y="4649"/>
                </a:lnTo>
                <a:lnTo>
                  <a:pt x="161878" y="4343"/>
                </a:lnTo>
                <a:lnTo>
                  <a:pt x="161929" y="4087"/>
                </a:lnTo>
                <a:lnTo>
                  <a:pt x="161980" y="3832"/>
                </a:lnTo>
                <a:lnTo>
                  <a:pt x="162082" y="3627"/>
                </a:lnTo>
                <a:lnTo>
                  <a:pt x="162236" y="3474"/>
                </a:lnTo>
                <a:lnTo>
                  <a:pt x="162389" y="3372"/>
                </a:lnTo>
                <a:lnTo>
                  <a:pt x="162593" y="3270"/>
                </a:lnTo>
                <a:lnTo>
                  <a:pt x="162798" y="3219"/>
                </a:lnTo>
                <a:lnTo>
                  <a:pt x="163053" y="3168"/>
                </a:lnTo>
                <a:close/>
                <a:moveTo>
                  <a:pt x="184763" y="1"/>
                </a:moveTo>
                <a:lnTo>
                  <a:pt x="184201" y="52"/>
                </a:lnTo>
                <a:lnTo>
                  <a:pt x="183741" y="154"/>
                </a:lnTo>
                <a:lnTo>
                  <a:pt x="183332" y="307"/>
                </a:lnTo>
                <a:lnTo>
                  <a:pt x="182975" y="511"/>
                </a:lnTo>
                <a:lnTo>
                  <a:pt x="182668" y="818"/>
                </a:lnTo>
                <a:lnTo>
                  <a:pt x="182413" y="1124"/>
                </a:lnTo>
                <a:lnTo>
                  <a:pt x="182209" y="1482"/>
                </a:lnTo>
                <a:lnTo>
                  <a:pt x="182055" y="1891"/>
                </a:lnTo>
                <a:lnTo>
                  <a:pt x="181953" y="2401"/>
                </a:lnTo>
                <a:lnTo>
                  <a:pt x="181902" y="2912"/>
                </a:lnTo>
                <a:lnTo>
                  <a:pt x="181953" y="3474"/>
                </a:lnTo>
                <a:lnTo>
                  <a:pt x="182055" y="4087"/>
                </a:lnTo>
                <a:lnTo>
                  <a:pt x="182157" y="4751"/>
                </a:lnTo>
                <a:lnTo>
                  <a:pt x="182362" y="5466"/>
                </a:lnTo>
                <a:lnTo>
                  <a:pt x="182668" y="6233"/>
                </a:lnTo>
                <a:lnTo>
                  <a:pt x="182975" y="7050"/>
                </a:lnTo>
                <a:lnTo>
                  <a:pt x="183332" y="7816"/>
                </a:lnTo>
                <a:lnTo>
                  <a:pt x="183741" y="8582"/>
                </a:lnTo>
                <a:lnTo>
                  <a:pt x="184150" y="9246"/>
                </a:lnTo>
                <a:lnTo>
                  <a:pt x="184558" y="9910"/>
                </a:lnTo>
                <a:lnTo>
                  <a:pt x="185018" y="10472"/>
                </a:lnTo>
                <a:lnTo>
                  <a:pt x="185427" y="11034"/>
                </a:lnTo>
                <a:lnTo>
                  <a:pt x="185886" y="11545"/>
                </a:lnTo>
                <a:lnTo>
                  <a:pt x="186397" y="11954"/>
                </a:lnTo>
                <a:lnTo>
                  <a:pt x="186857" y="12362"/>
                </a:lnTo>
                <a:lnTo>
                  <a:pt x="187368" y="12720"/>
                </a:lnTo>
                <a:lnTo>
                  <a:pt x="187879" y="13026"/>
                </a:lnTo>
                <a:lnTo>
                  <a:pt x="188389" y="13231"/>
                </a:lnTo>
                <a:lnTo>
                  <a:pt x="188900" y="13435"/>
                </a:lnTo>
                <a:lnTo>
                  <a:pt x="189411" y="13588"/>
                </a:lnTo>
                <a:lnTo>
                  <a:pt x="189922" y="13639"/>
                </a:lnTo>
                <a:lnTo>
                  <a:pt x="190433" y="13690"/>
                </a:lnTo>
                <a:lnTo>
                  <a:pt x="190739" y="13690"/>
                </a:lnTo>
                <a:lnTo>
                  <a:pt x="191250" y="13588"/>
                </a:lnTo>
                <a:lnTo>
                  <a:pt x="191710" y="13486"/>
                </a:lnTo>
                <a:lnTo>
                  <a:pt x="192169" y="13333"/>
                </a:lnTo>
                <a:lnTo>
                  <a:pt x="192527" y="13077"/>
                </a:lnTo>
                <a:lnTo>
                  <a:pt x="192833" y="12822"/>
                </a:lnTo>
                <a:lnTo>
                  <a:pt x="193089" y="12516"/>
                </a:lnTo>
                <a:lnTo>
                  <a:pt x="193293" y="12107"/>
                </a:lnTo>
                <a:lnTo>
                  <a:pt x="193446" y="11698"/>
                </a:lnTo>
                <a:lnTo>
                  <a:pt x="193498" y="11187"/>
                </a:lnTo>
                <a:lnTo>
                  <a:pt x="193549" y="10677"/>
                </a:lnTo>
                <a:lnTo>
                  <a:pt x="193498" y="10115"/>
                </a:lnTo>
                <a:lnTo>
                  <a:pt x="193446" y="9451"/>
                </a:lnTo>
                <a:lnTo>
                  <a:pt x="193293" y="8787"/>
                </a:lnTo>
                <a:lnTo>
                  <a:pt x="193089" y="8071"/>
                </a:lnTo>
                <a:lnTo>
                  <a:pt x="192782" y="7305"/>
                </a:lnTo>
                <a:lnTo>
                  <a:pt x="192476" y="6488"/>
                </a:lnTo>
                <a:lnTo>
                  <a:pt x="192118" y="5722"/>
                </a:lnTo>
                <a:lnTo>
                  <a:pt x="191710" y="4955"/>
                </a:lnTo>
                <a:lnTo>
                  <a:pt x="191301" y="4291"/>
                </a:lnTo>
                <a:lnTo>
                  <a:pt x="190892" y="3678"/>
                </a:lnTo>
                <a:lnTo>
                  <a:pt x="190484" y="3065"/>
                </a:lnTo>
                <a:lnTo>
                  <a:pt x="190024" y="2555"/>
                </a:lnTo>
                <a:lnTo>
                  <a:pt x="189564" y="2044"/>
                </a:lnTo>
                <a:lnTo>
                  <a:pt x="189105" y="1635"/>
                </a:lnTo>
                <a:lnTo>
                  <a:pt x="188594" y="1227"/>
                </a:lnTo>
                <a:lnTo>
                  <a:pt x="188134" y="920"/>
                </a:lnTo>
                <a:lnTo>
                  <a:pt x="187623" y="614"/>
                </a:lnTo>
                <a:lnTo>
                  <a:pt x="187112" y="409"/>
                </a:lnTo>
                <a:lnTo>
                  <a:pt x="186602" y="205"/>
                </a:lnTo>
                <a:lnTo>
                  <a:pt x="186091" y="103"/>
                </a:lnTo>
                <a:lnTo>
                  <a:pt x="185580" y="1"/>
                </a:lnTo>
                <a:close/>
                <a:moveTo>
                  <a:pt x="151917" y="3832"/>
                </a:moveTo>
                <a:lnTo>
                  <a:pt x="152428" y="3883"/>
                </a:lnTo>
                <a:lnTo>
                  <a:pt x="152683" y="3985"/>
                </a:lnTo>
                <a:lnTo>
                  <a:pt x="152939" y="4087"/>
                </a:lnTo>
                <a:lnTo>
                  <a:pt x="153501" y="4394"/>
                </a:lnTo>
                <a:lnTo>
                  <a:pt x="154012" y="4853"/>
                </a:lnTo>
                <a:lnTo>
                  <a:pt x="154573" y="5517"/>
                </a:lnTo>
                <a:lnTo>
                  <a:pt x="155135" y="6335"/>
                </a:lnTo>
                <a:lnTo>
                  <a:pt x="155697" y="7356"/>
                </a:lnTo>
                <a:lnTo>
                  <a:pt x="156310" y="8633"/>
                </a:lnTo>
                <a:lnTo>
                  <a:pt x="156821" y="9910"/>
                </a:lnTo>
                <a:lnTo>
                  <a:pt x="157179" y="10983"/>
                </a:lnTo>
                <a:lnTo>
                  <a:pt x="157332" y="11851"/>
                </a:lnTo>
                <a:lnTo>
                  <a:pt x="157383" y="12209"/>
                </a:lnTo>
                <a:lnTo>
                  <a:pt x="157332" y="12567"/>
                </a:lnTo>
                <a:lnTo>
                  <a:pt x="157332" y="12822"/>
                </a:lnTo>
                <a:lnTo>
                  <a:pt x="157230" y="13077"/>
                </a:lnTo>
                <a:lnTo>
                  <a:pt x="157127" y="13282"/>
                </a:lnTo>
                <a:lnTo>
                  <a:pt x="156974" y="13435"/>
                </a:lnTo>
                <a:lnTo>
                  <a:pt x="156821" y="13588"/>
                </a:lnTo>
                <a:lnTo>
                  <a:pt x="156617" y="13690"/>
                </a:lnTo>
                <a:lnTo>
                  <a:pt x="156412" y="13741"/>
                </a:lnTo>
                <a:lnTo>
                  <a:pt x="156157" y="13793"/>
                </a:lnTo>
                <a:lnTo>
                  <a:pt x="156055" y="13793"/>
                </a:lnTo>
                <a:lnTo>
                  <a:pt x="155799" y="13741"/>
                </a:lnTo>
                <a:lnTo>
                  <a:pt x="155544" y="13690"/>
                </a:lnTo>
                <a:lnTo>
                  <a:pt x="155289" y="13639"/>
                </a:lnTo>
                <a:lnTo>
                  <a:pt x="155033" y="13537"/>
                </a:lnTo>
                <a:lnTo>
                  <a:pt x="154522" y="13180"/>
                </a:lnTo>
                <a:lnTo>
                  <a:pt x="153960" y="12669"/>
                </a:lnTo>
                <a:lnTo>
                  <a:pt x="153399" y="12005"/>
                </a:lnTo>
                <a:lnTo>
                  <a:pt x="152837" y="11187"/>
                </a:lnTo>
                <a:lnTo>
                  <a:pt x="152224" y="10115"/>
                </a:lnTo>
                <a:lnTo>
                  <a:pt x="151662" y="8889"/>
                </a:lnTo>
                <a:lnTo>
                  <a:pt x="151151" y="7612"/>
                </a:lnTo>
                <a:lnTo>
                  <a:pt x="150793" y="6539"/>
                </a:lnTo>
                <a:lnTo>
                  <a:pt x="150640" y="5671"/>
                </a:lnTo>
                <a:lnTo>
                  <a:pt x="150589" y="5313"/>
                </a:lnTo>
                <a:lnTo>
                  <a:pt x="150589" y="5007"/>
                </a:lnTo>
                <a:lnTo>
                  <a:pt x="150640" y="4700"/>
                </a:lnTo>
                <a:lnTo>
                  <a:pt x="150742" y="4496"/>
                </a:lnTo>
                <a:lnTo>
                  <a:pt x="150844" y="4291"/>
                </a:lnTo>
                <a:lnTo>
                  <a:pt x="150998" y="4138"/>
                </a:lnTo>
                <a:lnTo>
                  <a:pt x="151151" y="4036"/>
                </a:lnTo>
                <a:lnTo>
                  <a:pt x="151355" y="3934"/>
                </a:lnTo>
                <a:lnTo>
                  <a:pt x="151560" y="3883"/>
                </a:lnTo>
                <a:lnTo>
                  <a:pt x="151815" y="3832"/>
                </a:lnTo>
                <a:close/>
                <a:moveTo>
                  <a:pt x="173780" y="614"/>
                </a:moveTo>
                <a:lnTo>
                  <a:pt x="173474" y="665"/>
                </a:lnTo>
                <a:lnTo>
                  <a:pt x="172963" y="716"/>
                </a:lnTo>
                <a:lnTo>
                  <a:pt x="172503" y="818"/>
                </a:lnTo>
                <a:lnTo>
                  <a:pt x="172094" y="971"/>
                </a:lnTo>
                <a:lnTo>
                  <a:pt x="171737" y="1175"/>
                </a:lnTo>
                <a:lnTo>
                  <a:pt x="171430" y="1482"/>
                </a:lnTo>
                <a:lnTo>
                  <a:pt x="171175" y="1788"/>
                </a:lnTo>
                <a:lnTo>
                  <a:pt x="170971" y="2146"/>
                </a:lnTo>
                <a:lnTo>
                  <a:pt x="170817" y="2555"/>
                </a:lnTo>
                <a:lnTo>
                  <a:pt x="170715" y="3065"/>
                </a:lnTo>
                <a:lnTo>
                  <a:pt x="170664" y="3576"/>
                </a:lnTo>
                <a:lnTo>
                  <a:pt x="170715" y="4138"/>
                </a:lnTo>
                <a:lnTo>
                  <a:pt x="170766" y="4751"/>
                </a:lnTo>
                <a:lnTo>
                  <a:pt x="170919" y="5415"/>
                </a:lnTo>
                <a:lnTo>
                  <a:pt x="171124" y="6130"/>
                </a:lnTo>
                <a:lnTo>
                  <a:pt x="171379" y="6897"/>
                </a:lnTo>
                <a:lnTo>
                  <a:pt x="171737" y="7714"/>
                </a:lnTo>
                <a:lnTo>
                  <a:pt x="172094" y="8480"/>
                </a:lnTo>
                <a:lnTo>
                  <a:pt x="172503" y="9246"/>
                </a:lnTo>
                <a:lnTo>
                  <a:pt x="172912" y="9910"/>
                </a:lnTo>
                <a:lnTo>
                  <a:pt x="173320" y="10574"/>
                </a:lnTo>
                <a:lnTo>
                  <a:pt x="173729" y="11136"/>
                </a:lnTo>
                <a:lnTo>
                  <a:pt x="174189" y="11698"/>
                </a:lnTo>
                <a:lnTo>
                  <a:pt x="174648" y="12209"/>
                </a:lnTo>
                <a:lnTo>
                  <a:pt x="175159" y="12618"/>
                </a:lnTo>
                <a:lnTo>
                  <a:pt x="175619" y="13026"/>
                </a:lnTo>
                <a:lnTo>
                  <a:pt x="176130" y="13384"/>
                </a:lnTo>
                <a:lnTo>
                  <a:pt x="176641" y="13690"/>
                </a:lnTo>
                <a:lnTo>
                  <a:pt x="177151" y="13895"/>
                </a:lnTo>
                <a:lnTo>
                  <a:pt x="177662" y="14099"/>
                </a:lnTo>
                <a:lnTo>
                  <a:pt x="178173" y="14252"/>
                </a:lnTo>
                <a:lnTo>
                  <a:pt x="178684" y="14303"/>
                </a:lnTo>
                <a:lnTo>
                  <a:pt x="179195" y="14354"/>
                </a:lnTo>
                <a:lnTo>
                  <a:pt x="179501" y="14303"/>
                </a:lnTo>
                <a:lnTo>
                  <a:pt x="180012" y="14252"/>
                </a:lnTo>
                <a:lnTo>
                  <a:pt x="180472" y="14150"/>
                </a:lnTo>
                <a:lnTo>
                  <a:pt x="180931" y="13997"/>
                </a:lnTo>
                <a:lnTo>
                  <a:pt x="181289" y="13741"/>
                </a:lnTo>
                <a:lnTo>
                  <a:pt x="181596" y="13486"/>
                </a:lnTo>
                <a:lnTo>
                  <a:pt x="181851" y="13180"/>
                </a:lnTo>
                <a:lnTo>
                  <a:pt x="182055" y="12771"/>
                </a:lnTo>
                <a:lnTo>
                  <a:pt x="182157" y="12362"/>
                </a:lnTo>
                <a:lnTo>
                  <a:pt x="182260" y="11851"/>
                </a:lnTo>
                <a:lnTo>
                  <a:pt x="182311" y="11341"/>
                </a:lnTo>
                <a:lnTo>
                  <a:pt x="182260" y="10779"/>
                </a:lnTo>
                <a:lnTo>
                  <a:pt x="182157" y="10115"/>
                </a:lnTo>
                <a:lnTo>
                  <a:pt x="182004" y="9451"/>
                </a:lnTo>
                <a:lnTo>
                  <a:pt x="181800" y="8736"/>
                </a:lnTo>
                <a:lnTo>
                  <a:pt x="181544" y="7969"/>
                </a:lnTo>
                <a:lnTo>
                  <a:pt x="181187" y="7152"/>
                </a:lnTo>
                <a:lnTo>
                  <a:pt x="180829" y="6386"/>
                </a:lnTo>
                <a:lnTo>
                  <a:pt x="180472" y="5620"/>
                </a:lnTo>
                <a:lnTo>
                  <a:pt x="180063" y="4955"/>
                </a:lnTo>
                <a:lnTo>
                  <a:pt x="179654" y="4343"/>
                </a:lnTo>
                <a:lnTo>
                  <a:pt x="179195" y="3730"/>
                </a:lnTo>
                <a:lnTo>
                  <a:pt x="178786" y="3219"/>
                </a:lnTo>
                <a:lnTo>
                  <a:pt x="178326" y="2708"/>
                </a:lnTo>
                <a:lnTo>
                  <a:pt x="177867" y="2299"/>
                </a:lnTo>
                <a:lnTo>
                  <a:pt x="177356" y="1891"/>
                </a:lnTo>
                <a:lnTo>
                  <a:pt x="176896" y="1584"/>
                </a:lnTo>
                <a:lnTo>
                  <a:pt x="176385" y="1278"/>
                </a:lnTo>
                <a:lnTo>
                  <a:pt x="175874" y="1073"/>
                </a:lnTo>
                <a:lnTo>
                  <a:pt x="175364" y="869"/>
                </a:lnTo>
                <a:lnTo>
                  <a:pt x="174853" y="716"/>
                </a:lnTo>
                <a:lnTo>
                  <a:pt x="174342" y="665"/>
                </a:lnTo>
                <a:lnTo>
                  <a:pt x="173780" y="614"/>
                </a:lnTo>
                <a:close/>
                <a:moveTo>
                  <a:pt x="136286" y="4751"/>
                </a:moveTo>
                <a:lnTo>
                  <a:pt x="136797" y="4802"/>
                </a:lnTo>
                <a:lnTo>
                  <a:pt x="137308" y="5007"/>
                </a:lnTo>
                <a:lnTo>
                  <a:pt x="137819" y="5313"/>
                </a:lnTo>
                <a:lnTo>
                  <a:pt x="138381" y="5773"/>
                </a:lnTo>
                <a:lnTo>
                  <a:pt x="138942" y="6437"/>
                </a:lnTo>
                <a:lnTo>
                  <a:pt x="139504" y="7254"/>
                </a:lnTo>
                <a:lnTo>
                  <a:pt x="140066" y="8276"/>
                </a:lnTo>
                <a:lnTo>
                  <a:pt x="140679" y="9502"/>
                </a:lnTo>
                <a:lnTo>
                  <a:pt x="141190" y="10830"/>
                </a:lnTo>
                <a:lnTo>
                  <a:pt x="141497" y="11903"/>
                </a:lnTo>
                <a:lnTo>
                  <a:pt x="141701" y="12771"/>
                </a:lnTo>
                <a:lnTo>
                  <a:pt x="141701" y="13129"/>
                </a:lnTo>
                <a:lnTo>
                  <a:pt x="141701" y="13486"/>
                </a:lnTo>
                <a:lnTo>
                  <a:pt x="141650" y="13741"/>
                </a:lnTo>
                <a:lnTo>
                  <a:pt x="141599" y="13997"/>
                </a:lnTo>
                <a:lnTo>
                  <a:pt x="141497" y="14201"/>
                </a:lnTo>
                <a:lnTo>
                  <a:pt x="141343" y="14354"/>
                </a:lnTo>
                <a:lnTo>
                  <a:pt x="141190" y="14508"/>
                </a:lnTo>
                <a:lnTo>
                  <a:pt x="140986" y="14610"/>
                </a:lnTo>
                <a:lnTo>
                  <a:pt x="140781" y="14661"/>
                </a:lnTo>
                <a:lnTo>
                  <a:pt x="140526" y="14712"/>
                </a:lnTo>
                <a:lnTo>
                  <a:pt x="140424" y="14712"/>
                </a:lnTo>
                <a:lnTo>
                  <a:pt x="140168" y="14661"/>
                </a:lnTo>
                <a:lnTo>
                  <a:pt x="139913" y="14610"/>
                </a:lnTo>
                <a:lnTo>
                  <a:pt x="139658" y="14559"/>
                </a:lnTo>
                <a:lnTo>
                  <a:pt x="139402" y="14457"/>
                </a:lnTo>
                <a:lnTo>
                  <a:pt x="138840" y="14099"/>
                </a:lnTo>
                <a:lnTo>
                  <a:pt x="138329" y="13588"/>
                </a:lnTo>
                <a:lnTo>
                  <a:pt x="137768" y="12924"/>
                </a:lnTo>
                <a:lnTo>
                  <a:pt x="137206" y="12107"/>
                </a:lnTo>
                <a:lnTo>
                  <a:pt x="136593" y="11034"/>
                </a:lnTo>
                <a:lnTo>
                  <a:pt x="136031" y="9808"/>
                </a:lnTo>
                <a:lnTo>
                  <a:pt x="135469" y="8531"/>
                </a:lnTo>
                <a:lnTo>
                  <a:pt x="135162" y="7458"/>
                </a:lnTo>
                <a:lnTo>
                  <a:pt x="135009" y="6590"/>
                </a:lnTo>
                <a:lnTo>
                  <a:pt x="134958" y="6233"/>
                </a:lnTo>
                <a:lnTo>
                  <a:pt x="134958" y="5926"/>
                </a:lnTo>
                <a:lnTo>
                  <a:pt x="135009" y="5620"/>
                </a:lnTo>
                <a:lnTo>
                  <a:pt x="135111" y="5415"/>
                </a:lnTo>
                <a:lnTo>
                  <a:pt x="135214" y="5211"/>
                </a:lnTo>
                <a:lnTo>
                  <a:pt x="135367" y="5058"/>
                </a:lnTo>
                <a:lnTo>
                  <a:pt x="135520" y="4955"/>
                </a:lnTo>
                <a:lnTo>
                  <a:pt x="135724" y="4853"/>
                </a:lnTo>
                <a:lnTo>
                  <a:pt x="135929" y="4802"/>
                </a:lnTo>
                <a:lnTo>
                  <a:pt x="136184" y="4751"/>
                </a:lnTo>
                <a:close/>
                <a:moveTo>
                  <a:pt x="162542" y="1278"/>
                </a:moveTo>
                <a:lnTo>
                  <a:pt x="162236" y="1329"/>
                </a:lnTo>
                <a:lnTo>
                  <a:pt x="161725" y="1380"/>
                </a:lnTo>
                <a:lnTo>
                  <a:pt x="161265" y="1482"/>
                </a:lnTo>
                <a:lnTo>
                  <a:pt x="160856" y="1635"/>
                </a:lnTo>
                <a:lnTo>
                  <a:pt x="160499" y="1840"/>
                </a:lnTo>
                <a:lnTo>
                  <a:pt x="160141" y="2146"/>
                </a:lnTo>
                <a:lnTo>
                  <a:pt x="159886" y="2453"/>
                </a:lnTo>
                <a:lnTo>
                  <a:pt x="159682" y="2810"/>
                </a:lnTo>
                <a:lnTo>
                  <a:pt x="159528" y="3219"/>
                </a:lnTo>
                <a:lnTo>
                  <a:pt x="159477" y="3678"/>
                </a:lnTo>
                <a:lnTo>
                  <a:pt x="159426" y="4240"/>
                </a:lnTo>
                <a:lnTo>
                  <a:pt x="159426" y="4802"/>
                </a:lnTo>
                <a:lnTo>
                  <a:pt x="159528" y="5415"/>
                </a:lnTo>
                <a:lnTo>
                  <a:pt x="159682" y="6079"/>
                </a:lnTo>
                <a:lnTo>
                  <a:pt x="159886" y="6794"/>
                </a:lnTo>
                <a:lnTo>
                  <a:pt x="160141" y="7561"/>
                </a:lnTo>
                <a:lnTo>
                  <a:pt x="160499" y="8378"/>
                </a:lnTo>
                <a:lnTo>
                  <a:pt x="160856" y="9144"/>
                </a:lnTo>
                <a:lnTo>
                  <a:pt x="161265" y="9910"/>
                </a:lnTo>
                <a:lnTo>
                  <a:pt x="161623" y="10574"/>
                </a:lnTo>
                <a:lnTo>
                  <a:pt x="162082" y="11239"/>
                </a:lnTo>
                <a:lnTo>
                  <a:pt x="162491" y="11800"/>
                </a:lnTo>
                <a:lnTo>
                  <a:pt x="162951" y="12362"/>
                </a:lnTo>
                <a:lnTo>
                  <a:pt x="163411" y="12873"/>
                </a:lnTo>
                <a:lnTo>
                  <a:pt x="163870" y="13282"/>
                </a:lnTo>
                <a:lnTo>
                  <a:pt x="164381" y="13690"/>
                </a:lnTo>
                <a:lnTo>
                  <a:pt x="164841" y="14048"/>
                </a:lnTo>
                <a:lnTo>
                  <a:pt x="165352" y="14303"/>
                </a:lnTo>
                <a:lnTo>
                  <a:pt x="165862" y="14559"/>
                </a:lnTo>
                <a:lnTo>
                  <a:pt x="166373" y="14763"/>
                </a:lnTo>
                <a:lnTo>
                  <a:pt x="166935" y="14865"/>
                </a:lnTo>
                <a:lnTo>
                  <a:pt x="167446" y="14967"/>
                </a:lnTo>
                <a:lnTo>
                  <a:pt x="167957" y="15019"/>
                </a:lnTo>
                <a:lnTo>
                  <a:pt x="168263" y="14967"/>
                </a:lnTo>
                <a:lnTo>
                  <a:pt x="168774" y="14916"/>
                </a:lnTo>
                <a:lnTo>
                  <a:pt x="169234" y="14814"/>
                </a:lnTo>
                <a:lnTo>
                  <a:pt x="169642" y="14661"/>
                </a:lnTo>
                <a:lnTo>
                  <a:pt x="170000" y="14406"/>
                </a:lnTo>
                <a:lnTo>
                  <a:pt x="170307" y="14150"/>
                </a:lnTo>
                <a:lnTo>
                  <a:pt x="170562" y="13844"/>
                </a:lnTo>
                <a:lnTo>
                  <a:pt x="170766" y="13435"/>
                </a:lnTo>
                <a:lnTo>
                  <a:pt x="170919" y="13026"/>
                </a:lnTo>
                <a:lnTo>
                  <a:pt x="171022" y="12516"/>
                </a:lnTo>
                <a:lnTo>
                  <a:pt x="171022" y="12005"/>
                </a:lnTo>
                <a:lnTo>
                  <a:pt x="171022" y="11443"/>
                </a:lnTo>
                <a:lnTo>
                  <a:pt x="170919" y="10779"/>
                </a:lnTo>
                <a:lnTo>
                  <a:pt x="170766" y="10115"/>
                </a:lnTo>
                <a:lnTo>
                  <a:pt x="170562" y="9400"/>
                </a:lnTo>
                <a:lnTo>
                  <a:pt x="170307" y="8633"/>
                </a:lnTo>
                <a:lnTo>
                  <a:pt x="169949" y="7816"/>
                </a:lnTo>
                <a:lnTo>
                  <a:pt x="169591" y="7050"/>
                </a:lnTo>
                <a:lnTo>
                  <a:pt x="169183" y="6284"/>
                </a:lnTo>
                <a:lnTo>
                  <a:pt x="168825" y="5620"/>
                </a:lnTo>
                <a:lnTo>
                  <a:pt x="168365" y="5007"/>
                </a:lnTo>
                <a:lnTo>
                  <a:pt x="167957" y="4394"/>
                </a:lnTo>
                <a:lnTo>
                  <a:pt x="167497" y="3883"/>
                </a:lnTo>
                <a:lnTo>
                  <a:pt x="167037" y="3372"/>
                </a:lnTo>
                <a:lnTo>
                  <a:pt x="166578" y="2963"/>
                </a:lnTo>
                <a:lnTo>
                  <a:pt x="166118" y="2555"/>
                </a:lnTo>
                <a:lnTo>
                  <a:pt x="165607" y="2248"/>
                </a:lnTo>
                <a:lnTo>
                  <a:pt x="165096" y="1942"/>
                </a:lnTo>
                <a:lnTo>
                  <a:pt x="164636" y="1686"/>
                </a:lnTo>
                <a:lnTo>
                  <a:pt x="164126" y="1533"/>
                </a:lnTo>
                <a:lnTo>
                  <a:pt x="163564" y="1380"/>
                </a:lnTo>
                <a:lnTo>
                  <a:pt x="163053" y="1329"/>
                </a:lnTo>
                <a:lnTo>
                  <a:pt x="162542" y="1278"/>
                </a:lnTo>
                <a:close/>
                <a:moveTo>
                  <a:pt x="125048" y="5415"/>
                </a:moveTo>
                <a:lnTo>
                  <a:pt x="125559" y="5466"/>
                </a:lnTo>
                <a:lnTo>
                  <a:pt x="126070" y="5671"/>
                </a:lnTo>
                <a:lnTo>
                  <a:pt x="126581" y="5977"/>
                </a:lnTo>
                <a:lnTo>
                  <a:pt x="127143" y="6437"/>
                </a:lnTo>
                <a:lnTo>
                  <a:pt x="127653" y="7101"/>
                </a:lnTo>
                <a:lnTo>
                  <a:pt x="128215" y="7918"/>
                </a:lnTo>
                <a:lnTo>
                  <a:pt x="128828" y="8940"/>
                </a:lnTo>
                <a:lnTo>
                  <a:pt x="129390" y="10166"/>
                </a:lnTo>
                <a:lnTo>
                  <a:pt x="129901" y="11494"/>
                </a:lnTo>
                <a:lnTo>
                  <a:pt x="130259" y="12567"/>
                </a:lnTo>
                <a:lnTo>
                  <a:pt x="130412" y="13435"/>
                </a:lnTo>
                <a:lnTo>
                  <a:pt x="130463" y="13793"/>
                </a:lnTo>
                <a:lnTo>
                  <a:pt x="130463" y="14150"/>
                </a:lnTo>
                <a:lnTo>
                  <a:pt x="130412" y="14406"/>
                </a:lnTo>
                <a:lnTo>
                  <a:pt x="130361" y="14661"/>
                </a:lnTo>
                <a:lnTo>
                  <a:pt x="130259" y="14865"/>
                </a:lnTo>
                <a:lnTo>
                  <a:pt x="130105" y="15019"/>
                </a:lnTo>
                <a:lnTo>
                  <a:pt x="129952" y="15172"/>
                </a:lnTo>
                <a:lnTo>
                  <a:pt x="129748" y="15274"/>
                </a:lnTo>
                <a:lnTo>
                  <a:pt x="129543" y="15325"/>
                </a:lnTo>
                <a:lnTo>
                  <a:pt x="129288" y="15325"/>
                </a:lnTo>
                <a:lnTo>
                  <a:pt x="129186" y="15376"/>
                </a:lnTo>
                <a:lnTo>
                  <a:pt x="128930" y="15325"/>
                </a:lnTo>
                <a:lnTo>
                  <a:pt x="128675" y="15274"/>
                </a:lnTo>
                <a:lnTo>
                  <a:pt x="128420" y="15223"/>
                </a:lnTo>
                <a:lnTo>
                  <a:pt x="128164" y="15121"/>
                </a:lnTo>
                <a:lnTo>
                  <a:pt x="127602" y="14763"/>
                </a:lnTo>
                <a:lnTo>
                  <a:pt x="127040" y="14252"/>
                </a:lnTo>
                <a:lnTo>
                  <a:pt x="126479" y="13588"/>
                </a:lnTo>
                <a:lnTo>
                  <a:pt x="125917" y="12771"/>
                </a:lnTo>
                <a:lnTo>
                  <a:pt x="125355" y="11698"/>
                </a:lnTo>
                <a:lnTo>
                  <a:pt x="124742" y="10472"/>
                </a:lnTo>
                <a:lnTo>
                  <a:pt x="124231" y="9195"/>
                </a:lnTo>
                <a:lnTo>
                  <a:pt x="123924" y="8123"/>
                </a:lnTo>
                <a:lnTo>
                  <a:pt x="123771" y="7663"/>
                </a:lnTo>
                <a:lnTo>
                  <a:pt x="123720" y="7254"/>
                </a:lnTo>
                <a:lnTo>
                  <a:pt x="123720" y="6897"/>
                </a:lnTo>
                <a:lnTo>
                  <a:pt x="123720" y="6590"/>
                </a:lnTo>
                <a:lnTo>
                  <a:pt x="123771" y="6284"/>
                </a:lnTo>
                <a:lnTo>
                  <a:pt x="123822" y="6079"/>
                </a:lnTo>
                <a:lnTo>
                  <a:pt x="123976" y="5875"/>
                </a:lnTo>
                <a:lnTo>
                  <a:pt x="124078" y="5722"/>
                </a:lnTo>
                <a:lnTo>
                  <a:pt x="124282" y="5568"/>
                </a:lnTo>
                <a:lnTo>
                  <a:pt x="124486" y="5517"/>
                </a:lnTo>
                <a:lnTo>
                  <a:pt x="124691" y="5466"/>
                </a:lnTo>
                <a:lnTo>
                  <a:pt x="124946" y="5415"/>
                </a:lnTo>
                <a:close/>
                <a:moveTo>
                  <a:pt x="150998" y="1942"/>
                </a:moveTo>
                <a:lnTo>
                  <a:pt x="150487" y="2044"/>
                </a:lnTo>
                <a:lnTo>
                  <a:pt x="149976" y="2146"/>
                </a:lnTo>
                <a:lnTo>
                  <a:pt x="149567" y="2299"/>
                </a:lnTo>
                <a:lnTo>
                  <a:pt x="149210" y="2504"/>
                </a:lnTo>
                <a:lnTo>
                  <a:pt x="148903" y="2759"/>
                </a:lnTo>
                <a:lnTo>
                  <a:pt x="148648" y="3117"/>
                </a:lnTo>
                <a:lnTo>
                  <a:pt x="148444" y="3474"/>
                </a:lnTo>
                <a:lnTo>
                  <a:pt x="148290" y="3883"/>
                </a:lnTo>
                <a:lnTo>
                  <a:pt x="148188" y="4343"/>
                </a:lnTo>
                <a:lnTo>
                  <a:pt x="148188" y="4904"/>
                </a:lnTo>
                <a:lnTo>
                  <a:pt x="148188" y="5466"/>
                </a:lnTo>
                <a:lnTo>
                  <a:pt x="148290" y="6079"/>
                </a:lnTo>
                <a:lnTo>
                  <a:pt x="148444" y="6743"/>
                </a:lnTo>
                <a:lnTo>
                  <a:pt x="148648" y="7458"/>
                </a:lnTo>
                <a:lnTo>
                  <a:pt x="148903" y="8225"/>
                </a:lnTo>
                <a:lnTo>
                  <a:pt x="149210" y="9042"/>
                </a:lnTo>
                <a:lnTo>
                  <a:pt x="149618" y="9808"/>
                </a:lnTo>
                <a:lnTo>
                  <a:pt x="149976" y="10523"/>
                </a:lnTo>
                <a:lnTo>
                  <a:pt x="150385" y="11239"/>
                </a:lnTo>
                <a:lnTo>
                  <a:pt x="150793" y="11903"/>
                </a:lnTo>
                <a:lnTo>
                  <a:pt x="151253" y="12464"/>
                </a:lnTo>
                <a:lnTo>
                  <a:pt x="151713" y="13026"/>
                </a:lnTo>
                <a:lnTo>
                  <a:pt x="152173" y="13537"/>
                </a:lnTo>
                <a:lnTo>
                  <a:pt x="152632" y="13946"/>
                </a:lnTo>
                <a:lnTo>
                  <a:pt x="153092" y="14354"/>
                </a:lnTo>
                <a:lnTo>
                  <a:pt x="153603" y="14712"/>
                </a:lnTo>
                <a:lnTo>
                  <a:pt x="154114" y="14967"/>
                </a:lnTo>
                <a:lnTo>
                  <a:pt x="154624" y="15223"/>
                </a:lnTo>
                <a:lnTo>
                  <a:pt x="155135" y="15427"/>
                </a:lnTo>
                <a:lnTo>
                  <a:pt x="155646" y="15529"/>
                </a:lnTo>
                <a:lnTo>
                  <a:pt x="156157" y="15631"/>
                </a:lnTo>
                <a:lnTo>
                  <a:pt x="156974" y="15631"/>
                </a:lnTo>
                <a:lnTo>
                  <a:pt x="157536" y="15580"/>
                </a:lnTo>
                <a:lnTo>
                  <a:pt x="157996" y="15478"/>
                </a:lnTo>
                <a:lnTo>
                  <a:pt x="158405" y="15325"/>
                </a:lnTo>
                <a:lnTo>
                  <a:pt x="158762" y="15070"/>
                </a:lnTo>
                <a:lnTo>
                  <a:pt x="159069" y="14814"/>
                </a:lnTo>
                <a:lnTo>
                  <a:pt x="159324" y="14457"/>
                </a:lnTo>
                <a:lnTo>
                  <a:pt x="159528" y="14099"/>
                </a:lnTo>
                <a:lnTo>
                  <a:pt x="159682" y="13690"/>
                </a:lnTo>
                <a:lnTo>
                  <a:pt x="159784" y="13180"/>
                </a:lnTo>
                <a:lnTo>
                  <a:pt x="159784" y="12669"/>
                </a:lnTo>
                <a:lnTo>
                  <a:pt x="159784" y="12056"/>
                </a:lnTo>
                <a:lnTo>
                  <a:pt x="159682" y="11443"/>
                </a:lnTo>
                <a:lnTo>
                  <a:pt x="159528" y="10779"/>
                </a:lnTo>
                <a:lnTo>
                  <a:pt x="159324" y="10064"/>
                </a:lnTo>
                <a:lnTo>
                  <a:pt x="159017" y="9297"/>
                </a:lnTo>
                <a:lnTo>
                  <a:pt x="158711" y="8480"/>
                </a:lnTo>
                <a:lnTo>
                  <a:pt x="158353" y="7663"/>
                </a:lnTo>
                <a:lnTo>
                  <a:pt x="157945" y="6948"/>
                </a:lnTo>
                <a:lnTo>
                  <a:pt x="157587" y="6284"/>
                </a:lnTo>
                <a:lnTo>
                  <a:pt x="157127" y="5620"/>
                </a:lnTo>
                <a:lnTo>
                  <a:pt x="156719" y="5058"/>
                </a:lnTo>
                <a:lnTo>
                  <a:pt x="156259" y="4547"/>
                </a:lnTo>
                <a:lnTo>
                  <a:pt x="155799" y="4036"/>
                </a:lnTo>
                <a:lnTo>
                  <a:pt x="155340" y="3627"/>
                </a:lnTo>
                <a:lnTo>
                  <a:pt x="154880" y="3219"/>
                </a:lnTo>
                <a:lnTo>
                  <a:pt x="154369" y="2912"/>
                </a:lnTo>
                <a:lnTo>
                  <a:pt x="153858" y="2606"/>
                </a:lnTo>
                <a:lnTo>
                  <a:pt x="153347" y="2350"/>
                </a:lnTo>
                <a:lnTo>
                  <a:pt x="152837" y="2197"/>
                </a:lnTo>
                <a:lnTo>
                  <a:pt x="152326" y="2044"/>
                </a:lnTo>
                <a:lnTo>
                  <a:pt x="151815" y="1993"/>
                </a:lnTo>
                <a:lnTo>
                  <a:pt x="151304" y="1942"/>
                </a:lnTo>
                <a:close/>
                <a:moveTo>
                  <a:pt x="113810" y="6079"/>
                </a:moveTo>
                <a:lnTo>
                  <a:pt x="114321" y="6130"/>
                </a:lnTo>
                <a:lnTo>
                  <a:pt x="114577" y="6181"/>
                </a:lnTo>
                <a:lnTo>
                  <a:pt x="114832" y="6335"/>
                </a:lnTo>
                <a:lnTo>
                  <a:pt x="115343" y="6641"/>
                </a:lnTo>
                <a:lnTo>
                  <a:pt x="115905" y="7101"/>
                </a:lnTo>
                <a:lnTo>
                  <a:pt x="116416" y="7765"/>
                </a:lnTo>
                <a:lnTo>
                  <a:pt x="116977" y="8582"/>
                </a:lnTo>
                <a:lnTo>
                  <a:pt x="117590" y="9604"/>
                </a:lnTo>
                <a:lnTo>
                  <a:pt x="118152" y="10830"/>
                </a:lnTo>
                <a:lnTo>
                  <a:pt x="118663" y="12158"/>
                </a:lnTo>
                <a:lnTo>
                  <a:pt x="119021" y="13231"/>
                </a:lnTo>
                <a:lnTo>
                  <a:pt x="119174" y="14099"/>
                </a:lnTo>
                <a:lnTo>
                  <a:pt x="119225" y="14457"/>
                </a:lnTo>
                <a:lnTo>
                  <a:pt x="119225" y="14814"/>
                </a:lnTo>
                <a:lnTo>
                  <a:pt x="119174" y="15070"/>
                </a:lnTo>
                <a:lnTo>
                  <a:pt x="119123" y="15325"/>
                </a:lnTo>
                <a:lnTo>
                  <a:pt x="118970" y="15529"/>
                </a:lnTo>
                <a:lnTo>
                  <a:pt x="118867" y="15683"/>
                </a:lnTo>
                <a:lnTo>
                  <a:pt x="118714" y="15836"/>
                </a:lnTo>
                <a:lnTo>
                  <a:pt x="118510" y="15938"/>
                </a:lnTo>
                <a:lnTo>
                  <a:pt x="118254" y="15989"/>
                </a:lnTo>
                <a:lnTo>
                  <a:pt x="117641" y="15989"/>
                </a:lnTo>
                <a:lnTo>
                  <a:pt x="117386" y="15938"/>
                </a:lnTo>
                <a:lnTo>
                  <a:pt x="117131" y="15887"/>
                </a:lnTo>
                <a:lnTo>
                  <a:pt x="116875" y="15734"/>
                </a:lnTo>
                <a:lnTo>
                  <a:pt x="116364" y="15427"/>
                </a:lnTo>
                <a:lnTo>
                  <a:pt x="115803" y="14916"/>
                </a:lnTo>
                <a:lnTo>
                  <a:pt x="115241" y="14252"/>
                </a:lnTo>
                <a:lnTo>
                  <a:pt x="114679" y="13384"/>
                </a:lnTo>
                <a:lnTo>
                  <a:pt x="114117" y="12362"/>
                </a:lnTo>
                <a:lnTo>
                  <a:pt x="113504" y="11136"/>
                </a:lnTo>
                <a:lnTo>
                  <a:pt x="112993" y="9859"/>
                </a:lnTo>
                <a:lnTo>
                  <a:pt x="112635" y="8787"/>
                </a:lnTo>
                <a:lnTo>
                  <a:pt x="112482" y="7918"/>
                </a:lnTo>
                <a:lnTo>
                  <a:pt x="112482" y="7561"/>
                </a:lnTo>
                <a:lnTo>
                  <a:pt x="112482" y="7254"/>
                </a:lnTo>
                <a:lnTo>
                  <a:pt x="112533" y="6948"/>
                </a:lnTo>
                <a:lnTo>
                  <a:pt x="112584" y="6743"/>
                </a:lnTo>
                <a:lnTo>
                  <a:pt x="112687" y="6539"/>
                </a:lnTo>
                <a:lnTo>
                  <a:pt x="112840" y="6386"/>
                </a:lnTo>
                <a:lnTo>
                  <a:pt x="112993" y="6233"/>
                </a:lnTo>
                <a:lnTo>
                  <a:pt x="113197" y="6181"/>
                </a:lnTo>
                <a:lnTo>
                  <a:pt x="113402" y="6079"/>
                </a:lnTo>
                <a:close/>
                <a:moveTo>
                  <a:pt x="135367" y="2861"/>
                </a:moveTo>
                <a:lnTo>
                  <a:pt x="134805" y="2963"/>
                </a:lnTo>
                <a:lnTo>
                  <a:pt x="134345" y="3065"/>
                </a:lnTo>
                <a:lnTo>
                  <a:pt x="133936" y="3219"/>
                </a:lnTo>
                <a:lnTo>
                  <a:pt x="133579" y="3423"/>
                </a:lnTo>
                <a:lnTo>
                  <a:pt x="133272" y="3678"/>
                </a:lnTo>
                <a:lnTo>
                  <a:pt x="133017" y="4036"/>
                </a:lnTo>
                <a:lnTo>
                  <a:pt x="132813" y="4394"/>
                </a:lnTo>
                <a:lnTo>
                  <a:pt x="132659" y="4802"/>
                </a:lnTo>
                <a:lnTo>
                  <a:pt x="132557" y="5262"/>
                </a:lnTo>
                <a:lnTo>
                  <a:pt x="132506" y="5824"/>
                </a:lnTo>
                <a:lnTo>
                  <a:pt x="132557" y="6386"/>
                </a:lnTo>
                <a:lnTo>
                  <a:pt x="132659" y="6999"/>
                </a:lnTo>
                <a:lnTo>
                  <a:pt x="132762" y="7663"/>
                </a:lnTo>
                <a:lnTo>
                  <a:pt x="133017" y="8378"/>
                </a:lnTo>
                <a:lnTo>
                  <a:pt x="133272" y="9144"/>
                </a:lnTo>
                <a:lnTo>
                  <a:pt x="133579" y="9961"/>
                </a:lnTo>
                <a:lnTo>
                  <a:pt x="133936" y="10728"/>
                </a:lnTo>
                <a:lnTo>
                  <a:pt x="134345" y="11443"/>
                </a:lnTo>
                <a:lnTo>
                  <a:pt x="134754" y="12158"/>
                </a:lnTo>
                <a:lnTo>
                  <a:pt x="135162" y="12771"/>
                </a:lnTo>
                <a:lnTo>
                  <a:pt x="135622" y="13384"/>
                </a:lnTo>
                <a:lnTo>
                  <a:pt x="136031" y="13946"/>
                </a:lnTo>
                <a:lnTo>
                  <a:pt x="136491" y="14406"/>
                </a:lnTo>
                <a:lnTo>
                  <a:pt x="137001" y="14865"/>
                </a:lnTo>
                <a:lnTo>
                  <a:pt x="137461" y="15274"/>
                </a:lnTo>
                <a:lnTo>
                  <a:pt x="137972" y="15631"/>
                </a:lnTo>
                <a:lnTo>
                  <a:pt x="138483" y="15887"/>
                </a:lnTo>
                <a:lnTo>
                  <a:pt x="138994" y="16142"/>
                </a:lnTo>
                <a:lnTo>
                  <a:pt x="139504" y="16347"/>
                </a:lnTo>
                <a:lnTo>
                  <a:pt x="140015" y="16449"/>
                </a:lnTo>
                <a:lnTo>
                  <a:pt x="140526" y="16551"/>
                </a:lnTo>
                <a:lnTo>
                  <a:pt x="141343" y="16551"/>
                </a:lnTo>
                <a:lnTo>
                  <a:pt x="141854" y="16500"/>
                </a:lnTo>
                <a:lnTo>
                  <a:pt x="142365" y="16398"/>
                </a:lnTo>
                <a:lnTo>
                  <a:pt x="142774" y="16244"/>
                </a:lnTo>
                <a:lnTo>
                  <a:pt x="143131" y="15989"/>
                </a:lnTo>
                <a:lnTo>
                  <a:pt x="143438" y="15734"/>
                </a:lnTo>
                <a:lnTo>
                  <a:pt x="143693" y="15376"/>
                </a:lnTo>
                <a:lnTo>
                  <a:pt x="143897" y="15019"/>
                </a:lnTo>
                <a:lnTo>
                  <a:pt x="144051" y="14610"/>
                </a:lnTo>
                <a:lnTo>
                  <a:pt x="144102" y="14099"/>
                </a:lnTo>
                <a:lnTo>
                  <a:pt x="144153" y="13588"/>
                </a:lnTo>
                <a:lnTo>
                  <a:pt x="144102" y="12975"/>
                </a:lnTo>
                <a:lnTo>
                  <a:pt x="144051" y="12362"/>
                </a:lnTo>
                <a:lnTo>
                  <a:pt x="143897" y="11698"/>
                </a:lnTo>
                <a:lnTo>
                  <a:pt x="143693" y="10983"/>
                </a:lnTo>
                <a:lnTo>
                  <a:pt x="143387" y="10217"/>
                </a:lnTo>
                <a:lnTo>
                  <a:pt x="143080" y="9400"/>
                </a:lnTo>
                <a:lnTo>
                  <a:pt x="142722" y="8582"/>
                </a:lnTo>
                <a:lnTo>
                  <a:pt x="142314" y="7867"/>
                </a:lnTo>
                <a:lnTo>
                  <a:pt x="141905" y="7203"/>
                </a:lnTo>
                <a:lnTo>
                  <a:pt x="141497" y="6539"/>
                </a:lnTo>
                <a:lnTo>
                  <a:pt x="141088" y="5977"/>
                </a:lnTo>
                <a:lnTo>
                  <a:pt x="140628" y="5466"/>
                </a:lnTo>
                <a:lnTo>
                  <a:pt x="140168" y="4955"/>
                </a:lnTo>
                <a:lnTo>
                  <a:pt x="139709" y="4547"/>
                </a:lnTo>
                <a:lnTo>
                  <a:pt x="139198" y="4138"/>
                </a:lnTo>
                <a:lnTo>
                  <a:pt x="138738" y="3781"/>
                </a:lnTo>
                <a:lnTo>
                  <a:pt x="138227" y="3525"/>
                </a:lnTo>
                <a:lnTo>
                  <a:pt x="137717" y="3270"/>
                </a:lnTo>
                <a:lnTo>
                  <a:pt x="137206" y="3117"/>
                </a:lnTo>
                <a:lnTo>
                  <a:pt x="136695" y="2963"/>
                </a:lnTo>
                <a:lnTo>
                  <a:pt x="136184" y="2912"/>
                </a:lnTo>
                <a:lnTo>
                  <a:pt x="135673" y="2861"/>
                </a:lnTo>
                <a:close/>
                <a:moveTo>
                  <a:pt x="102572" y="6743"/>
                </a:moveTo>
                <a:lnTo>
                  <a:pt x="103032" y="6794"/>
                </a:lnTo>
                <a:lnTo>
                  <a:pt x="103543" y="6948"/>
                </a:lnTo>
                <a:lnTo>
                  <a:pt x="104105" y="7305"/>
                </a:lnTo>
                <a:lnTo>
                  <a:pt x="104616" y="7765"/>
                </a:lnTo>
                <a:lnTo>
                  <a:pt x="105178" y="8429"/>
                </a:lnTo>
                <a:lnTo>
                  <a:pt x="105739" y="9246"/>
                </a:lnTo>
                <a:lnTo>
                  <a:pt x="106301" y="10268"/>
                </a:lnTo>
                <a:lnTo>
                  <a:pt x="106914" y="11494"/>
                </a:lnTo>
                <a:lnTo>
                  <a:pt x="107425" y="12771"/>
                </a:lnTo>
                <a:lnTo>
                  <a:pt x="107783" y="13895"/>
                </a:lnTo>
                <a:lnTo>
                  <a:pt x="107936" y="14763"/>
                </a:lnTo>
                <a:lnTo>
                  <a:pt x="107987" y="15121"/>
                </a:lnTo>
                <a:lnTo>
                  <a:pt x="107987" y="15478"/>
                </a:lnTo>
                <a:lnTo>
                  <a:pt x="107936" y="15734"/>
                </a:lnTo>
                <a:lnTo>
                  <a:pt x="107834" y="15989"/>
                </a:lnTo>
                <a:lnTo>
                  <a:pt x="107732" y="16193"/>
                </a:lnTo>
                <a:lnTo>
                  <a:pt x="107629" y="16347"/>
                </a:lnTo>
                <a:lnTo>
                  <a:pt x="107425" y="16500"/>
                </a:lnTo>
                <a:lnTo>
                  <a:pt x="107272" y="16602"/>
                </a:lnTo>
                <a:lnTo>
                  <a:pt x="107017" y="16653"/>
                </a:lnTo>
                <a:lnTo>
                  <a:pt x="106404" y="16653"/>
                </a:lnTo>
                <a:lnTo>
                  <a:pt x="106148" y="16602"/>
                </a:lnTo>
                <a:lnTo>
                  <a:pt x="105893" y="16551"/>
                </a:lnTo>
                <a:lnTo>
                  <a:pt x="105637" y="16398"/>
                </a:lnTo>
                <a:lnTo>
                  <a:pt x="105126" y="16091"/>
                </a:lnTo>
                <a:lnTo>
                  <a:pt x="104565" y="15580"/>
                </a:lnTo>
                <a:lnTo>
                  <a:pt x="104003" y="14916"/>
                </a:lnTo>
                <a:lnTo>
                  <a:pt x="103441" y="14048"/>
                </a:lnTo>
                <a:lnTo>
                  <a:pt x="102828" y="13026"/>
                </a:lnTo>
                <a:lnTo>
                  <a:pt x="102266" y="11800"/>
                </a:lnTo>
                <a:lnTo>
                  <a:pt x="101755" y="10472"/>
                </a:lnTo>
                <a:lnTo>
                  <a:pt x="101398" y="9451"/>
                </a:lnTo>
                <a:lnTo>
                  <a:pt x="101295" y="8991"/>
                </a:lnTo>
                <a:lnTo>
                  <a:pt x="101244" y="8582"/>
                </a:lnTo>
                <a:lnTo>
                  <a:pt x="101193" y="8225"/>
                </a:lnTo>
                <a:lnTo>
                  <a:pt x="101244" y="7867"/>
                </a:lnTo>
                <a:lnTo>
                  <a:pt x="101244" y="7612"/>
                </a:lnTo>
                <a:lnTo>
                  <a:pt x="101346" y="7407"/>
                </a:lnTo>
                <a:lnTo>
                  <a:pt x="101449" y="7203"/>
                </a:lnTo>
                <a:lnTo>
                  <a:pt x="101602" y="7050"/>
                </a:lnTo>
                <a:lnTo>
                  <a:pt x="101755" y="6897"/>
                </a:lnTo>
                <a:lnTo>
                  <a:pt x="101959" y="6846"/>
                </a:lnTo>
                <a:lnTo>
                  <a:pt x="102164" y="6743"/>
                </a:lnTo>
                <a:close/>
                <a:moveTo>
                  <a:pt x="124129" y="3525"/>
                </a:moveTo>
                <a:lnTo>
                  <a:pt x="123567" y="3576"/>
                </a:lnTo>
                <a:lnTo>
                  <a:pt x="123107" y="3730"/>
                </a:lnTo>
                <a:lnTo>
                  <a:pt x="122699" y="3883"/>
                </a:lnTo>
                <a:lnTo>
                  <a:pt x="122341" y="4087"/>
                </a:lnTo>
                <a:lnTo>
                  <a:pt x="122034" y="4343"/>
                </a:lnTo>
                <a:lnTo>
                  <a:pt x="121779" y="4700"/>
                </a:lnTo>
                <a:lnTo>
                  <a:pt x="121575" y="5058"/>
                </a:lnTo>
                <a:lnTo>
                  <a:pt x="121422" y="5466"/>
                </a:lnTo>
                <a:lnTo>
                  <a:pt x="121319" y="5926"/>
                </a:lnTo>
                <a:lnTo>
                  <a:pt x="121268" y="6437"/>
                </a:lnTo>
                <a:lnTo>
                  <a:pt x="121319" y="7050"/>
                </a:lnTo>
                <a:lnTo>
                  <a:pt x="121370" y="7663"/>
                </a:lnTo>
                <a:lnTo>
                  <a:pt x="121524" y="8327"/>
                </a:lnTo>
                <a:lnTo>
                  <a:pt x="121728" y="9042"/>
                </a:lnTo>
                <a:lnTo>
                  <a:pt x="121983" y="9808"/>
                </a:lnTo>
                <a:lnTo>
                  <a:pt x="122341" y="10574"/>
                </a:lnTo>
                <a:lnTo>
                  <a:pt x="122699" y="11392"/>
                </a:lnTo>
                <a:lnTo>
                  <a:pt x="123107" y="12107"/>
                </a:lnTo>
                <a:lnTo>
                  <a:pt x="123516" y="12822"/>
                </a:lnTo>
                <a:lnTo>
                  <a:pt x="123924" y="13435"/>
                </a:lnTo>
                <a:lnTo>
                  <a:pt x="124333" y="14048"/>
                </a:lnTo>
                <a:lnTo>
                  <a:pt x="124793" y="14610"/>
                </a:lnTo>
                <a:lnTo>
                  <a:pt x="125253" y="15070"/>
                </a:lnTo>
                <a:lnTo>
                  <a:pt x="125763" y="15529"/>
                </a:lnTo>
                <a:lnTo>
                  <a:pt x="126223" y="15938"/>
                </a:lnTo>
                <a:lnTo>
                  <a:pt x="126734" y="16296"/>
                </a:lnTo>
                <a:lnTo>
                  <a:pt x="127245" y="16551"/>
                </a:lnTo>
                <a:lnTo>
                  <a:pt x="127756" y="16806"/>
                </a:lnTo>
                <a:lnTo>
                  <a:pt x="128266" y="17011"/>
                </a:lnTo>
                <a:lnTo>
                  <a:pt x="128777" y="17113"/>
                </a:lnTo>
                <a:lnTo>
                  <a:pt x="129288" y="17215"/>
                </a:lnTo>
                <a:lnTo>
                  <a:pt x="130105" y="17215"/>
                </a:lnTo>
                <a:lnTo>
                  <a:pt x="130616" y="17164"/>
                </a:lnTo>
                <a:lnTo>
                  <a:pt x="131076" y="17062"/>
                </a:lnTo>
                <a:lnTo>
                  <a:pt x="131536" y="16857"/>
                </a:lnTo>
                <a:lnTo>
                  <a:pt x="131893" y="16653"/>
                </a:lnTo>
                <a:lnTo>
                  <a:pt x="132200" y="16398"/>
                </a:lnTo>
                <a:lnTo>
                  <a:pt x="132455" y="16040"/>
                </a:lnTo>
                <a:lnTo>
                  <a:pt x="132659" y="15683"/>
                </a:lnTo>
                <a:lnTo>
                  <a:pt x="132762" y="15223"/>
                </a:lnTo>
                <a:lnTo>
                  <a:pt x="132864" y="14763"/>
                </a:lnTo>
                <a:lnTo>
                  <a:pt x="132915" y="14252"/>
                </a:lnTo>
                <a:lnTo>
                  <a:pt x="132864" y="13639"/>
                </a:lnTo>
                <a:lnTo>
                  <a:pt x="132762" y="13026"/>
                </a:lnTo>
                <a:lnTo>
                  <a:pt x="132608" y="12362"/>
                </a:lnTo>
                <a:lnTo>
                  <a:pt x="132404" y="11647"/>
                </a:lnTo>
                <a:lnTo>
                  <a:pt x="132149" y="10881"/>
                </a:lnTo>
                <a:lnTo>
                  <a:pt x="131791" y="10064"/>
                </a:lnTo>
                <a:lnTo>
                  <a:pt x="131433" y="9246"/>
                </a:lnTo>
                <a:lnTo>
                  <a:pt x="131076" y="8531"/>
                </a:lnTo>
                <a:lnTo>
                  <a:pt x="130667" y="7867"/>
                </a:lnTo>
                <a:lnTo>
                  <a:pt x="130259" y="7203"/>
                </a:lnTo>
                <a:lnTo>
                  <a:pt x="129799" y="6641"/>
                </a:lnTo>
                <a:lnTo>
                  <a:pt x="129390" y="6079"/>
                </a:lnTo>
                <a:lnTo>
                  <a:pt x="128930" y="5620"/>
                </a:lnTo>
                <a:lnTo>
                  <a:pt x="128471" y="5160"/>
                </a:lnTo>
                <a:lnTo>
                  <a:pt x="127960" y="4802"/>
                </a:lnTo>
                <a:lnTo>
                  <a:pt x="127500" y="4445"/>
                </a:lnTo>
                <a:lnTo>
                  <a:pt x="126989" y="4189"/>
                </a:lnTo>
                <a:lnTo>
                  <a:pt x="126479" y="3934"/>
                </a:lnTo>
                <a:lnTo>
                  <a:pt x="125968" y="3781"/>
                </a:lnTo>
                <a:lnTo>
                  <a:pt x="125457" y="3627"/>
                </a:lnTo>
                <a:lnTo>
                  <a:pt x="124946" y="3576"/>
                </a:lnTo>
                <a:lnTo>
                  <a:pt x="124435" y="3525"/>
                </a:lnTo>
                <a:close/>
                <a:moveTo>
                  <a:pt x="86890" y="7663"/>
                </a:moveTo>
                <a:lnTo>
                  <a:pt x="87401" y="7714"/>
                </a:lnTo>
                <a:lnTo>
                  <a:pt x="87657" y="7765"/>
                </a:lnTo>
                <a:lnTo>
                  <a:pt x="87912" y="7867"/>
                </a:lnTo>
                <a:lnTo>
                  <a:pt x="88423" y="8225"/>
                </a:lnTo>
                <a:lnTo>
                  <a:pt x="88985" y="8684"/>
                </a:lnTo>
                <a:lnTo>
                  <a:pt x="89547" y="9348"/>
                </a:lnTo>
                <a:lnTo>
                  <a:pt x="90109" y="10166"/>
                </a:lnTo>
                <a:lnTo>
                  <a:pt x="90670" y="11187"/>
                </a:lnTo>
                <a:lnTo>
                  <a:pt x="91283" y="12413"/>
                </a:lnTo>
                <a:lnTo>
                  <a:pt x="91794" y="13690"/>
                </a:lnTo>
                <a:lnTo>
                  <a:pt x="92101" y="14814"/>
                </a:lnTo>
                <a:lnTo>
                  <a:pt x="92305" y="15683"/>
                </a:lnTo>
                <a:lnTo>
                  <a:pt x="92305" y="16040"/>
                </a:lnTo>
                <a:lnTo>
                  <a:pt x="92305" y="16398"/>
                </a:lnTo>
                <a:lnTo>
                  <a:pt x="92305" y="16653"/>
                </a:lnTo>
                <a:lnTo>
                  <a:pt x="92203" y="16909"/>
                </a:lnTo>
                <a:lnTo>
                  <a:pt x="92101" y="17113"/>
                </a:lnTo>
                <a:lnTo>
                  <a:pt x="91947" y="17266"/>
                </a:lnTo>
                <a:lnTo>
                  <a:pt x="91794" y="17419"/>
                </a:lnTo>
                <a:lnTo>
                  <a:pt x="91590" y="17470"/>
                </a:lnTo>
                <a:lnTo>
                  <a:pt x="91386" y="17573"/>
                </a:lnTo>
                <a:lnTo>
                  <a:pt x="90773" y="17573"/>
                </a:lnTo>
                <a:lnTo>
                  <a:pt x="90517" y="17522"/>
                </a:lnTo>
                <a:lnTo>
                  <a:pt x="90262" y="17470"/>
                </a:lnTo>
                <a:lnTo>
                  <a:pt x="90006" y="17317"/>
                </a:lnTo>
                <a:lnTo>
                  <a:pt x="89444" y="17011"/>
                </a:lnTo>
                <a:lnTo>
                  <a:pt x="88934" y="16500"/>
                </a:lnTo>
                <a:lnTo>
                  <a:pt x="88372" y="15836"/>
                </a:lnTo>
                <a:lnTo>
                  <a:pt x="87810" y="14967"/>
                </a:lnTo>
                <a:lnTo>
                  <a:pt x="87197" y="13946"/>
                </a:lnTo>
                <a:lnTo>
                  <a:pt x="86635" y="12669"/>
                </a:lnTo>
                <a:lnTo>
                  <a:pt x="86073" y="11392"/>
                </a:lnTo>
                <a:lnTo>
                  <a:pt x="85767" y="10370"/>
                </a:lnTo>
                <a:lnTo>
                  <a:pt x="85613" y="9502"/>
                </a:lnTo>
                <a:lnTo>
                  <a:pt x="85562" y="9144"/>
                </a:lnTo>
                <a:lnTo>
                  <a:pt x="85562" y="8787"/>
                </a:lnTo>
                <a:lnTo>
                  <a:pt x="85613" y="8531"/>
                </a:lnTo>
                <a:lnTo>
                  <a:pt x="85716" y="8327"/>
                </a:lnTo>
                <a:lnTo>
                  <a:pt x="85818" y="8123"/>
                </a:lnTo>
                <a:lnTo>
                  <a:pt x="85971" y="7969"/>
                </a:lnTo>
                <a:lnTo>
                  <a:pt x="86124" y="7816"/>
                </a:lnTo>
                <a:lnTo>
                  <a:pt x="86329" y="7714"/>
                </a:lnTo>
                <a:lnTo>
                  <a:pt x="86533" y="7663"/>
                </a:lnTo>
                <a:close/>
                <a:moveTo>
                  <a:pt x="112840" y="4189"/>
                </a:moveTo>
                <a:lnTo>
                  <a:pt x="112329" y="4240"/>
                </a:lnTo>
                <a:lnTo>
                  <a:pt x="111869" y="4394"/>
                </a:lnTo>
                <a:lnTo>
                  <a:pt x="111461" y="4547"/>
                </a:lnTo>
                <a:lnTo>
                  <a:pt x="111103" y="4751"/>
                </a:lnTo>
                <a:lnTo>
                  <a:pt x="110745" y="5007"/>
                </a:lnTo>
                <a:lnTo>
                  <a:pt x="110490" y="5313"/>
                </a:lnTo>
                <a:lnTo>
                  <a:pt x="110286" y="5722"/>
                </a:lnTo>
                <a:lnTo>
                  <a:pt x="110132" y="6130"/>
                </a:lnTo>
                <a:lnTo>
                  <a:pt x="110081" y="6590"/>
                </a:lnTo>
                <a:lnTo>
                  <a:pt x="110030" y="7101"/>
                </a:lnTo>
                <a:lnTo>
                  <a:pt x="110081" y="7714"/>
                </a:lnTo>
                <a:lnTo>
                  <a:pt x="110132" y="8327"/>
                </a:lnTo>
                <a:lnTo>
                  <a:pt x="110286" y="8991"/>
                </a:lnTo>
                <a:lnTo>
                  <a:pt x="110490" y="9706"/>
                </a:lnTo>
                <a:lnTo>
                  <a:pt x="110745" y="10472"/>
                </a:lnTo>
                <a:lnTo>
                  <a:pt x="111103" y="11239"/>
                </a:lnTo>
                <a:lnTo>
                  <a:pt x="111461" y="12056"/>
                </a:lnTo>
                <a:lnTo>
                  <a:pt x="111869" y="12771"/>
                </a:lnTo>
                <a:lnTo>
                  <a:pt x="112227" y="13486"/>
                </a:lnTo>
                <a:lnTo>
                  <a:pt x="112687" y="14099"/>
                </a:lnTo>
                <a:lnTo>
                  <a:pt x="113095" y="14712"/>
                </a:lnTo>
                <a:lnTo>
                  <a:pt x="113555" y="15274"/>
                </a:lnTo>
                <a:lnTo>
                  <a:pt x="114015" y="15734"/>
                </a:lnTo>
                <a:lnTo>
                  <a:pt x="114474" y="16193"/>
                </a:lnTo>
                <a:lnTo>
                  <a:pt x="114985" y="16602"/>
                </a:lnTo>
                <a:lnTo>
                  <a:pt x="115496" y="16909"/>
                </a:lnTo>
                <a:lnTo>
                  <a:pt x="115956" y="17215"/>
                </a:lnTo>
                <a:lnTo>
                  <a:pt x="116467" y="17470"/>
                </a:lnTo>
                <a:lnTo>
                  <a:pt x="116977" y="17675"/>
                </a:lnTo>
                <a:lnTo>
                  <a:pt x="117539" y="17777"/>
                </a:lnTo>
                <a:lnTo>
                  <a:pt x="118050" y="17879"/>
                </a:lnTo>
                <a:lnTo>
                  <a:pt x="118867" y="17879"/>
                </a:lnTo>
                <a:lnTo>
                  <a:pt x="119378" y="17828"/>
                </a:lnTo>
                <a:lnTo>
                  <a:pt x="119838" y="17726"/>
                </a:lnTo>
                <a:lnTo>
                  <a:pt x="120247" y="17522"/>
                </a:lnTo>
                <a:lnTo>
                  <a:pt x="120604" y="17317"/>
                </a:lnTo>
                <a:lnTo>
                  <a:pt x="120911" y="17062"/>
                </a:lnTo>
                <a:lnTo>
                  <a:pt x="121166" y="16704"/>
                </a:lnTo>
                <a:lnTo>
                  <a:pt x="121370" y="16347"/>
                </a:lnTo>
                <a:lnTo>
                  <a:pt x="121524" y="15887"/>
                </a:lnTo>
                <a:lnTo>
                  <a:pt x="121626" y="15427"/>
                </a:lnTo>
                <a:lnTo>
                  <a:pt x="121677" y="14916"/>
                </a:lnTo>
                <a:lnTo>
                  <a:pt x="121626" y="14303"/>
                </a:lnTo>
                <a:lnTo>
                  <a:pt x="121524" y="13690"/>
                </a:lnTo>
                <a:lnTo>
                  <a:pt x="121370" y="13026"/>
                </a:lnTo>
                <a:lnTo>
                  <a:pt x="121166" y="12311"/>
                </a:lnTo>
                <a:lnTo>
                  <a:pt x="120911" y="11494"/>
                </a:lnTo>
                <a:lnTo>
                  <a:pt x="120553" y="10728"/>
                </a:lnTo>
                <a:lnTo>
                  <a:pt x="120196" y="9910"/>
                </a:lnTo>
                <a:lnTo>
                  <a:pt x="119838" y="9195"/>
                </a:lnTo>
                <a:lnTo>
                  <a:pt x="119429" y="8531"/>
                </a:lnTo>
                <a:lnTo>
                  <a:pt x="119021" y="7867"/>
                </a:lnTo>
                <a:lnTo>
                  <a:pt x="118561" y="7305"/>
                </a:lnTo>
                <a:lnTo>
                  <a:pt x="118152" y="6743"/>
                </a:lnTo>
                <a:lnTo>
                  <a:pt x="117693" y="6284"/>
                </a:lnTo>
                <a:lnTo>
                  <a:pt x="117182" y="5824"/>
                </a:lnTo>
                <a:lnTo>
                  <a:pt x="116722" y="5466"/>
                </a:lnTo>
                <a:lnTo>
                  <a:pt x="116211" y="5109"/>
                </a:lnTo>
                <a:lnTo>
                  <a:pt x="115751" y="4853"/>
                </a:lnTo>
                <a:lnTo>
                  <a:pt x="115241" y="4598"/>
                </a:lnTo>
                <a:lnTo>
                  <a:pt x="114730" y="4445"/>
                </a:lnTo>
                <a:lnTo>
                  <a:pt x="114219" y="4291"/>
                </a:lnTo>
                <a:lnTo>
                  <a:pt x="113657" y="4240"/>
                </a:lnTo>
                <a:lnTo>
                  <a:pt x="113146" y="4189"/>
                </a:lnTo>
                <a:close/>
                <a:moveTo>
                  <a:pt x="75652" y="8327"/>
                </a:moveTo>
                <a:lnTo>
                  <a:pt x="76163" y="8378"/>
                </a:lnTo>
                <a:lnTo>
                  <a:pt x="76674" y="8531"/>
                </a:lnTo>
                <a:lnTo>
                  <a:pt x="77185" y="8889"/>
                </a:lnTo>
                <a:lnTo>
                  <a:pt x="77747" y="9348"/>
                </a:lnTo>
                <a:lnTo>
                  <a:pt x="78258" y="10013"/>
                </a:lnTo>
                <a:lnTo>
                  <a:pt x="78820" y="10830"/>
                </a:lnTo>
                <a:lnTo>
                  <a:pt x="79432" y="11851"/>
                </a:lnTo>
                <a:lnTo>
                  <a:pt x="79994" y="13077"/>
                </a:lnTo>
                <a:lnTo>
                  <a:pt x="80505" y="14354"/>
                </a:lnTo>
                <a:lnTo>
                  <a:pt x="80863" y="15427"/>
                </a:lnTo>
                <a:lnTo>
                  <a:pt x="81067" y="16347"/>
                </a:lnTo>
                <a:lnTo>
                  <a:pt x="81067" y="16704"/>
                </a:lnTo>
                <a:lnTo>
                  <a:pt x="81067" y="17011"/>
                </a:lnTo>
                <a:lnTo>
                  <a:pt x="81016" y="17317"/>
                </a:lnTo>
                <a:lnTo>
                  <a:pt x="80965" y="17573"/>
                </a:lnTo>
                <a:lnTo>
                  <a:pt x="80863" y="17777"/>
                </a:lnTo>
                <a:lnTo>
                  <a:pt x="80710" y="17930"/>
                </a:lnTo>
                <a:lnTo>
                  <a:pt x="80556" y="18083"/>
                </a:lnTo>
                <a:lnTo>
                  <a:pt x="80352" y="18134"/>
                </a:lnTo>
                <a:lnTo>
                  <a:pt x="80148" y="18237"/>
                </a:lnTo>
                <a:lnTo>
                  <a:pt x="79535" y="18237"/>
                </a:lnTo>
                <a:lnTo>
                  <a:pt x="79279" y="18186"/>
                </a:lnTo>
                <a:lnTo>
                  <a:pt x="79024" y="18083"/>
                </a:lnTo>
                <a:lnTo>
                  <a:pt x="78768" y="17981"/>
                </a:lnTo>
                <a:lnTo>
                  <a:pt x="78207" y="17675"/>
                </a:lnTo>
                <a:lnTo>
                  <a:pt x="77645" y="17164"/>
                </a:lnTo>
                <a:lnTo>
                  <a:pt x="77083" y="16500"/>
                </a:lnTo>
                <a:lnTo>
                  <a:pt x="76521" y="15631"/>
                </a:lnTo>
                <a:lnTo>
                  <a:pt x="75959" y="14610"/>
                </a:lnTo>
                <a:lnTo>
                  <a:pt x="75346" y="13333"/>
                </a:lnTo>
                <a:lnTo>
                  <a:pt x="74835" y="12056"/>
                </a:lnTo>
                <a:lnTo>
                  <a:pt x="74529" y="10983"/>
                </a:lnTo>
                <a:lnTo>
                  <a:pt x="74375" y="10574"/>
                </a:lnTo>
                <a:lnTo>
                  <a:pt x="74324" y="10166"/>
                </a:lnTo>
                <a:lnTo>
                  <a:pt x="74324" y="9808"/>
                </a:lnTo>
                <a:lnTo>
                  <a:pt x="74324" y="9451"/>
                </a:lnTo>
                <a:lnTo>
                  <a:pt x="74375" y="9195"/>
                </a:lnTo>
                <a:lnTo>
                  <a:pt x="74427" y="8940"/>
                </a:lnTo>
                <a:lnTo>
                  <a:pt x="74580" y="8787"/>
                </a:lnTo>
                <a:lnTo>
                  <a:pt x="74682" y="8633"/>
                </a:lnTo>
                <a:lnTo>
                  <a:pt x="74886" y="8480"/>
                </a:lnTo>
                <a:lnTo>
                  <a:pt x="75091" y="8378"/>
                </a:lnTo>
                <a:lnTo>
                  <a:pt x="75295" y="8327"/>
                </a:lnTo>
                <a:close/>
                <a:moveTo>
                  <a:pt x="101602" y="4853"/>
                </a:moveTo>
                <a:lnTo>
                  <a:pt x="101091" y="4904"/>
                </a:lnTo>
                <a:lnTo>
                  <a:pt x="100631" y="5007"/>
                </a:lnTo>
                <a:lnTo>
                  <a:pt x="100172" y="5211"/>
                </a:lnTo>
                <a:lnTo>
                  <a:pt x="99814" y="5415"/>
                </a:lnTo>
                <a:lnTo>
                  <a:pt x="99508" y="5671"/>
                </a:lnTo>
                <a:lnTo>
                  <a:pt x="99252" y="5977"/>
                </a:lnTo>
                <a:lnTo>
                  <a:pt x="99048" y="6386"/>
                </a:lnTo>
                <a:lnTo>
                  <a:pt x="98895" y="6794"/>
                </a:lnTo>
                <a:lnTo>
                  <a:pt x="98792" y="7254"/>
                </a:lnTo>
                <a:lnTo>
                  <a:pt x="98792" y="7765"/>
                </a:lnTo>
                <a:lnTo>
                  <a:pt x="98792" y="8327"/>
                </a:lnTo>
                <a:lnTo>
                  <a:pt x="98895" y="8991"/>
                </a:lnTo>
                <a:lnTo>
                  <a:pt x="99048" y="9655"/>
                </a:lnTo>
                <a:lnTo>
                  <a:pt x="99252" y="10370"/>
                </a:lnTo>
                <a:lnTo>
                  <a:pt x="99508" y="11085"/>
                </a:lnTo>
                <a:lnTo>
                  <a:pt x="99814" y="11903"/>
                </a:lnTo>
                <a:lnTo>
                  <a:pt x="100223" y="12720"/>
                </a:lnTo>
                <a:lnTo>
                  <a:pt x="100580" y="13435"/>
                </a:lnTo>
                <a:lnTo>
                  <a:pt x="100989" y="14150"/>
                </a:lnTo>
                <a:lnTo>
                  <a:pt x="101398" y="14763"/>
                </a:lnTo>
                <a:lnTo>
                  <a:pt x="101857" y="15376"/>
                </a:lnTo>
                <a:lnTo>
                  <a:pt x="102317" y="15938"/>
                </a:lnTo>
                <a:lnTo>
                  <a:pt x="102777" y="16398"/>
                </a:lnTo>
                <a:lnTo>
                  <a:pt x="103236" y="16857"/>
                </a:lnTo>
                <a:lnTo>
                  <a:pt x="103696" y="17266"/>
                </a:lnTo>
                <a:lnTo>
                  <a:pt x="104207" y="17573"/>
                </a:lnTo>
                <a:lnTo>
                  <a:pt x="104718" y="17879"/>
                </a:lnTo>
                <a:lnTo>
                  <a:pt x="105229" y="18134"/>
                </a:lnTo>
                <a:lnTo>
                  <a:pt x="105739" y="18288"/>
                </a:lnTo>
                <a:lnTo>
                  <a:pt x="106250" y="18441"/>
                </a:lnTo>
                <a:lnTo>
                  <a:pt x="106812" y="18543"/>
                </a:lnTo>
                <a:lnTo>
                  <a:pt x="107629" y="18543"/>
                </a:lnTo>
                <a:lnTo>
                  <a:pt x="108140" y="18492"/>
                </a:lnTo>
                <a:lnTo>
                  <a:pt x="108600" y="18390"/>
                </a:lnTo>
                <a:lnTo>
                  <a:pt x="109009" y="18186"/>
                </a:lnTo>
                <a:lnTo>
                  <a:pt x="109366" y="17981"/>
                </a:lnTo>
                <a:lnTo>
                  <a:pt x="109673" y="17726"/>
                </a:lnTo>
                <a:lnTo>
                  <a:pt x="109928" y="17368"/>
                </a:lnTo>
                <a:lnTo>
                  <a:pt x="110132" y="17011"/>
                </a:lnTo>
                <a:lnTo>
                  <a:pt x="110286" y="16551"/>
                </a:lnTo>
                <a:lnTo>
                  <a:pt x="110388" y="16091"/>
                </a:lnTo>
                <a:lnTo>
                  <a:pt x="110388" y="15529"/>
                </a:lnTo>
                <a:lnTo>
                  <a:pt x="110388" y="14967"/>
                </a:lnTo>
                <a:lnTo>
                  <a:pt x="110286" y="14354"/>
                </a:lnTo>
                <a:lnTo>
                  <a:pt x="110132" y="13690"/>
                </a:lnTo>
                <a:lnTo>
                  <a:pt x="109928" y="12924"/>
                </a:lnTo>
                <a:lnTo>
                  <a:pt x="109673" y="12158"/>
                </a:lnTo>
                <a:lnTo>
                  <a:pt x="109315" y="11341"/>
                </a:lnTo>
                <a:lnTo>
                  <a:pt x="108958" y="10574"/>
                </a:lnTo>
                <a:lnTo>
                  <a:pt x="108549" y="9859"/>
                </a:lnTo>
                <a:lnTo>
                  <a:pt x="108191" y="9195"/>
                </a:lnTo>
                <a:lnTo>
                  <a:pt x="107732" y="8531"/>
                </a:lnTo>
                <a:lnTo>
                  <a:pt x="107323" y="7969"/>
                </a:lnTo>
                <a:lnTo>
                  <a:pt x="106863" y="7407"/>
                </a:lnTo>
                <a:lnTo>
                  <a:pt x="106404" y="6948"/>
                </a:lnTo>
                <a:lnTo>
                  <a:pt x="105944" y="6488"/>
                </a:lnTo>
                <a:lnTo>
                  <a:pt x="105484" y="6130"/>
                </a:lnTo>
                <a:lnTo>
                  <a:pt x="104973" y="5773"/>
                </a:lnTo>
                <a:lnTo>
                  <a:pt x="104462" y="5517"/>
                </a:lnTo>
                <a:lnTo>
                  <a:pt x="104003" y="5262"/>
                </a:lnTo>
                <a:lnTo>
                  <a:pt x="103492" y="5109"/>
                </a:lnTo>
                <a:lnTo>
                  <a:pt x="102930" y="4955"/>
                </a:lnTo>
                <a:lnTo>
                  <a:pt x="102419" y="4853"/>
                </a:lnTo>
                <a:close/>
                <a:moveTo>
                  <a:pt x="64415" y="8991"/>
                </a:moveTo>
                <a:lnTo>
                  <a:pt x="64925" y="9042"/>
                </a:lnTo>
                <a:lnTo>
                  <a:pt x="65181" y="9093"/>
                </a:lnTo>
                <a:lnTo>
                  <a:pt x="65436" y="9195"/>
                </a:lnTo>
                <a:lnTo>
                  <a:pt x="65947" y="9553"/>
                </a:lnTo>
                <a:lnTo>
                  <a:pt x="66509" y="10013"/>
                </a:lnTo>
                <a:lnTo>
                  <a:pt x="67020" y="10626"/>
                </a:lnTo>
                <a:lnTo>
                  <a:pt x="67582" y="11494"/>
                </a:lnTo>
                <a:lnTo>
                  <a:pt x="68195" y="12516"/>
                </a:lnTo>
                <a:lnTo>
                  <a:pt x="68756" y="13741"/>
                </a:lnTo>
                <a:lnTo>
                  <a:pt x="69267" y="15019"/>
                </a:lnTo>
                <a:lnTo>
                  <a:pt x="69625" y="16091"/>
                </a:lnTo>
                <a:lnTo>
                  <a:pt x="69778" y="17011"/>
                </a:lnTo>
                <a:lnTo>
                  <a:pt x="69829" y="17368"/>
                </a:lnTo>
                <a:lnTo>
                  <a:pt x="69829" y="17675"/>
                </a:lnTo>
                <a:lnTo>
                  <a:pt x="69778" y="17981"/>
                </a:lnTo>
                <a:lnTo>
                  <a:pt x="69727" y="18237"/>
                </a:lnTo>
                <a:lnTo>
                  <a:pt x="69574" y="18441"/>
                </a:lnTo>
                <a:lnTo>
                  <a:pt x="69472" y="18594"/>
                </a:lnTo>
                <a:lnTo>
                  <a:pt x="69318" y="18696"/>
                </a:lnTo>
                <a:lnTo>
                  <a:pt x="69114" y="18799"/>
                </a:lnTo>
                <a:lnTo>
                  <a:pt x="68859" y="18901"/>
                </a:lnTo>
                <a:lnTo>
                  <a:pt x="68297" y="18901"/>
                </a:lnTo>
                <a:lnTo>
                  <a:pt x="68041" y="18850"/>
                </a:lnTo>
                <a:lnTo>
                  <a:pt x="67786" y="18747"/>
                </a:lnTo>
                <a:lnTo>
                  <a:pt x="67479" y="18645"/>
                </a:lnTo>
                <a:lnTo>
                  <a:pt x="66969" y="18339"/>
                </a:lnTo>
                <a:lnTo>
                  <a:pt x="66407" y="17828"/>
                </a:lnTo>
                <a:lnTo>
                  <a:pt x="65845" y="17164"/>
                </a:lnTo>
                <a:lnTo>
                  <a:pt x="65283" y="16296"/>
                </a:lnTo>
                <a:lnTo>
                  <a:pt x="64721" y="15274"/>
                </a:lnTo>
                <a:lnTo>
                  <a:pt x="64108" y="13997"/>
                </a:lnTo>
                <a:lnTo>
                  <a:pt x="63597" y="12720"/>
                </a:lnTo>
                <a:lnTo>
                  <a:pt x="63240" y="11647"/>
                </a:lnTo>
                <a:lnTo>
                  <a:pt x="63086" y="10779"/>
                </a:lnTo>
                <a:lnTo>
                  <a:pt x="63086" y="10421"/>
                </a:lnTo>
                <a:lnTo>
                  <a:pt x="63086" y="10115"/>
                </a:lnTo>
                <a:lnTo>
                  <a:pt x="63137" y="9859"/>
                </a:lnTo>
                <a:lnTo>
                  <a:pt x="63189" y="9604"/>
                </a:lnTo>
                <a:lnTo>
                  <a:pt x="63291" y="9451"/>
                </a:lnTo>
                <a:lnTo>
                  <a:pt x="63444" y="9246"/>
                </a:lnTo>
                <a:lnTo>
                  <a:pt x="63648" y="9144"/>
                </a:lnTo>
                <a:lnTo>
                  <a:pt x="63802" y="9042"/>
                </a:lnTo>
                <a:lnTo>
                  <a:pt x="64057" y="8991"/>
                </a:lnTo>
                <a:close/>
                <a:moveTo>
                  <a:pt x="85971" y="5773"/>
                </a:moveTo>
                <a:lnTo>
                  <a:pt x="85409" y="5824"/>
                </a:lnTo>
                <a:lnTo>
                  <a:pt x="84949" y="5926"/>
                </a:lnTo>
                <a:lnTo>
                  <a:pt x="84541" y="6130"/>
                </a:lnTo>
                <a:lnTo>
                  <a:pt x="84183" y="6335"/>
                </a:lnTo>
                <a:lnTo>
                  <a:pt x="83877" y="6590"/>
                </a:lnTo>
                <a:lnTo>
                  <a:pt x="83621" y="6897"/>
                </a:lnTo>
                <a:lnTo>
                  <a:pt x="83417" y="7305"/>
                </a:lnTo>
                <a:lnTo>
                  <a:pt x="83264" y="7714"/>
                </a:lnTo>
                <a:lnTo>
                  <a:pt x="83161" y="8174"/>
                </a:lnTo>
                <a:lnTo>
                  <a:pt x="83110" y="8684"/>
                </a:lnTo>
                <a:lnTo>
                  <a:pt x="83161" y="9246"/>
                </a:lnTo>
                <a:lnTo>
                  <a:pt x="83264" y="9859"/>
                </a:lnTo>
                <a:lnTo>
                  <a:pt x="83366" y="10574"/>
                </a:lnTo>
                <a:lnTo>
                  <a:pt x="83621" y="11290"/>
                </a:lnTo>
                <a:lnTo>
                  <a:pt x="83877" y="12005"/>
                </a:lnTo>
                <a:lnTo>
                  <a:pt x="84183" y="12822"/>
                </a:lnTo>
                <a:lnTo>
                  <a:pt x="84541" y="13639"/>
                </a:lnTo>
                <a:lnTo>
                  <a:pt x="84949" y="14354"/>
                </a:lnTo>
                <a:lnTo>
                  <a:pt x="85358" y="15070"/>
                </a:lnTo>
                <a:lnTo>
                  <a:pt x="85767" y="15683"/>
                </a:lnTo>
                <a:lnTo>
                  <a:pt x="86226" y="16296"/>
                </a:lnTo>
                <a:lnTo>
                  <a:pt x="86635" y="16806"/>
                </a:lnTo>
                <a:lnTo>
                  <a:pt x="87146" y="17317"/>
                </a:lnTo>
                <a:lnTo>
                  <a:pt x="87606" y="17777"/>
                </a:lnTo>
                <a:lnTo>
                  <a:pt x="88065" y="18186"/>
                </a:lnTo>
                <a:lnTo>
                  <a:pt x="88576" y="18492"/>
                </a:lnTo>
                <a:lnTo>
                  <a:pt x="89087" y="18799"/>
                </a:lnTo>
                <a:lnTo>
                  <a:pt x="89598" y="19054"/>
                </a:lnTo>
                <a:lnTo>
                  <a:pt x="90109" y="19207"/>
                </a:lnTo>
                <a:lnTo>
                  <a:pt x="90619" y="19360"/>
                </a:lnTo>
                <a:lnTo>
                  <a:pt x="91130" y="19463"/>
                </a:lnTo>
                <a:lnTo>
                  <a:pt x="91947" y="19463"/>
                </a:lnTo>
                <a:lnTo>
                  <a:pt x="92458" y="19412"/>
                </a:lnTo>
                <a:lnTo>
                  <a:pt x="92969" y="19309"/>
                </a:lnTo>
                <a:lnTo>
                  <a:pt x="93378" y="19105"/>
                </a:lnTo>
                <a:lnTo>
                  <a:pt x="93735" y="18901"/>
                </a:lnTo>
                <a:lnTo>
                  <a:pt x="94042" y="18594"/>
                </a:lnTo>
                <a:lnTo>
                  <a:pt x="94297" y="18288"/>
                </a:lnTo>
                <a:lnTo>
                  <a:pt x="94502" y="17930"/>
                </a:lnTo>
                <a:lnTo>
                  <a:pt x="94655" y="17470"/>
                </a:lnTo>
                <a:lnTo>
                  <a:pt x="94706" y="17011"/>
                </a:lnTo>
                <a:lnTo>
                  <a:pt x="94757" y="16449"/>
                </a:lnTo>
                <a:lnTo>
                  <a:pt x="94757" y="15887"/>
                </a:lnTo>
                <a:lnTo>
                  <a:pt x="94655" y="15274"/>
                </a:lnTo>
                <a:lnTo>
                  <a:pt x="94502" y="14610"/>
                </a:lnTo>
                <a:lnTo>
                  <a:pt x="94297" y="13844"/>
                </a:lnTo>
                <a:lnTo>
                  <a:pt x="93991" y="13077"/>
                </a:lnTo>
                <a:lnTo>
                  <a:pt x="93684" y="12260"/>
                </a:lnTo>
                <a:lnTo>
                  <a:pt x="93327" y="11494"/>
                </a:lnTo>
                <a:lnTo>
                  <a:pt x="92918" y="10779"/>
                </a:lnTo>
                <a:lnTo>
                  <a:pt x="92509" y="10115"/>
                </a:lnTo>
                <a:lnTo>
                  <a:pt x="92101" y="9451"/>
                </a:lnTo>
                <a:lnTo>
                  <a:pt x="91692" y="8889"/>
                </a:lnTo>
                <a:lnTo>
                  <a:pt x="91232" y="8327"/>
                </a:lnTo>
                <a:lnTo>
                  <a:pt x="90773" y="7867"/>
                </a:lnTo>
                <a:lnTo>
                  <a:pt x="90313" y="7407"/>
                </a:lnTo>
                <a:lnTo>
                  <a:pt x="89853" y="7050"/>
                </a:lnTo>
                <a:lnTo>
                  <a:pt x="89342" y="6692"/>
                </a:lnTo>
                <a:lnTo>
                  <a:pt x="88831" y="6437"/>
                </a:lnTo>
                <a:lnTo>
                  <a:pt x="88321" y="6181"/>
                </a:lnTo>
                <a:lnTo>
                  <a:pt x="87810" y="6028"/>
                </a:lnTo>
                <a:lnTo>
                  <a:pt x="87299" y="5875"/>
                </a:lnTo>
                <a:lnTo>
                  <a:pt x="86788" y="5773"/>
                </a:lnTo>
                <a:close/>
                <a:moveTo>
                  <a:pt x="53177" y="9604"/>
                </a:moveTo>
                <a:lnTo>
                  <a:pt x="53636" y="9706"/>
                </a:lnTo>
                <a:lnTo>
                  <a:pt x="54147" y="9859"/>
                </a:lnTo>
                <a:lnTo>
                  <a:pt x="54709" y="10166"/>
                </a:lnTo>
                <a:lnTo>
                  <a:pt x="55220" y="10677"/>
                </a:lnTo>
                <a:lnTo>
                  <a:pt x="55782" y="11290"/>
                </a:lnTo>
                <a:lnTo>
                  <a:pt x="56344" y="12158"/>
                </a:lnTo>
                <a:lnTo>
                  <a:pt x="56906" y="13180"/>
                </a:lnTo>
                <a:lnTo>
                  <a:pt x="57519" y="14406"/>
                </a:lnTo>
                <a:lnTo>
                  <a:pt x="58029" y="15683"/>
                </a:lnTo>
                <a:lnTo>
                  <a:pt x="58387" y="16755"/>
                </a:lnTo>
                <a:lnTo>
                  <a:pt x="58540" y="17675"/>
                </a:lnTo>
                <a:lnTo>
                  <a:pt x="58591" y="18032"/>
                </a:lnTo>
                <a:lnTo>
                  <a:pt x="58591" y="18339"/>
                </a:lnTo>
                <a:lnTo>
                  <a:pt x="58540" y="18645"/>
                </a:lnTo>
                <a:lnTo>
                  <a:pt x="58438" y="18901"/>
                </a:lnTo>
                <a:lnTo>
                  <a:pt x="58336" y="19105"/>
                </a:lnTo>
                <a:lnTo>
                  <a:pt x="58234" y="19258"/>
                </a:lnTo>
                <a:lnTo>
                  <a:pt x="58029" y="19360"/>
                </a:lnTo>
                <a:lnTo>
                  <a:pt x="57876" y="19463"/>
                </a:lnTo>
                <a:lnTo>
                  <a:pt x="57621" y="19514"/>
                </a:lnTo>
                <a:lnTo>
                  <a:pt x="57416" y="19565"/>
                </a:lnTo>
                <a:lnTo>
                  <a:pt x="57008" y="19565"/>
                </a:lnTo>
                <a:lnTo>
                  <a:pt x="56752" y="19514"/>
                </a:lnTo>
                <a:lnTo>
                  <a:pt x="56497" y="19412"/>
                </a:lnTo>
                <a:lnTo>
                  <a:pt x="56241" y="19309"/>
                </a:lnTo>
                <a:lnTo>
                  <a:pt x="55731" y="18952"/>
                </a:lnTo>
                <a:lnTo>
                  <a:pt x="55169" y="18492"/>
                </a:lnTo>
                <a:lnTo>
                  <a:pt x="54607" y="17828"/>
                </a:lnTo>
                <a:lnTo>
                  <a:pt x="54045" y="16960"/>
                </a:lnTo>
                <a:lnTo>
                  <a:pt x="53432" y="15938"/>
                </a:lnTo>
                <a:lnTo>
                  <a:pt x="52870" y="14661"/>
                </a:lnTo>
                <a:lnTo>
                  <a:pt x="52359" y="13384"/>
                </a:lnTo>
                <a:lnTo>
                  <a:pt x="52002" y="12311"/>
                </a:lnTo>
                <a:lnTo>
                  <a:pt x="51900" y="11851"/>
                </a:lnTo>
                <a:lnTo>
                  <a:pt x="51848" y="11443"/>
                </a:lnTo>
                <a:lnTo>
                  <a:pt x="51797" y="11085"/>
                </a:lnTo>
                <a:lnTo>
                  <a:pt x="51848" y="10779"/>
                </a:lnTo>
                <a:lnTo>
                  <a:pt x="51848" y="10523"/>
                </a:lnTo>
                <a:lnTo>
                  <a:pt x="51951" y="10268"/>
                </a:lnTo>
                <a:lnTo>
                  <a:pt x="52053" y="10064"/>
                </a:lnTo>
                <a:lnTo>
                  <a:pt x="52206" y="9910"/>
                </a:lnTo>
                <a:lnTo>
                  <a:pt x="52359" y="9808"/>
                </a:lnTo>
                <a:lnTo>
                  <a:pt x="52564" y="9706"/>
                </a:lnTo>
                <a:lnTo>
                  <a:pt x="52768" y="9655"/>
                </a:lnTo>
                <a:lnTo>
                  <a:pt x="53023" y="9655"/>
                </a:lnTo>
                <a:lnTo>
                  <a:pt x="53177" y="9604"/>
                </a:lnTo>
                <a:close/>
                <a:moveTo>
                  <a:pt x="74733" y="6437"/>
                </a:moveTo>
                <a:lnTo>
                  <a:pt x="74171" y="6488"/>
                </a:lnTo>
                <a:lnTo>
                  <a:pt x="73711" y="6590"/>
                </a:lnTo>
                <a:lnTo>
                  <a:pt x="73303" y="6794"/>
                </a:lnTo>
                <a:lnTo>
                  <a:pt x="72945" y="6999"/>
                </a:lnTo>
                <a:lnTo>
                  <a:pt x="72639" y="7254"/>
                </a:lnTo>
                <a:lnTo>
                  <a:pt x="72383" y="7561"/>
                </a:lnTo>
                <a:lnTo>
                  <a:pt x="72179" y="7969"/>
                </a:lnTo>
                <a:lnTo>
                  <a:pt x="72026" y="8378"/>
                </a:lnTo>
                <a:lnTo>
                  <a:pt x="71924" y="8838"/>
                </a:lnTo>
                <a:lnTo>
                  <a:pt x="71872" y="9348"/>
                </a:lnTo>
                <a:lnTo>
                  <a:pt x="71924" y="9910"/>
                </a:lnTo>
                <a:lnTo>
                  <a:pt x="71975" y="10523"/>
                </a:lnTo>
                <a:lnTo>
                  <a:pt x="72128" y="11187"/>
                </a:lnTo>
                <a:lnTo>
                  <a:pt x="72332" y="11903"/>
                </a:lnTo>
                <a:lnTo>
                  <a:pt x="72588" y="12669"/>
                </a:lnTo>
                <a:lnTo>
                  <a:pt x="72945" y="13486"/>
                </a:lnTo>
                <a:lnTo>
                  <a:pt x="73303" y="14303"/>
                </a:lnTo>
                <a:lnTo>
                  <a:pt x="73711" y="15019"/>
                </a:lnTo>
                <a:lnTo>
                  <a:pt x="74120" y="15734"/>
                </a:lnTo>
                <a:lnTo>
                  <a:pt x="74529" y="16347"/>
                </a:lnTo>
                <a:lnTo>
                  <a:pt x="74937" y="16960"/>
                </a:lnTo>
                <a:lnTo>
                  <a:pt x="75397" y="17470"/>
                </a:lnTo>
                <a:lnTo>
                  <a:pt x="75857" y="17981"/>
                </a:lnTo>
                <a:lnTo>
                  <a:pt x="76368" y="18441"/>
                </a:lnTo>
                <a:lnTo>
                  <a:pt x="76827" y="18799"/>
                </a:lnTo>
                <a:lnTo>
                  <a:pt x="77338" y="19156"/>
                </a:lnTo>
                <a:lnTo>
                  <a:pt x="77849" y="19463"/>
                </a:lnTo>
                <a:lnTo>
                  <a:pt x="78360" y="19718"/>
                </a:lnTo>
                <a:lnTo>
                  <a:pt x="78871" y="19871"/>
                </a:lnTo>
                <a:lnTo>
                  <a:pt x="79381" y="20024"/>
                </a:lnTo>
                <a:lnTo>
                  <a:pt x="79892" y="20127"/>
                </a:lnTo>
                <a:lnTo>
                  <a:pt x="80710" y="20127"/>
                </a:lnTo>
                <a:lnTo>
                  <a:pt x="81220" y="20076"/>
                </a:lnTo>
                <a:lnTo>
                  <a:pt x="81680" y="19922"/>
                </a:lnTo>
                <a:lnTo>
                  <a:pt x="82140" y="19769"/>
                </a:lnTo>
                <a:lnTo>
                  <a:pt x="82497" y="19565"/>
                </a:lnTo>
                <a:lnTo>
                  <a:pt x="82804" y="19258"/>
                </a:lnTo>
                <a:lnTo>
                  <a:pt x="83059" y="18952"/>
                </a:lnTo>
                <a:lnTo>
                  <a:pt x="83264" y="18594"/>
                </a:lnTo>
                <a:lnTo>
                  <a:pt x="83366" y="18134"/>
                </a:lnTo>
                <a:lnTo>
                  <a:pt x="83468" y="17675"/>
                </a:lnTo>
                <a:lnTo>
                  <a:pt x="83519" y="17113"/>
                </a:lnTo>
                <a:lnTo>
                  <a:pt x="83468" y="16551"/>
                </a:lnTo>
                <a:lnTo>
                  <a:pt x="83366" y="15938"/>
                </a:lnTo>
                <a:lnTo>
                  <a:pt x="83213" y="15223"/>
                </a:lnTo>
                <a:lnTo>
                  <a:pt x="83008" y="14508"/>
                </a:lnTo>
                <a:lnTo>
                  <a:pt x="82753" y="13741"/>
                </a:lnTo>
                <a:lnTo>
                  <a:pt x="82395" y="12924"/>
                </a:lnTo>
                <a:lnTo>
                  <a:pt x="82038" y="12158"/>
                </a:lnTo>
                <a:lnTo>
                  <a:pt x="81680" y="11443"/>
                </a:lnTo>
                <a:lnTo>
                  <a:pt x="81271" y="10728"/>
                </a:lnTo>
                <a:lnTo>
                  <a:pt x="80863" y="10115"/>
                </a:lnTo>
                <a:lnTo>
                  <a:pt x="80403" y="9553"/>
                </a:lnTo>
                <a:lnTo>
                  <a:pt x="79994" y="8991"/>
                </a:lnTo>
                <a:lnTo>
                  <a:pt x="79535" y="8531"/>
                </a:lnTo>
                <a:lnTo>
                  <a:pt x="79075" y="8071"/>
                </a:lnTo>
                <a:lnTo>
                  <a:pt x="78564" y="7714"/>
                </a:lnTo>
                <a:lnTo>
                  <a:pt x="78104" y="7356"/>
                </a:lnTo>
                <a:lnTo>
                  <a:pt x="77594" y="7101"/>
                </a:lnTo>
                <a:lnTo>
                  <a:pt x="77083" y="6846"/>
                </a:lnTo>
                <a:lnTo>
                  <a:pt x="76572" y="6641"/>
                </a:lnTo>
                <a:lnTo>
                  <a:pt x="76061" y="6539"/>
                </a:lnTo>
                <a:lnTo>
                  <a:pt x="75550" y="6437"/>
                </a:lnTo>
                <a:close/>
                <a:moveTo>
                  <a:pt x="37546" y="10523"/>
                </a:moveTo>
                <a:lnTo>
                  <a:pt x="38005" y="10626"/>
                </a:lnTo>
                <a:lnTo>
                  <a:pt x="38516" y="10779"/>
                </a:lnTo>
                <a:lnTo>
                  <a:pt x="39078" y="11085"/>
                </a:lnTo>
                <a:lnTo>
                  <a:pt x="39589" y="11596"/>
                </a:lnTo>
                <a:lnTo>
                  <a:pt x="40151" y="12209"/>
                </a:lnTo>
                <a:lnTo>
                  <a:pt x="40713" y="13077"/>
                </a:lnTo>
                <a:lnTo>
                  <a:pt x="41275" y="14099"/>
                </a:lnTo>
                <a:lnTo>
                  <a:pt x="41888" y="15325"/>
                </a:lnTo>
                <a:lnTo>
                  <a:pt x="42398" y="16602"/>
                </a:lnTo>
                <a:lnTo>
                  <a:pt x="42705" y="17675"/>
                </a:lnTo>
                <a:lnTo>
                  <a:pt x="42909" y="18594"/>
                </a:lnTo>
                <a:lnTo>
                  <a:pt x="42960" y="18952"/>
                </a:lnTo>
                <a:lnTo>
                  <a:pt x="42909" y="19258"/>
                </a:lnTo>
                <a:lnTo>
                  <a:pt x="42909" y="19565"/>
                </a:lnTo>
                <a:lnTo>
                  <a:pt x="42807" y="19820"/>
                </a:lnTo>
                <a:lnTo>
                  <a:pt x="42705" y="20024"/>
                </a:lnTo>
                <a:lnTo>
                  <a:pt x="42552" y="20178"/>
                </a:lnTo>
                <a:lnTo>
                  <a:pt x="42398" y="20280"/>
                </a:lnTo>
                <a:lnTo>
                  <a:pt x="42194" y="20382"/>
                </a:lnTo>
                <a:lnTo>
                  <a:pt x="41990" y="20433"/>
                </a:lnTo>
                <a:lnTo>
                  <a:pt x="41785" y="20484"/>
                </a:lnTo>
                <a:lnTo>
                  <a:pt x="41377" y="20484"/>
                </a:lnTo>
                <a:lnTo>
                  <a:pt x="41121" y="20433"/>
                </a:lnTo>
                <a:lnTo>
                  <a:pt x="40866" y="20331"/>
                </a:lnTo>
                <a:lnTo>
                  <a:pt x="40611" y="20229"/>
                </a:lnTo>
                <a:lnTo>
                  <a:pt x="40100" y="19871"/>
                </a:lnTo>
                <a:lnTo>
                  <a:pt x="39538" y="19412"/>
                </a:lnTo>
                <a:lnTo>
                  <a:pt x="38976" y="18747"/>
                </a:lnTo>
                <a:lnTo>
                  <a:pt x="38414" y="17879"/>
                </a:lnTo>
                <a:lnTo>
                  <a:pt x="37801" y="16857"/>
                </a:lnTo>
                <a:lnTo>
                  <a:pt x="37239" y="15580"/>
                </a:lnTo>
                <a:lnTo>
                  <a:pt x="36728" y="14303"/>
                </a:lnTo>
                <a:lnTo>
                  <a:pt x="36371" y="13231"/>
                </a:lnTo>
                <a:lnTo>
                  <a:pt x="36269" y="12771"/>
                </a:lnTo>
                <a:lnTo>
                  <a:pt x="36218" y="12362"/>
                </a:lnTo>
                <a:lnTo>
                  <a:pt x="36166" y="12005"/>
                </a:lnTo>
                <a:lnTo>
                  <a:pt x="36166" y="11698"/>
                </a:lnTo>
                <a:lnTo>
                  <a:pt x="36218" y="11443"/>
                </a:lnTo>
                <a:lnTo>
                  <a:pt x="36320" y="11187"/>
                </a:lnTo>
                <a:lnTo>
                  <a:pt x="36422" y="10983"/>
                </a:lnTo>
                <a:lnTo>
                  <a:pt x="36575" y="10830"/>
                </a:lnTo>
                <a:lnTo>
                  <a:pt x="36728" y="10728"/>
                </a:lnTo>
                <a:lnTo>
                  <a:pt x="36933" y="10626"/>
                </a:lnTo>
                <a:lnTo>
                  <a:pt x="37137" y="10574"/>
                </a:lnTo>
                <a:lnTo>
                  <a:pt x="37392" y="10523"/>
                </a:lnTo>
                <a:close/>
                <a:moveTo>
                  <a:pt x="63444" y="7101"/>
                </a:moveTo>
                <a:lnTo>
                  <a:pt x="62933" y="7152"/>
                </a:lnTo>
                <a:lnTo>
                  <a:pt x="62473" y="7254"/>
                </a:lnTo>
                <a:lnTo>
                  <a:pt x="62065" y="7407"/>
                </a:lnTo>
                <a:lnTo>
                  <a:pt x="61707" y="7663"/>
                </a:lnTo>
                <a:lnTo>
                  <a:pt x="61350" y="7918"/>
                </a:lnTo>
                <a:lnTo>
                  <a:pt x="61094" y="8225"/>
                </a:lnTo>
                <a:lnTo>
                  <a:pt x="60890" y="8582"/>
                </a:lnTo>
                <a:lnTo>
                  <a:pt x="60737" y="9042"/>
                </a:lnTo>
                <a:lnTo>
                  <a:pt x="60686" y="9502"/>
                </a:lnTo>
                <a:lnTo>
                  <a:pt x="60634" y="10013"/>
                </a:lnTo>
                <a:lnTo>
                  <a:pt x="60686" y="10574"/>
                </a:lnTo>
                <a:lnTo>
                  <a:pt x="60737" y="11187"/>
                </a:lnTo>
                <a:lnTo>
                  <a:pt x="60890" y="11851"/>
                </a:lnTo>
                <a:lnTo>
                  <a:pt x="61094" y="12567"/>
                </a:lnTo>
                <a:lnTo>
                  <a:pt x="61350" y="13333"/>
                </a:lnTo>
                <a:lnTo>
                  <a:pt x="61707" y="14150"/>
                </a:lnTo>
                <a:lnTo>
                  <a:pt x="62065" y="14916"/>
                </a:lnTo>
                <a:lnTo>
                  <a:pt x="62473" y="15683"/>
                </a:lnTo>
                <a:lnTo>
                  <a:pt x="62831" y="16347"/>
                </a:lnTo>
                <a:lnTo>
                  <a:pt x="63291" y="17011"/>
                </a:lnTo>
                <a:lnTo>
                  <a:pt x="63699" y="17624"/>
                </a:lnTo>
                <a:lnTo>
                  <a:pt x="64159" y="18134"/>
                </a:lnTo>
                <a:lnTo>
                  <a:pt x="64619" y="18645"/>
                </a:lnTo>
                <a:lnTo>
                  <a:pt x="65079" y="19105"/>
                </a:lnTo>
                <a:lnTo>
                  <a:pt x="65589" y="19463"/>
                </a:lnTo>
                <a:lnTo>
                  <a:pt x="66100" y="19820"/>
                </a:lnTo>
                <a:lnTo>
                  <a:pt x="66560" y="20127"/>
                </a:lnTo>
                <a:lnTo>
                  <a:pt x="67071" y="20382"/>
                </a:lnTo>
                <a:lnTo>
                  <a:pt x="67582" y="20535"/>
                </a:lnTo>
                <a:lnTo>
                  <a:pt x="68143" y="20689"/>
                </a:lnTo>
                <a:lnTo>
                  <a:pt x="68654" y="20740"/>
                </a:lnTo>
                <a:lnTo>
                  <a:pt x="69165" y="20791"/>
                </a:lnTo>
                <a:lnTo>
                  <a:pt x="69472" y="20791"/>
                </a:lnTo>
                <a:lnTo>
                  <a:pt x="69982" y="20740"/>
                </a:lnTo>
                <a:lnTo>
                  <a:pt x="70442" y="20586"/>
                </a:lnTo>
                <a:lnTo>
                  <a:pt x="70851" y="20433"/>
                </a:lnTo>
                <a:lnTo>
                  <a:pt x="71208" y="20229"/>
                </a:lnTo>
                <a:lnTo>
                  <a:pt x="71515" y="19922"/>
                </a:lnTo>
                <a:lnTo>
                  <a:pt x="71770" y="19616"/>
                </a:lnTo>
                <a:lnTo>
                  <a:pt x="71975" y="19207"/>
                </a:lnTo>
                <a:lnTo>
                  <a:pt x="72128" y="18799"/>
                </a:lnTo>
                <a:lnTo>
                  <a:pt x="72230" y="18339"/>
                </a:lnTo>
                <a:lnTo>
                  <a:pt x="72281" y="17777"/>
                </a:lnTo>
                <a:lnTo>
                  <a:pt x="72230" y="17215"/>
                </a:lnTo>
                <a:lnTo>
                  <a:pt x="72128" y="16602"/>
                </a:lnTo>
                <a:lnTo>
                  <a:pt x="71975" y="15887"/>
                </a:lnTo>
                <a:lnTo>
                  <a:pt x="71770" y="15172"/>
                </a:lnTo>
                <a:lnTo>
                  <a:pt x="71515" y="14406"/>
                </a:lnTo>
                <a:lnTo>
                  <a:pt x="71157" y="13588"/>
                </a:lnTo>
                <a:lnTo>
                  <a:pt x="70800" y="12822"/>
                </a:lnTo>
                <a:lnTo>
                  <a:pt x="70442" y="12107"/>
                </a:lnTo>
                <a:lnTo>
                  <a:pt x="70033" y="11392"/>
                </a:lnTo>
                <a:lnTo>
                  <a:pt x="69625" y="10779"/>
                </a:lnTo>
                <a:lnTo>
                  <a:pt x="69165" y="10217"/>
                </a:lnTo>
                <a:lnTo>
                  <a:pt x="68756" y="9655"/>
                </a:lnTo>
                <a:lnTo>
                  <a:pt x="68297" y="9195"/>
                </a:lnTo>
                <a:lnTo>
                  <a:pt x="67786" y="8736"/>
                </a:lnTo>
                <a:lnTo>
                  <a:pt x="67326" y="8378"/>
                </a:lnTo>
                <a:lnTo>
                  <a:pt x="66815" y="8020"/>
                </a:lnTo>
                <a:lnTo>
                  <a:pt x="66356" y="7714"/>
                </a:lnTo>
                <a:lnTo>
                  <a:pt x="65845" y="7510"/>
                </a:lnTo>
                <a:lnTo>
                  <a:pt x="65334" y="7305"/>
                </a:lnTo>
                <a:lnTo>
                  <a:pt x="64823" y="7203"/>
                </a:lnTo>
                <a:lnTo>
                  <a:pt x="64261" y="7101"/>
                </a:lnTo>
                <a:close/>
                <a:moveTo>
                  <a:pt x="26257" y="11187"/>
                </a:moveTo>
                <a:lnTo>
                  <a:pt x="26767" y="11239"/>
                </a:lnTo>
                <a:lnTo>
                  <a:pt x="27023" y="11341"/>
                </a:lnTo>
                <a:lnTo>
                  <a:pt x="27278" y="11443"/>
                </a:lnTo>
                <a:lnTo>
                  <a:pt x="27789" y="11749"/>
                </a:lnTo>
                <a:lnTo>
                  <a:pt x="28351" y="12260"/>
                </a:lnTo>
                <a:lnTo>
                  <a:pt x="28913" y="12873"/>
                </a:lnTo>
                <a:lnTo>
                  <a:pt x="29475" y="13690"/>
                </a:lnTo>
                <a:lnTo>
                  <a:pt x="30037" y="14763"/>
                </a:lnTo>
                <a:lnTo>
                  <a:pt x="30599" y="15989"/>
                </a:lnTo>
                <a:lnTo>
                  <a:pt x="31160" y="17266"/>
                </a:lnTo>
                <a:lnTo>
                  <a:pt x="31467" y="18339"/>
                </a:lnTo>
                <a:lnTo>
                  <a:pt x="31671" y="19207"/>
                </a:lnTo>
                <a:lnTo>
                  <a:pt x="31671" y="19616"/>
                </a:lnTo>
                <a:lnTo>
                  <a:pt x="31671" y="19922"/>
                </a:lnTo>
                <a:lnTo>
                  <a:pt x="31620" y="20229"/>
                </a:lnTo>
                <a:lnTo>
                  <a:pt x="31569" y="20433"/>
                </a:lnTo>
                <a:lnTo>
                  <a:pt x="31467" y="20637"/>
                </a:lnTo>
                <a:lnTo>
                  <a:pt x="31314" y="20842"/>
                </a:lnTo>
                <a:lnTo>
                  <a:pt x="31160" y="20944"/>
                </a:lnTo>
                <a:lnTo>
                  <a:pt x="30956" y="21046"/>
                </a:lnTo>
                <a:lnTo>
                  <a:pt x="30752" y="21097"/>
                </a:lnTo>
                <a:lnTo>
                  <a:pt x="30496" y="21148"/>
                </a:lnTo>
                <a:lnTo>
                  <a:pt x="30139" y="21148"/>
                </a:lnTo>
                <a:lnTo>
                  <a:pt x="29883" y="21097"/>
                </a:lnTo>
                <a:lnTo>
                  <a:pt x="29628" y="20995"/>
                </a:lnTo>
                <a:lnTo>
                  <a:pt x="29373" y="20893"/>
                </a:lnTo>
                <a:lnTo>
                  <a:pt x="28811" y="20535"/>
                </a:lnTo>
                <a:lnTo>
                  <a:pt x="28249" y="20076"/>
                </a:lnTo>
                <a:lnTo>
                  <a:pt x="27687" y="19412"/>
                </a:lnTo>
                <a:lnTo>
                  <a:pt x="27125" y="18543"/>
                </a:lnTo>
                <a:lnTo>
                  <a:pt x="26563" y="17522"/>
                </a:lnTo>
                <a:lnTo>
                  <a:pt x="25950" y="16244"/>
                </a:lnTo>
                <a:lnTo>
                  <a:pt x="25439" y="14967"/>
                </a:lnTo>
                <a:lnTo>
                  <a:pt x="25133" y="13895"/>
                </a:lnTo>
                <a:lnTo>
                  <a:pt x="25031" y="13435"/>
                </a:lnTo>
                <a:lnTo>
                  <a:pt x="24929" y="13026"/>
                </a:lnTo>
                <a:lnTo>
                  <a:pt x="24929" y="12669"/>
                </a:lnTo>
                <a:lnTo>
                  <a:pt x="24929" y="12362"/>
                </a:lnTo>
                <a:lnTo>
                  <a:pt x="24980" y="12107"/>
                </a:lnTo>
                <a:lnTo>
                  <a:pt x="25031" y="11851"/>
                </a:lnTo>
                <a:lnTo>
                  <a:pt x="25184" y="11647"/>
                </a:lnTo>
                <a:lnTo>
                  <a:pt x="25286" y="11494"/>
                </a:lnTo>
                <a:lnTo>
                  <a:pt x="25490" y="11392"/>
                </a:lnTo>
                <a:lnTo>
                  <a:pt x="25695" y="11290"/>
                </a:lnTo>
                <a:lnTo>
                  <a:pt x="25899" y="11239"/>
                </a:lnTo>
                <a:lnTo>
                  <a:pt x="26154" y="11187"/>
                </a:lnTo>
                <a:close/>
                <a:moveTo>
                  <a:pt x="52206" y="7765"/>
                </a:moveTo>
                <a:lnTo>
                  <a:pt x="51695" y="7816"/>
                </a:lnTo>
                <a:lnTo>
                  <a:pt x="51235" y="7918"/>
                </a:lnTo>
                <a:lnTo>
                  <a:pt x="50827" y="8071"/>
                </a:lnTo>
                <a:lnTo>
                  <a:pt x="50418" y="8327"/>
                </a:lnTo>
                <a:lnTo>
                  <a:pt x="50112" y="8582"/>
                </a:lnTo>
                <a:lnTo>
                  <a:pt x="49856" y="8889"/>
                </a:lnTo>
                <a:lnTo>
                  <a:pt x="49652" y="9246"/>
                </a:lnTo>
                <a:lnTo>
                  <a:pt x="49499" y="9706"/>
                </a:lnTo>
                <a:lnTo>
                  <a:pt x="49397" y="10166"/>
                </a:lnTo>
                <a:lnTo>
                  <a:pt x="49397" y="10677"/>
                </a:lnTo>
                <a:lnTo>
                  <a:pt x="49397" y="11239"/>
                </a:lnTo>
                <a:lnTo>
                  <a:pt x="49499" y="11851"/>
                </a:lnTo>
                <a:lnTo>
                  <a:pt x="49652" y="12516"/>
                </a:lnTo>
                <a:lnTo>
                  <a:pt x="49856" y="13231"/>
                </a:lnTo>
                <a:lnTo>
                  <a:pt x="50112" y="13997"/>
                </a:lnTo>
                <a:lnTo>
                  <a:pt x="50469" y="14814"/>
                </a:lnTo>
                <a:lnTo>
                  <a:pt x="50827" y="15580"/>
                </a:lnTo>
                <a:lnTo>
                  <a:pt x="51184" y="16347"/>
                </a:lnTo>
                <a:lnTo>
                  <a:pt x="51593" y="17011"/>
                </a:lnTo>
                <a:lnTo>
                  <a:pt x="52002" y="17675"/>
                </a:lnTo>
                <a:lnTo>
                  <a:pt x="52461" y="18288"/>
                </a:lnTo>
                <a:lnTo>
                  <a:pt x="52921" y="18799"/>
                </a:lnTo>
                <a:lnTo>
                  <a:pt x="53381" y="19309"/>
                </a:lnTo>
                <a:lnTo>
                  <a:pt x="53841" y="19769"/>
                </a:lnTo>
                <a:lnTo>
                  <a:pt x="54351" y="20127"/>
                </a:lnTo>
                <a:lnTo>
                  <a:pt x="54811" y="20484"/>
                </a:lnTo>
                <a:lnTo>
                  <a:pt x="55322" y="20791"/>
                </a:lnTo>
                <a:lnTo>
                  <a:pt x="55833" y="20995"/>
                </a:lnTo>
                <a:lnTo>
                  <a:pt x="56344" y="21199"/>
                </a:lnTo>
                <a:lnTo>
                  <a:pt x="56854" y="21353"/>
                </a:lnTo>
                <a:lnTo>
                  <a:pt x="57416" y="21404"/>
                </a:lnTo>
                <a:lnTo>
                  <a:pt x="57927" y="21455"/>
                </a:lnTo>
                <a:lnTo>
                  <a:pt x="58234" y="21455"/>
                </a:lnTo>
                <a:lnTo>
                  <a:pt x="58744" y="21404"/>
                </a:lnTo>
                <a:lnTo>
                  <a:pt x="59204" y="21250"/>
                </a:lnTo>
                <a:lnTo>
                  <a:pt x="59613" y="21097"/>
                </a:lnTo>
                <a:lnTo>
                  <a:pt x="59970" y="20893"/>
                </a:lnTo>
                <a:lnTo>
                  <a:pt x="60277" y="20586"/>
                </a:lnTo>
                <a:lnTo>
                  <a:pt x="60532" y="20280"/>
                </a:lnTo>
                <a:lnTo>
                  <a:pt x="60737" y="19871"/>
                </a:lnTo>
                <a:lnTo>
                  <a:pt x="60890" y="19463"/>
                </a:lnTo>
                <a:lnTo>
                  <a:pt x="60992" y="19003"/>
                </a:lnTo>
                <a:lnTo>
                  <a:pt x="60992" y="18441"/>
                </a:lnTo>
                <a:lnTo>
                  <a:pt x="60992" y="17879"/>
                </a:lnTo>
                <a:lnTo>
                  <a:pt x="60890" y="17266"/>
                </a:lnTo>
                <a:lnTo>
                  <a:pt x="60737" y="16551"/>
                </a:lnTo>
                <a:lnTo>
                  <a:pt x="60532" y="15836"/>
                </a:lnTo>
                <a:lnTo>
                  <a:pt x="60277" y="15070"/>
                </a:lnTo>
                <a:lnTo>
                  <a:pt x="59919" y="14252"/>
                </a:lnTo>
                <a:lnTo>
                  <a:pt x="59562" y="13486"/>
                </a:lnTo>
                <a:lnTo>
                  <a:pt x="59153" y="12771"/>
                </a:lnTo>
                <a:lnTo>
                  <a:pt x="58796" y="12056"/>
                </a:lnTo>
                <a:lnTo>
                  <a:pt x="58336" y="11443"/>
                </a:lnTo>
                <a:lnTo>
                  <a:pt x="57927" y="10830"/>
                </a:lnTo>
                <a:lnTo>
                  <a:pt x="57467" y="10319"/>
                </a:lnTo>
                <a:lnTo>
                  <a:pt x="57008" y="9808"/>
                </a:lnTo>
                <a:lnTo>
                  <a:pt x="56548" y="9400"/>
                </a:lnTo>
                <a:lnTo>
                  <a:pt x="56088" y="8991"/>
                </a:lnTo>
                <a:lnTo>
                  <a:pt x="55577" y="8684"/>
                </a:lnTo>
                <a:lnTo>
                  <a:pt x="55067" y="8378"/>
                </a:lnTo>
                <a:lnTo>
                  <a:pt x="54607" y="8174"/>
                </a:lnTo>
                <a:lnTo>
                  <a:pt x="54096" y="7969"/>
                </a:lnTo>
                <a:lnTo>
                  <a:pt x="53534" y="7867"/>
                </a:lnTo>
                <a:lnTo>
                  <a:pt x="53023" y="7765"/>
                </a:lnTo>
                <a:close/>
                <a:moveTo>
                  <a:pt x="15019" y="11851"/>
                </a:moveTo>
                <a:lnTo>
                  <a:pt x="15530" y="11903"/>
                </a:lnTo>
                <a:lnTo>
                  <a:pt x="15785" y="12005"/>
                </a:lnTo>
                <a:lnTo>
                  <a:pt x="16040" y="12107"/>
                </a:lnTo>
                <a:lnTo>
                  <a:pt x="16551" y="12413"/>
                </a:lnTo>
                <a:lnTo>
                  <a:pt x="17113" y="12924"/>
                </a:lnTo>
                <a:lnTo>
                  <a:pt x="17624" y="13537"/>
                </a:lnTo>
                <a:lnTo>
                  <a:pt x="18186" y="14354"/>
                </a:lnTo>
                <a:lnTo>
                  <a:pt x="18799" y="15376"/>
                </a:lnTo>
                <a:lnTo>
                  <a:pt x="19361" y="16653"/>
                </a:lnTo>
                <a:lnTo>
                  <a:pt x="19871" y="17930"/>
                </a:lnTo>
                <a:lnTo>
                  <a:pt x="20229" y="19003"/>
                </a:lnTo>
                <a:lnTo>
                  <a:pt x="20382" y="19871"/>
                </a:lnTo>
                <a:lnTo>
                  <a:pt x="20433" y="20280"/>
                </a:lnTo>
                <a:lnTo>
                  <a:pt x="20433" y="20586"/>
                </a:lnTo>
                <a:lnTo>
                  <a:pt x="20382" y="20893"/>
                </a:lnTo>
                <a:lnTo>
                  <a:pt x="20331" y="21097"/>
                </a:lnTo>
                <a:lnTo>
                  <a:pt x="20229" y="21302"/>
                </a:lnTo>
                <a:lnTo>
                  <a:pt x="20076" y="21506"/>
                </a:lnTo>
                <a:lnTo>
                  <a:pt x="19923" y="21608"/>
                </a:lnTo>
                <a:lnTo>
                  <a:pt x="19718" y="21710"/>
                </a:lnTo>
                <a:lnTo>
                  <a:pt x="19463" y="21761"/>
                </a:lnTo>
                <a:lnTo>
                  <a:pt x="19258" y="21812"/>
                </a:lnTo>
                <a:lnTo>
                  <a:pt x="18901" y="21812"/>
                </a:lnTo>
                <a:lnTo>
                  <a:pt x="18645" y="21761"/>
                </a:lnTo>
                <a:lnTo>
                  <a:pt x="18390" y="21659"/>
                </a:lnTo>
                <a:lnTo>
                  <a:pt x="18084" y="21557"/>
                </a:lnTo>
                <a:lnTo>
                  <a:pt x="17573" y="21199"/>
                </a:lnTo>
                <a:lnTo>
                  <a:pt x="17011" y="20740"/>
                </a:lnTo>
                <a:lnTo>
                  <a:pt x="16449" y="20076"/>
                </a:lnTo>
                <a:lnTo>
                  <a:pt x="15887" y="19207"/>
                </a:lnTo>
                <a:lnTo>
                  <a:pt x="15325" y="18134"/>
                </a:lnTo>
                <a:lnTo>
                  <a:pt x="14712" y="16909"/>
                </a:lnTo>
                <a:lnTo>
                  <a:pt x="14201" y="15631"/>
                </a:lnTo>
                <a:lnTo>
                  <a:pt x="13844" y="14559"/>
                </a:lnTo>
                <a:lnTo>
                  <a:pt x="13691" y="13690"/>
                </a:lnTo>
                <a:lnTo>
                  <a:pt x="13691" y="13333"/>
                </a:lnTo>
                <a:lnTo>
                  <a:pt x="13691" y="13026"/>
                </a:lnTo>
                <a:lnTo>
                  <a:pt x="13742" y="12771"/>
                </a:lnTo>
                <a:lnTo>
                  <a:pt x="13793" y="12516"/>
                </a:lnTo>
                <a:lnTo>
                  <a:pt x="13946" y="12311"/>
                </a:lnTo>
                <a:lnTo>
                  <a:pt x="14048" y="12158"/>
                </a:lnTo>
                <a:lnTo>
                  <a:pt x="14252" y="12056"/>
                </a:lnTo>
                <a:lnTo>
                  <a:pt x="14406" y="11954"/>
                </a:lnTo>
                <a:lnTo>
                  <a:pt x="14661" y="11903"/>
                </a:lnTo>
                <a:lnTo>
                  <a:pt x="14865" y="11851"/>
                </a:lnTo>
                <a:close/>
                <a:moveTo>
                  <a:pt x="36575" y="8684"/>
                </a:moveTo>
                <a:lnTo>
                  <a:pt x="36064" y="8736"/>
                </a:lnTo>
                <a:lnTo>
                  <a:pt x="35605" y="8838"/>
                </a:lnTo>
                <a:lnTo>
                  <a:pt x="35145" y="8991"/>
                </a:lnTo>
                <a:lnTo>
                  <a:pt x="34787" y="9246"/>
                </a:lnTo>
                <a:lnTo>
                  <a:pt x="34481" y="9502"/>
                </a:lnTo>
                <a:lnTo>
                  <a:pt x="34225" y="9808"/>
                </a:lnTo>
                <a:lnTo>
                  <a:pt x="34021" y="10166"/>
                </a:lnTo>
                <a:lnTo>
                  <a:pt x="33868" y="10626"/>
                </a:lnTo>
                <a:lnTo>
                  <a:pt x="33766" y="11085"/>
                </a:lnTo>
                <a:lnTo>
                  <a:pt x="33766" y="11596"/>
                </a:lnTo>
                <a:lnTo>
                  <a:pt x="33766" y="12158"/>
                </a:lnTo>
                <a:lnTo>
                  <a:pt x="33868" y="12771"/>
                </a:lnTo>
                <a:lnTo>
                  <a:pt x="34021" y="13435"/>
                </a:lnTo>
                <a:lnTo>
                  <a:pt x="34225" y="14150"/>
                </a:lnTo>
                <a:lnTo>
                  <a:pt x="34481" y="14916"/>
                </a:lnTo>
                <a:lnTo>
                  <a:pt x="34787" y="15734"/>
                </a:lnTo>
                <a:lnTo>
                  <a:pt x="35196" y="16500"/>
                </a:lnTo>
                <a:lnTo>
                  <a:pt x="35553" y="17266"/>
                </a:lnTo>
                <a:lnTo>
                  <a:pt x="35962" y="17930"/>
                </a:lnTo>
                <a:lnTo>
                  <a:pt x="36371" y="18594"/>
                </a:lnTo>
                <a:lnTo>
                  <a:pt x="36831" y="19156"/>
                </a:lnTo>
                <a:lnTo>
                  <a:pt x="37290" y="19718"/>
                </a:lnTo>
                <a:lnTo>
                  <a:pt x="37750" y="20229"/>
                </a:lnTo>
                <a:lnTo>
                  <a:pt x="38210" y="20689"/>
                </a:lnTo>
                <a:lnTo>
                  <a:pt x="38721" y="21046"/>
                </a:lnTo>
                <a:lnTo>
                  <a:pt x="39180" y="21404"/>
                </a:lnTo>
                <a:lnTo>
                  <a:pt x="39691" y="21710"/>
                </a:lnTo>
                <a:lnTo>
                  <a:pt x="40202" y="21915"/>
                </a:lnTo>
                <a:lnTo>
                  <a:pt x="40713" y="22119"/>
                </a:lnTo>
                <a:lnTo>
                  <a:pt x="41224" y="22272"/>
                </a:lnTo>
                <a:lnTo>
                  <a:pt x="41785" y="22323"/>
                </a:lnTo>
                <a:lnTo>
                  <a:pt x="42296" y="22374"/>
                </a:lnTo>
                <a:lnTo>
                  <a:pt x="42603" y="22374"/>
                </a:lnTo>
                <a:lnTo>
                  <a:pt x="43114" y="22272"/>
                </a:lnTo>
                <a:lnTo>
                  <a:pt x="43573" y="22170"/>
                </a:lnTo>
                <a:lnTo>
                  <a:pt x="43982" y="22017"/>
                </a:lnTo>
                <a:lnTo>
                  <a:pt x="44339" y="21812"/>
                </a:lnTo>
                <a:lnTo>
                  <a:pt x="44646" y="21506"/>
                </a:lnTo>
                <a:lnTo>
                  <a:pt x="44901" y="21199"/>
                </a:lnTo>
                <a:lnTo>
                  <a:pt x="45106" y="20791"/>
                </a:lnTo>
                <a:lnTo>
                  <a:pt x="45259" y="20382"/>
                </a:lnTo>
                <a:lnTo>
                  <a:pt x="45361" y="19871"/>
                </a:lnTo>
                <a:lnTo>
                  <a:pt x="45361" y="19360"/>
                </a:lnTo>
                <a:lnTo>
                  <a:pt x="45361" y="18799"/>
                </a:lnTo>
                <a:lnTo>
                  <a:pt x="45259" y="18134"/>
                </a:lnTo>
                <a:lnTo>
                  <a:pt x="45106" y="17470"/>
                </a:lnTo>
                <a:lnTo>
                  <a:pt x="44901" y="16755"/>
                </a:lnTo>
                <a:lnTo>
                  <a:pt x="44595" y="15989"/>
                </a:lnTo>
                <a:lnTo>
                  <a:pt x="44288" y="15172"/>
                </a:lnTo>
                <a:lnTo>
                  <a:pt x="43931" y="14406"/>
                </a:lnTo>
                <a:lnTo>
                  <a:pt x="43522" y="13690"/>
                </a:lnTo>
                <a:lnTo>
                  <a:pt x="43114" y="12975"/>
                </a:lnTo>
                <a:lnTo>
                  <a:pt x="42705" y="12362"/>
                </a:lnTo>
                <a:lnTo>
                  <a:pt x="42296" y="11749"/>
                </a:lnTo>
                <a:lnTo>
                  <a:pt x="41836" y="11239"/>
                </a:lnTo>
                <a:lnTo>
                  <a:pt x="41377" y="10728"/>
                </a:lnTo>
                <a:lnTo>
                  <a:pt x="40917" y="10319"/>
                </a:lnTo>
                <a:lnTo>
                  <a:pt x="40457" y="9910"/>
                </a:lnTo>
                <a:lnTo>
                  <a:pt x="39946" y="9604"/>
                </a:lnTo>
                <a:lnTo>
                  <a:pt x="39436" y="9297"/>
                </a:lnTo>
                <a:lnTo>
                  <a:pt x="38925" y="9093"/>
                </a:lnTo>
                <a:lnTo>
                  <a:pt x="38414" y="8889"/>
                </a:lnTo>
                <a:lnTo>
                  <a:pt x="37903" y="8787"/>
                </a:lnTo>
                <a:lnTo>
                  <a:pt x="37392" y="8684"/>
                </a:lnTo>
                <a:close/>
                <a:moveTo>
                  <a:pt x="3781" y="12516"/>
                </a:moveTo>
                <a:lnTo>
                  <a:pt x="4241" y="12567"/>
                </a:lnTo>
                <a:lnTo>
                  <a:pt x="4751" y="12771"/>
                </a:lnTo>
                <a:lnTo>
                  <a:pt x="5313" y="13077"/>
                </a:lnTo>
                <a:lnTo>
                  <a:pt x="5824" y="13537"/>
                </a:lnTo>
                <a:lnTo>
                  <a:pt x="6386" y="14201"/>
                </a:lnTo>
                <a:lnTo>
                  <a:pt x="6948" y="15019"/>
                </a:lnTo>
                <a:lnTo>
                  <a:pt x="7510" y="16040"/>
                </a:lnTo>
                <a:lnTo>
                  <a:pt x="8123" y="17317"/>
                </a:lnTo>
                <a:lnTo>
                  <a:pt x="8634" y="18594"/>
                </a:lnTo>
                <a:lnTo>
                  <a:pt x="8991" y="19667"/>
                </a:lnTo>
                <a:lnTo>
                  <a:pt x="9144" y="20535"/>
                </a:lnTo>
                <a:lnTo>
                  <a:pt x="9195" y="20944"/>
                </a:lnTo>
                <a:lnTo>
                  <a:pt x="9195" y="21250"/>
                </a:lnTo>
                <a:lnTo>
                  <a:pt x="9144" y="21557"/>
                </a:lnTo>
                <a:lnTo>
                  <a:pt x="9042" y="21761"/>
                </a:lnTo>
                <a:lnTo>
                  <a:pt x="8940" y="21966"/>
                </a:lnTo>
                <a:lnTo>
                  <a:pt x="8838" y="22170"/>
                </a:lnTo>
                <a:lnTo>
                  <a:pt x="8634" y="22272"/>
                </a:lnTo>
                <a:lnTo>
                  <a:pt x="8480" y="22374"/>
                </a:lnTo>
                <a:lnTo>
                  <a:pt x="8225" y="22425"/>
                </a:lnTo>
                <a:lnTo>
                  <a:pt x="8021" y="22476"/>
                </a:lnTo>
                <a:lnTo>
                  <a:pt x="7867" y="22476"/>
                </a:lnTo>
                <a:lnTo>
                  <a:pt x="7612" y="22425"/>
                </a:lnTo>
                <a:lnTo>
                  <a:pt x="7356" y="22425"/>
                </a:lnTo>
                <a:lnTo>
                  <a:pt x="7101" y="22323"/>
                </a:lnTo>
                <a:lnTo>
                  <a:pt x="6846" y="22221"/>
                </a:lnTo>
                <a:lnTo>
                  <a:pt x="6335" y="21863"/>
                </a:lnTo>
                <a:lnTo>
                  <a:pt x="5773" y="21353"/>
                </a:lnTo>
                <a:lnTo>
                  <a:pt x="5211" y="20689"/>
                </a:lnTo>
                <a:lnTo>
                  <a:pt x="4649" y="19871"/>
                </a:lnTo>
                <a:lnTo>
                  <a:pt x="4036" y="18799"/>
                </a:lnTo>
                <a:lnTo>
                  <a:pt x="3474" y="17573"/>
                </a:lnTo>
                <a:lnTo>
                  <a:pt x="2963" y="16296"/>
                </a:lnTo>
                <a:lnTo>
                  <a:pt x="2606" y="15223"/>
                </a:lnTo>
                <a:lnTo>
                  <a:pt x="2504" y="14763"/>
                </a:lnTo>
                <a:lnTo>
                  <a:pt x="2453" y="14354"/>
                </a:lnTo>
                <a:lnTo>
                  <a:pt x="2402" y="13997"/>
                </a:lnTo>
                <a:lnTo>
                  <a:pt x="2453" y="13690"/>
                </a:lnTo>
                <a:lnTo>
                  <a:pt x="2453" y="13384"/>
                </a:lnTo>
                <a:lnTo>
                  <a:pt x="2555" y="13180"/>
                </a:lnTo>
                <a:lnTo>
                  <a:pt x="2657" y="12975"/>
                </a:lnTo>
                <a:lnTo>
                  <a:pt x="2810" y="12822"/>
                </a:lnTo>
                <a:lnTo>
                  <a:pt x="2963" y="12720"/>
                </a:lnTo>
                <a:lnTo>
                  <a:pt x="3168" y="12618"/>
                </a:lnTo>
                <a:lnTo>
                  <a:pt x="3372" y="12567"/>
                </a:lnTo>
                <a:lnTo>
                  <a:pt x="3628" y="12516"/>
                </a:lnTo>
                <a:close/>
                <a:moveTo>
                  <a:pt x="25337" y="9348"/>
                </a:moveTo>
                <a:lnTo>
                  <a:pt x="24775" y="9400"/>
                </a:lnTo>
                <a:lnTo>
                  <a:pt x="24316" y="9502"/>
                </a:lnTo>
                <a:lnTo>
                  <a:pt x="23907" y="9655"/>
                </a:lnTo>
                <a:lnTo>
                  <a:pt x="23549" y="9859"/>
                </a:lnTo>
                <a:lnTo>
                  <a:pt x="23243" y="10166"/>
                </a:lnTo>
                <a:lnTo>
                  <a:pt x="22987" y="10472"/>
                </a:lnTo>
                <a:lnTo>
                  <a:pt x="22783" y="10830"/>
                </a:lnTo>
                <a:lnTo>
                  <a:pt x="22630" y="11239"/>
                </a:lnTo>
                <a:lnTo>
                  <a:pt x="22528" y="11749"/>
                </a:lnTo>
                <a:lnTo>
                  <a:pt x="22477" y="12260"/>
                </a:lnTo>
                <a:lnTo>
                  <a:pt x="22528" y="12822"/>
                </a:lnTo>
                <a:lnTo>
                  <a:pt x="22630" y="13435"/>
                </a:lnTo>
                <a:lnTo>
                  <a:pt x="22732" y="14099"/>
                </a:lnTo>
                <a:lnTo>
                  <a:pt x="22987" y="14814"/>
                </a:lnTo>
                <a:lnTo>
                  <a:pt x="23243" y="15580"/>
                </a:lnTo>
                <a:lnTo>
                  <a:pt x="23549" y="16398"/>
                </a:lnTo>
                <a:lnTo>
                  <a:pt x="23907" y="17164"/>
                </a:lnTo>
                <a:lnTo>
                  <a:pt x="24316" y="17930"/>
                </a:lnTo>
                <a:lnTo>
                  <a:pt x="24724" y="18594"/>
                </a:lnTo>
                <a:lnTo>
                  <a:pt x="25133" y="19258"/>
                </a:lnTo>
                <a:lnTo>
                  <a:pt x="25593" y="19820"/>
                </a:lnTo>
                <a:lnTo>
                  <a:pt x="26001" y="20382"/>
                </a:lnTo>
                <a:lnTo>
                  <a:pt x="26461" y="20893"/>
                </a:lnTo>
                <a:lnTo>
                  <a:pt x="26972" y="21302"/>
                </a:lnTo>
                <a:lnTo>
                  <a:pt x="27432" y="21710"/>
                </a:lnTo>
                <a:lnTo>
                  <a:pt x="27942" y="22068"/>
                </a:lnTo>
                <a:lnTo>
                  <a:pt x="28453" y="22374"/>
                </a:lnTo>
                <a:lnTo>
                  <a:pt x="28964" y="22579"/>
                </a:lnTo>
                <a:lnTo>
                  <a:pt x="29475" y="22783"/>
                </a:lnTo>
                <a:lnTo>
                  <a:pt x="29986" y="22936"/>
                </a:lnTo>
                <a:lnTo>
                  <a:pt x="30496" y="22987"/>
                </a:lnTo>
                <a:lnTo>
                  <a:pt x="31007" y="23038"/>
                </a:lnTo>
                <a:lnTo>
                  <a:pt x="31314" y="23038"/>
                </a:lnTo>
                <a:lnTo>
                  <a:pt x="31825" y="22936"/>
                </a:lnTo>
                <a:lnTo>
                  <a:pt x="32284" y="22834"/>
                </a:lnTo>
                <a:lnTo>
                  <a:pt x="32744" y="22681"/>
                </a:lnTo>
                <a:lnTo>
                  <a:pt x="33102" y="22425"/>
                </a:lnTo>
                <a:lnTo>
                  <a:pt x="33408" y="22170"/>
                </a:lnTo>
                <a:lnTo>
                  <a:pt x="33663" y="21863"/>
                </a:lnTo>
                <a:lnTo>
                  <a:pt x="33868" y="21455"/>
                </a:lnTo>
                <a:lnTo>
                  <a:pt x="33970" y="21046"/>
                </a:lnTo>
                <a:lnTo>
                  <a:pt x="34072" y="20535"/>
                </a:lnTo>
                <a:lnTo>
                  <a:pt x="34123" y="20024"/>
                </a:lnTo>
                <a:lnTo>
                  <a:pt x="34072" y="19463"/>
                </a:lnTo>
                <a:lnTo>
                  <a:pt x="33970" y="18799"/>
                </a:lnTo>
                <a:lnTo>
                  <a:pt x="33817" y="18134"/>
                </a:lnTo>
                <a:lnTo>
                  <a:pt x="33612" y="17419"/>
                </a:lnTo>
                <a:lnTo>
                  <a:pt x="33357" y="16653"/>
                </a:lnTo>
                <a:lnTo>
                  <a:pt x="32999" y="15836"/>
                </a:lnTo>
                <a:lnTo>
                  <a:pt x="32642" y="15070"/>
                </a:lnTo>
                <a:lnTo>
                  <a:pt x="32284" y="14303"/>
                </a:lnTo>
                <a:lnTo>
                  <a:pt x="31876" y="13639"/>
                </a:lnTo>
                <a:lnTo>
                  <a:pt x="31467" y="13026"/>
                </a:lnTo>
                <a:lnTo>
                  <a:pt x="31058" y="12413"/>
                </a:lnTo>
                <a:lnTo>
                  <a:pt x="30599" y="11903"/>
                </a:lnTo>
                <a:lnTo>
                  <a:pt x="30139" y="11392"/>
                </a:lnTo>
                <a:lnTo>
                  <a:pt x="29679" y="10983"/>
                </a:lnTo>
                <a:lnTo>
                  <a:pt x="29168" y="10574"/>
                </a:lnTo>
                <a:lnTo>
                  <a:pt x="28709" y="10268"/>
                </a:lnTo>
                <a:lnTo>
                  <a:pt x="28198" y="9961"/>
                </a:lnTo>
                <a:lnTo>
                  <a:pt x="27687" y="9757"/>
                </a:lnTo>
                <a:lnTo>
                  <a:pt x="27176" y="9553"/>
                </a:lnTo>
                <a:lnTo>
                  <a:pt x="26665" y="9451"/>
                </a:lnTo>
                <a:lnTo>
                  <a:pt x="26154" y="9348"/>
                </a:lnTo>
                <a:close/>
                <a:moveTo>
                  <a:pt x="14355" y="9961"/>
                </a:moveTo>
                <a:lnTo>
                  <a:pt x="14048" y="10013"/>
                </a:lnTo>
                <a:lnTo>
                  <a:pt x="13537" y="10064"/>
                </a:lnTo>
                <a:lnTo>
                  <a:pt x="13078" y="10166"/>
                </a:lnTo>
                <a:lnTo>
                  <a:pt x="12669" y="10319"/>
                </a:lnTo>
                <a:lnTo>
                  <a:pt x="12311" y="10523"/>
                </a:lnTo>
                <a:lnTo>
                  <a:pt x="11954" y="10830"/>
                </a:lnTo>
                <a:lnTo>
                  <a:pt x="11698" y="11136"/>
                </a:lnTo>
                <a:lnTo>
                  <a:pt x="11494" y="11494"/>
                </a:lnTo>
                <a:lnTo>
                  <a:pt x="11392" y="11903"/>
                </a:lnTo>
                <a:lnTo>
                  <a:pt x="11290" y="12413"/>
                </a:lnTo>
                <a:lnTo>
                  <a:pt x="11239" y="12924"/>
                </a:lnTo>
                <a:lnTo>
                  <a:pt x="11290" y="13486"/>
                </a:lnTo>
                <a:lnTo>
                  <a:pt x="11341" y="14099"/>
                </a:lnTo>
                <a:lnTo>
                  <a:pt x="11494" y="14763"/>
                </a:lnTo>
                <a:lnTo>
                  <a:pt x="11698" y="15478"/>
                </a:lnTo>
                <a:lnTo>
                  <a:pt x="11954" y="16244"/>
                </a:lnTo>
                <a:lnTo>
                  <a:pt x="12311" y="17062"/>
                </a:lnTo>
                <a:lnTo>
                  <a:pt x="12669" y="17828"/>
                </a:lnTo>
                <a:lnTo>
                  <a:pt x="13078" y="18594"/>
                </a:lnTo>
                <a:lnTo>
                  <a:pt x="13486" y="19258"/>
                </a:lnTo>
                <a:lnTo>
                  <a:pt x="13895" y="19922"/>
                </a:lnTo>
                <a:lnTo>
                  <a:pt x="14304" y="20484"/>
                </a:lnTo>
                <a:lnTo>
                  <a:pt x="14763" y="21046"/>
                </a:lnTo>
                <a:lnTo>
                  <a:pt x="15223" y="21557"/>
                </a:lnTo>
                <a:lnTo>
                  <a:pt x="15683" y="21966"/>
                </a:lnTo>
                <a:lnTo>
                  <a:pt x="16194" y="22374"/>
                </a:lnTo>
                <a:lnTo>
                  <a:pt x="16704" y="22732"/>
                </a:lnTo>
                <a:lnTo>
                  <a:pt x="17164" y="23038"/>
                </a:lnTo>
                <a:lnTo>
                  <a:pt x="17675" y="23243"/>
                </a:lnTo>
                <a:lnTo>
                  <a:pt x="18186" y="23447"/>
                </a:lnTo>
                <a:lnTo>
                  <a:pt x="18748" y="23600"/>
                </a:lnTo>
                <a:lnTo>
                  <a:pt x="19258" y="23651"/>
                </a:lnTo>
                <a:lnTo>
                  <a:pt x="19769" y="23702"/>
                </a:lnTo>
                <a:lnTo>
                  <a:pt x="20076" y="23651"/>
                </a:lnTo>
                <a:lnTo>
                  <a:pt x="20587" y="23600"/>
                </a:lnTo>
                <a:lnTo>
                  <a:pt x="21046" y="23498"/>
                </a:lnTo>
                <a:lnTo>
                  <a:pt x="21455" y="23345"/>
                </a:lnTo>
                <a:lnTo>
                  <a:pt x="21864" y="23089"/>
                </a:lnTo>
                <a:lnTo>
                  <a:pt x="22170" y="22834"/>
                </a:lnTo>
                <a:lnTo>
                  <a:pt x="22426" y="22527"/>
                </a:lnTo>
                <a:lnTo>
                  <a:pt x="22630" y="22119"/>
                </a:lnTo>
                <a:lnTo>
                  <a:pt x="22732" y="21710"/>
                </a:lnTo>
                <a:lnTo>
                  <a:pt x="22834" y="21199"/>
                </a:lnTo>
                <a:lnTo>
                  <a:pt x="22885" y="20689"/>
                </a:lnTo>
                <a:lnTo>
                  <a:pt x="22834" y="20127"/>
                </a:lnTo>
                <a:lnTo>
                  <a:pt x="22732" y="19463"/>
                </a:lnTo>
                <a:lnTo>
                  <a:pt x="22579" y="18799"/>
                </a:lnTo>
                <a:lnTo>
                  <a:pt x="22374" y="18083"/>
                </a:lnTo>
                <a:lnTo>
                  <a:pt x="22119" y="17317"/>
                </a:lnTo>
                <a:lnTo>
                  <a:pt x="21761" y="16500"/>
                </a:lnTo>
                <a:lnTo>
                  <a:pt x="21404" y="15734"/>
                </a:lnTo>
                <a:lnTo>
                  <a:pt x="21046" y="14967"/>
                </a:lnTo>
                <a:lnTo>
                  <a:pt x="20638" y="14303"/>
                </a:lnTo>
                <a:lnTo>
                  <a:pt x="20229" y="13690"/>
                </a:lnTo>
                <a:lnTo>
                  <a:pt x="19769" y="13077"/>
                </a:lnTo>
                <a:lnTo>
                  <a:pt x="19361" y="12567"/>
                </a:lnTo>
                <a:lnTo>
                  <a:pt x="18901" y="12056"/>
                </a:lnTo>
                <a:lnTo>
                  <a:pt x="18441" y="11647"/>
                </a:lnTo>
                <a:lnTo>
                  <a:pt x="17930" y="11239"/>
                </a:lnTo>
                <a:lnTo>
                  <a:pt x="17471" y="10932"/>
                </a:lnTo>
                <a:lnTo>
                  <a:pt x="16960" y="10626"/>
                </a:lnTo>
                <a:lnTo>
                  <a:pt x="16449" y="10421"/>
                </a:lnTo>
                <a:lnTo>
                  <a:pt x="15938" y="10217"/>
                </a:lnTo>
                <a:lnTo>
                  <a:pt x="15427" y="10064"/>
                </a:lnTo>
                <a:lnTo>
                  <a:pt x="14917" y="10013"/>
                </a:lnTo>
                <a:lnTo>
                  <a:pt x="14355" y="9961"/>
                </a:lnTo>
                <a:close/>
                <a:moveTo>
                  <a:pt x="3117" y="10626"/>
                </a:moveTo>
                <a:lnTo>
                  <a:pt x="2810" y="10677"/>
                </a:lnTo>
                <a:lnTo>
                  <a:pt x="2299" y="10728"/>
                </a:lnTo>
                <a:lnTo>
                  <a:pt x="1840" y="10830"/>
                </a:lnTo>
                <a:lnTo>
                  <a:pt x="1431" y="10983"/>
                </a:lnTo>
                <a:lnTo>
                  <a:pt x="1022" y="11187"/>
                </a:lnTo>
                <a:lnTo>
                  <a:pt x="716" y="11494"/>
                </a:lnTo>
                <a:lnTo>
                  <a:pt x="460" y="11800"/>
                </a:lnTo>
                <a:lnTo>
                  <a:pt x="256" y="12158"/>
                </a:lnTo>
                <a:lnTo>
                  <a:pt x="103" y="12567"/>
                </a:lnTo>
                <a:lnTo>
                  <a:pt x="1" y="13026"/>
                </a:lnTo>
                <a:lnTo>
                  <a:pt x="1" y="13588"/>
                </a:lnTo>
                <a:lnTo>
                  <a:pt x="1" y="14150"/>
                </a:lnTo>
                <a:lnTo>
                  <a:pt x="103" y="14763"/>
                </a:lnTo>
                <a:lnTo>
                  <a:pt x="256" y="15427"/>
                </a:lnTo>
                <a:lnTo>
                  <a:pt x="460" y="16142"/>
                </a:lnTo>
                <a:lnTo>
                  <a:pt x="716" y="16909"/>
                </a:lnTo>
                <a:lnTo>
                  <a:pt x="1073" y="17726"/>
                </a:lnTo>
                <a:lnTo>
                  <a:pt x="1431" y="18492"/>
                </a:lnTo>
                <a:lnTo>
                  <a:pt x="1789" y="19258"/>
                </a:lnTo>
                <a:lnTo>
                  <a:pt x="2197" y="19922"/>
                </a:lnTo>
                <a:lnTo>
                  <a:pt x="2606" y="20586"/>
                </a:lnTo>
                <a:lnTo>
                  <a:pt x="3066" y="21148"/>
                </a:lnTo>
                <a:lnTo>
                  <a:pt x="3525" y="21710"/>
                </a:lnTo>
                <a:lnTo>
                  <a:pt x="3985" y="22221"/>
                </a:lnTo>
                <a:lnTo>
                  <a:pt x="4445" y="22630"/>
                </a:lnTo>
                <a:lnTo>
                  <a:pt x="4956" y="23038"/>
                </a:lnTo>
                <a:lnTo>
                  <a:pt x="5415" y="23396"/>
                </a:lnTo>
                <a:lnTo>
                  <a:pt x="5926" y="23651"/>
                </a:lnTo>
                <a:lnTo>
                  <a:pt x="6437" y="23907"/>
                </a:lnTo>
                <a:lnTo>
                  <a:pt x="6948" y="24111"/>
                </a:lnTo>
                <a:lnTo>
                  <a:pt x="7510" y="24213"/>
                </a:lnTo>
                <a:lnTo>
                  <a:pt x="8021" y="24315"/>
                </a:lnTo>
                <a:lnTo>
                  <a:pt x="8531" y="24366"/>
                </a:lnTo>
                <a:lnTo>
                  <a:pt x="8838" y="24315"/>
                </a:lnTo>
                <a:lnTo>
                  <a:pt x="9349" y="24264"/>
                </a:lnTo>
                <a:lnTo>
                  <a:pt x="9808" y="24162"/>
                </a:lnTo>
                <a:lnTo>
                  <a:pt x="10217" y="24009"/>
                </a:lnTo>
                <a:lnTo>
                  <a:pt x="10575" y="23753"/>
                </a:lnTo>
                <a:lnTo>
                  <a:pt x="10881" y="23498"/>
                </a:lnTo>
                <a:lnTo>
                  <a:pt x="11137" y="23192"/>
                </a:lnTo>
                <a:lnTo>
                  <a:pt x="11341" y="22783"/>
                </a:lnTo>
                <a:lnTo>
                  <a:pt x="11494" y="22374"/>
                </a:lnTo>
                <a:lnTo>
                  <a:pt x="11596" y="21863"/>
                </a:lnTo>
                <a:lnTo>
                  <a:pt x="11596" y="21353"/>
                </a:lnTo>
                <a:lnTo>
                  <a:pt x="11596" y="20740"/>
                </a:lnTo>
                <a:lnTo>
                  <a:pt x="11494" y="20127"/>
                </a:lnTo>
                <a:lnTo>
                  <a:pt x="11341" y="19463"/>
                </a:lnTo>
                <a:lnTo>
                  <a:pt x="11137" y="18747"/>
                </a:lnTo>
                <a:lnTo>
                  <a:pt x="10881" y="17981"/>
                </a:lnTo>
                <a:lnTo>
                  <a:pt x="10524" y="17164"/>
                </a:lnTo>
                <a:lnTo>
                  <a:pt x="10166" y="16398"/>
                </a:lnTo>
                <a:lnTo>
                  <a:pt x="9757" y="15631"/>
                </a:lnTo>
                <a:lnTo>
                  <a:pt x="9400" y="14967"/>
                </a:lnTo>
                <a:lnTo>
                  <a:pt x="8940" y="14354"/>
                </a:lnTo>
                <a:lnTo>
                  <a:pt x="8531" y="13741"/>
                </a:lnTo>
                <a:lnTo>
                  <a:pt x="8072" y="13231"/>
                </a:lnTo>
                <a:lnTo>
                  <a:pt x="7612" y="12720"/>
                </a:lnTo>
                <a:lnTo>
                  <a:pt x="7152" y="12311"/>
                </a:lnTo>
                <a:lnTo>
                  <a:pt x="6692" y="11903"/>
                </a:lnTo>
                <a:lnTo>
                  <a:pt x="6182" y="11596"/>
                </a:lnTo>
                <a:lnTo>
                  <a:pt x="5671" y="11290"/>
                </a:lnTo>
                <a:lnTo>
                  <a:pt x="5211" y="11034"/>
                </a:lnTo>
                <a:lnTo>
                  <a:pt x="4700" y="10881"/>
                </a:lnTo>
                <a:lnTo>
                  <a:pt x="4138" y="10728"/>
                </a:lnTo>
                <a:lnTo>
                  <a:pt x="3628" y="10677"/>
                </a:lnTo>
                <a:lnTo>
                  <a:pt x="3117" y="10626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7" name="Google Shape;127;p8"/>
          <p:cNvSpPr>
            <a:spLocks noGrp="1"/>
          </p:cNvSpPr>
          <p:nvPr/>
        </p:nvSpPr>
        <p:spPr>
          <a:xfrm flipH="1">
            <a:off x="9991592" y="2212963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10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1" y="1482"/>
                </a:lnTo>
                <a:lnTo>
                  <a:pt x="52" y="1175"/>
                </a:lnTo>
                <a:lnTo>
                  <a:pt x="52" y="869"/>
                </a:lnTo>
                <a:lnTo>
                  <a:pt x="154" y="665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80" y="1"/>
                </a:lnTo>
                <a:lnTo>
                  <a:pt x="1380" y="1"/>
                </a:lnTo>
                <a:lnTo>
                  <a:pt x="1840" y="52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25"/>
                </a:lnTo>
                <a:lnTo>
                  <a:pt x="5722" y="4802"/>
                </a:lnTo>
                <a:lnTo>
                  <a:pt x="5722" y="4802"/>
                </a:lnTo>
                <a:lnTo>
                  <a:pt x="6233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429"/>
                </a:lnTo>
                <a:lnTo>
                  <a:pt x="6794" y="8735"/>
                </a:lnTo>
                <a:lnTo>
                  <a:pt x="6743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437" y="9655"/>
                </a:lnTo>
                <a:lnTo>
                  <a:pt x="6233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20" y="9961"/>
                </a:lnTo>
                <a:lnTo>
                  <a:pt x="5620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Google Shape;128;p8"/>
          <p:cNvSpPr>
            <a:spLocks noGrp="1"/>
          </p:cNvSpPr>
          <p:nvPr/>
        </p:nvSpPr>
        <p:spPr>
          <a:xfrm flipH="1">
            <a:off x="10003840" y="2203321"/>
            <a:ext cx="59160" cy="70103"/>
          </a:xfrm>
          <a:custGeom>
            <a:avLst/>
            <a:gdLst/>
            <a:ahLst/>
            <a:cxnLst/>
            <a:rect l="l" t="t" r="r" b="b"/>
            <a:pathLst>
              <a:path w="11597" h="13742">
                <a:moveTo>
                  <a:pt x="3117" y="1"/>
                </a:moveTo>
                <a:lnTo>
                  <a:pt x="3117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22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03" y="1942"/>
                </a:lnTo>
                <a:lnTo>
                  <a:pt x="1" y="2401"/>
                </a:lnTo>
                <a:lnTo>
                  <a:pt x="1" y="2963"/>
                </a:lnTo>
                <a:lnTo>
                  <a:pt x="1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789" y="8633"/>
                </a:lnTo>
                <a:lnTo>
                  <a:pt x="2197" y="9297"/>
                </a:lnTo>
                <a:lnTo>
                  <a:pt x="2606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588"/>
                </a:lnTo>
                <a:lnTo>
                  <a:pt x="8021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5" y="13128"/>
                </a:lnTo>
                <a:lnTo>
                  <a:pt x="10881" y="12873"/>
                </a:lnTo>
                <a:lnTo>
                  <a:pt x="11137" y="12567"/>
                </a:lnTo>
                <a:lnTo>
                  <a:pt x="11341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838"/>
                </a:lnTo>
                <a:lnTo>
                  <a:pt x="11137" y="8122"/>
                </a:lnTo>
                <a:lnTo>
                  <a:pt x="10881" y="7356"/>
                </a:lnTo>
                <a:lnTo>
                  <a:pt x="10524" y="6539"/>
                </a:lnTo>
                <a:lnTo>
                  <a:pt x="10524" y="6539"/>
                </a:lnTo>
                <a:lnTo>
                  <a:pt x="10166" y="5773"/>
                </a:lnTo>
                <a:lnTo>
                  <a:pt x="9757" y="5006"/>
                </a:lnTo>
                <a:lnTo>
                  <a:pt x="9400" y="4342"/>
                </a:lnTo>
                <a:lnTo>
                  <a:pt x="8940" y="3729"/>
                </a:lnTo>
                <a:lnTo>
                  <a:pt x="8531" y="3116"/>
                </a:lnTo>
                <a:lnTo>
                  <a:pt x="8072" y="2606"/>
                </a:lnTo>
                <a:lnTo>
                  <a:pt x="7612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2" y="971"/>
                </a:lnTo>
                <a:lnTo>
                  <a:pt x="567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8" y="52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9" name="Google Shape;129;p8"/>
          <p:cNvSpPr>
            <a:spLocks noGrp="1"/>
          </p:cNvSpPr>
          <p:nvPr/>
        </p:nvSpPr>
        <p:spPr>
          <a:xfrm flipH="1">
            <a:off x="9934003" y="2209575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15" y="9961"/>
                </a:moveTo>
                <a:lnTo>
                  <a:pt x="5415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394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0"/>
                </a:lnTo>
                <a:lnTo>
                  <a:pt x="154" y="270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16" y="103"/>
                </a:lnTo>
                <a:lnTo>
                  <a:pt x="971" y="52"/>
                </a:lnTo>
                <a:lnTo>
                  <a:pt x="1175" y="0"/>
                </a:lnTo>
                <a:lnTo>
                  <a:pt x="1175" y="0"/>
                </a:lnTo>
                <a:lnTo>
                  <a:pt x="1329" y="0"/>
                </a:lnTo>
                <a:lnTo>
                  <a:pt x="1329" y="0"/>
                </a:lnTo>
                <a:lnTo>
                  <a:pt x="1840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3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8" y="9859"/>
                </a:lnTo>
                <a:lnTo>
                  <a:pt x="577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15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0" name="Google Shape;130;p8"/>
          <p:cNvSpPr>
            <a:spLocks noGrp="1"/>
          </p:cNvSpPr>
          <p:nvPr/>
        </p:nvSpPr>
        <p:spPr>
          <a:xfrm flipH="1">
            <a:off x="9946511" y="2199933"/>
            <a:ext cx="59420" cy="70103"/>
          </a:xfrm>
          <a:custGeom>
            <a:avLst/>
            <a:gdLst/>
            <a:ahLst/>
            <a:cxnLst/>
            <a:rect l="l" t="t" r="r" b="b"/>
            <a:pathLst>
              <a:path w="11648" h="13742">
                <a:moveTo>
                  <a:pt x="3117" y="0"/>
                </a:moveTo>
                <a:lnTo>
                  <a:pt x="3117" y="0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54" y="1942"/>
                </a:lnTo>
                <a:lnTo>
                  <a:pt x="52" y="2452"/>
                </a:lnTo>
                <a:lnTo>
                  <a:pt x="1" y="2963"/>
                </a:lnTo>
                <a:lnTo>
                  <a:pt x="52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3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840" y="8633"/>
                </a:lnTo>
                <a:lnTo>
                  <a:pt x="2248" y="9297"/>
                </a:lnTo>
                <a:lnTo>
                  <a:pt x="2657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66" y="12771"/>
                </a:lnTo>
                <a:lnTo>
                  <a:pt x="5926" y="13077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626" y="13128"/>
                </a:lnTo>
                <a:lnTo>
                  <a:pt x="10932" y="12873"/>
                </a:lnTo>
                <a:lnTo>
                  <a:pt x="11188" y="12566"/>
                </a:lnTo>
                <a:lnTo>
                  <a:pt x="11392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4" y="9502"/>
                </a:lnTo>
                <a:lnTo>
                  <a:pt x="11341" y="8838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73"/>
                </a:lnTo>
                <a:lnTo>
                  <a:pt x="9808" y="5006"/>
                </a:lnTo>
                <a:lnTo>
                  <a:pt x="9400" y="4342"/>
                </a:lnTo>
                <a:lnTo>
                  <a:pt x="8991" y="3729"/>
                </a:lnTo>
                <a:lnTo>
                  <a:pt x="8531" y="3116"/>
                </a:lnTo>
                <a:lnTo>
                  <a:pt x="8123" y="2606"/>
                </a:lnTo>
                <a:lnTo>
                  <a:pt x="7663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3" y="971"/>
                </a:lnTo>
                <a:lnTo>
                  <a:pt x="5722" y="665"/>
                </a:lnTo>
                <a:lnTo>
                  <a:pt x="5211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9" y="52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1" name="Google Shape;131;p8"/>
          <p:cNvSpPr>
            <a:spLocks noGrp="1"/>
          </p:cNvSpPr>
          <p:nvPr/>
        </p:nvSpPr>
        <p:spPr>
          <a:xfrm flipH="1">
            <a:off x="9876673" y="2206188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335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5" y="2708"/>
                </a:lnTo>
                <a:lnTo>
                  <a:pt x="103" y="224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0"/>
                </a:lnTo>
                <a:lnTo>
                  <a:pt x="1226" y="0"/>
                </a:lnTo>
                <a:lnTo>
                  <a:pt x="1329" y="0"/>
                </a:lnTo>
                <a:lnTo>
                  <a:pt x="1329" y="0"/>
                </a:lnTo>
                <a:lnTo>
                  <a:pt x="1839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3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0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" name="Google Shape;132;p8"/>
          <p:cNvSpPr>
            <a:spLocks noGrp="1"/>
          </p:cNvSpPr>
          <p:nvPr/>
        </p:nvSpPr>
        <p:spPr>
          <a:xfrm flipH="1">
            <a:off x="9889181" y="2196807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8" y="0"/>
                </a:moveTo>
                <a:lnTo>
                  <a:pt x="3168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2"/>
                </a:lnTo>
                <a:lnTo>
                  <a:pt x="1840" y="154"/>
                </a:lnTo>
                <a:lnTo>
                  <a:pt x="1431" y="307"/>
                </a:lnTo>
                <a:lnTo>
                  <a:pt x="1073" y="511"/>
                </a:lnTo>
                <a:lnTo>
                  <a:pt x="767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4" y="1891"/>
                </a:lnTo>
                <a:lnTo>
                  <a:pt x="52" y="2401"/>
                </a:lnTo>
                <a:lnTo>
                  <a:pt x="1" y="2912"/>
                </a:lnTo>
                <a:lnTo>
                  <a:pt x="52" y="3474"/>
                </a:lnTo>
                <a:lnTo>
                  <a:pt x="154" y="4087"/>
                </a:lnTo>
                <a:lnTo>
                  <a:pt x="256" y="4751"/>
                </a:lnTo>
                <a:lnTo>
                  <a:pt x="511" y="5466"/>
                </a:lnTo>
                <a:lnTo>
                  <a:pt x="767" y="6232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40" y="8582"/>
                </a:lnTo>
                <a:lnTo>
                  <a:pt x="2248" y="9246"/>
                </a:lnTo>
                <a:lnTo>
                  <a:pt x="2657" y="9910"/>
                </a:lnTo>
                <a:lnTo>
                  <a:pt x="3117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1954"/>
                </a:lnTo>
                <a:lnTo>
                  <a:pt x="4956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8" y="13231"/>
                </a:lnTo>
                <a:lnTo>
                  <a:pt x="6999" y="13435"/>
                </a:lnTo>
                <a:lnTo>
                  <a:pt x="7510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68" y="13333"/>
                </a:lnTo>
                <a:lnTo>
                  <a:pt x="10626" y="13077"/>
                </a:lnTo>
                <a:lnTo>
                  <a:pt x="10932" y="12822"/>
                </a:lnTo>
                <a:lnTo>
                  <a:pt x="11187" y="12515"/>
                </a:lnTo>
                <a:lnTo>
                  <a:pt x="11392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647" y="10676"/>
                </a:lnTo>
                <a:lnTo>
                  <a:pt x="11596" y="10115"/>
                </a:lnTo>
                <a:lnTo>
                  <a:pt x="11494" y="9451"/>
                </a:lnTo>
                <a:lnTo>
                  <a:pt x="11341" y="8786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4955"/>
                </a:lnTo>
                <a:lnTo>
                  <a:pt x="9400" y="4291"/>
                </a:lnTo>
                <a:lnTo>
                  <a:pt x="8991" y="3678"/>
                </a:lnTo>
                <a:lnTo>
                  <a:pt x="8582" y="3065"/>
                </a:lnTo>
                <a:lnTo>
                  <a:pt x="8123" y="2555"/>
                </a:lnTo>
                <a:lnTo>
                  <a:pt x="7663" y="2044"/>
                </a:lnTo>
                <a:lnTo>
                  <a:pt x="7203" y="1635"/>
                </a:lnTo>
                <a:lnTo>
                  <a:pt x="6692" y="1226"/>
                </a:lnTo>
                <a:lnTo>
                  <a:pt x="6233" y="920"/>
                </a:lnTo>
                <a:lnTo>
                  <a:pt x="5722" y="613"/>
                </a:lnTo>
                <a:lnTo>
                  <a:pt x="5211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0"/>
                </a:lnTo>
                <a:lnTo>
                  <a:pt x="316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" name="Google Shape;133;p8"/>
          <p:cNvSpPr>
            <a:spLocks noGrp="1"/>
          </p:cNvSpPr>
          <p:nvPr/>
        </p:nvSpPr>
        <p:spPr>
          <a:xfrm flipH="1">
            <a:off x="9819344" y="2202800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89"/>
                </a:lnTo>
                <a:lnTo>
                  <a:pt x="2810" y="8224"/>
                </a:lnTo>
                <a:lnTo>
                  <a:pt x="2248" y="7356"/>
                </a:lnTo>
                <a:lnTo>
                  <a:pt x="1635" y="6334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80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0" y="1482"/>
                </a:lnTo>
                <a:lnTo>
                  <a:pt x="0" y="1175"/>
                </a:lnTo>
                <a:lnTo>
                  <a:pt x="52" y="920"/>
                </a:lnTo>
                <a:lnTo>
                  <a:pt x="154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80" y="0"/>
                </a:lnTo>
                <a:lnTo>
                  <a:pt x="1380" y="0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54"/>
                </a:lnTo>
                <a:lnTo>
                  <a:pt x="5109" y="3576"/>
                </a:lnTo>
                <a:lnTo>
                  <a:pt x="5722" y="4802"/>
                </a:lnTo>
                <a:lnTo>
                  <a:pt x="5722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71"/>
                </a:lnTo>
                <a:lnTo>
                  <a:pt x="6794" y="8429"/>
                </a:lnTo>
                <a:lnTo>
                  <a:pt x="6743" y="8735"/>
                </a:lnTo>
                <a:lnTo>
                  <a:pt x="6743" y="9042"/>
                </a:lnTo>
                <a:lnTo>
                  <a:pt x="6641" y="9297"/>
                </a:lnTo>
                <a:lnTo>
                  <a:pt x="6539" y="9501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619" y="9961"/>
                </a:lnTo>
                <a:lnTo>
                  <a:pt x="5619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4" name="Google Shape;134;p8"/>
          <p:cNvSpPr>
            <a:spLocks noGrp="1"/>
          </p:cNvSpPr>
          <p:nvPr/>
        </p:nvSpPr>
        <p:spPr>
          <a:xfrm flipH="1">
            <a:off x="9831592" y="2193419"/>
            <a:ext cx="59160" cy="69843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0"/>
                </a:moveTo>
                <a:lnTo>
                  <a:pt x="3117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2"/>
                </a:lnTo>
                <a:lnTo>
                  <a:pt x="1840" y="154"/>
                </a:lnTo>
                <a:lnTo>
                  <a:pt x="1380" y="307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482"/>
                </a:lnTo>
                <a:lnTo>
                  <a:pt x="103" y="1942"/>
                </a:lnTo>
                <a:lnTo>
                  <a:pt x="1" y="2401"/>
                </a:lnTo>
                <a:lnTo>
                  <a:pt x="1" y="2912"/>
                </a:lnTo>
                <a:lnTo>
                  <a:pt x="1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6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16"/>
                </a:lnTo>
                <a:lnTo>
                  <a:pt x="1788" y="8582"/>
                </a:lnTo>
                <a:lnTo>
                  <a:pt x="2197" y="9246"/>
                </a:lnTo>
                <a:lnTo>
                  <a:pt x="2606" y="9910"/>
                </a:lnTo>
                <a:lnTo>
                  <a:pt x="3066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6" y="12362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31"/>
                </a:lnTo>
                <a:lnTo>
                  <a:pt x="6948" y="13435"/>
                </a:lnTo>
                <a:lnTo>
                  <a:pt x="745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22"/>
                </a:lnTo>
                <a:lnTo>
                  <a:pt x="11136" y="12515"/>
                </a:lnTo>
                <a:lnTo>
                  <a:pt x="11341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596" y="10676"/>
                </a:lnTo>
                <a:lnTo>
                  <a:pt x="11596" y="10115"/>
                </a:lnTo>
                <a:lnTo>
                  <a:pt x="11494" y="9450"/>
                </a:lnTo>
                <a:lnTo>
                  <a:pt x="11341" y="8786"/>
                </a:lnTo>
                <a:lnTo>
                  <a:pt x="11136" y="8071"/>
                </a:lnTo>
                <a:lnTo>
                  <a:pt x="10830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6"/>
                </a:lnTo>
                <a:lnTo>
                  <a:pt x="9349" y="4291"/>
                </a:lnTo>
                <a:lnTo>
                  <a:pt x="8940" y="3678"/>
                </a:lnTo>
                <a:lnTo>
                  <a:pt x="8531" y="3065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5"/>
                </a:lnTo>
                <a:lnTo>
                  <a:pt x="6692" y="1226"/>
                </a:lnTo>
                <a:lnTo>
                  <a:pt x="6181" y="920"/>
                </a:lnTo>
                <a:lnTo>
                  <a:pt x="5671" y="613"/>
                </a:lnTo>
                <a:lnTo>
                  <a:pt x="5160" y="409"/>
                </a:lnTo>
                <a:lnTo>
                  <a:pt x="4649" y="205"/>
                </a:lnTo>
                <a:lnTo>
                  <a:pt x="4138" y="103"/>
                </a:lnTo>
                <a:lnTo>
                  <a:pt x="3627" y="0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5" name="Google Shape;135;p8"/>
          <p:cNvSpPr>
            <a:spLocks noGrp="1"/>
          </p:cNvSpPr>
          <p:nvPr/>
        </p:nvSpPr>
        <p:spPr>
          <a:xfrm flipH="1">
            <a:off x="9739604" y="2198108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2"/>
                </a:moveTo>
                <a:lnTo>
                  <a:pt x="5466" y="9962"/>
                </a:lnTo>
                <a:lnTo>
                  <a:pt x="5211" y="9962"/>
                </a:lnTo>
                <a:lnTo>
                  <a:pt x="4955" y="9911"/>
                </a:lnTo>
                <a:lnTo>
                  <a:pt x="4700" y="9809"/>
                </a:lnTo>
                <a:lnTo>
                  <a:pt x="4444" y="9706"/>
                </a:lnTo>
                <a:lnTo>
                  <a:pt x="3934" y="9349"/>
                </a:lnTo>
                <a:lnTo>
                  <a:pt x="3372" y="8889"/>
                </a:lnTo>
                <a:lnTo>
                  <a:pt x="2810" y="8225"/>
                </a:lnTo>
                <a:lnTo>
                  <a:pt x="2248" y="7357"/>
                </a:lnTo>
                <a:lnTo>
                  <a:pt x="1635" y="6335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1" y="1840"/>
                </a:lnTo>
                <a:lnTo>
                  <a:pt x="0" y="1482"/>
                </a:lnTo>
                <a:lnTo>
                  <a:pt x="51" y="1176"/>
                </a:lnTo>
                <a:lnTo>
                  <a:pt x="51" y="920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52"/>
                </a:lnTo>
                <a:lnTo>
                  <a:pt x="1226" y="52"/>
                </a:lnTo>
                <a:lnTo>
                  <a:pt x="1380" y="1"/>
                </a:lnTo>
                <a:lnTo>
                  <a:pt x="1380" y="1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74"/>
                </a:lnTo>
                <a:lnTo>
                  <a:pt x="3985" y="1687"/>
                </a:lnTo>
                <a:lnTo>
                  <a:pt x="4547" y="2555"/>
                </a:lnTo>
                <a:lnTo>
                  <a:pt x="5109" y="3577"/>
                </a:lnTo>
                <a:lnTo>
                  <a:pt x="5722" y="4803"/>
                </a:lnTo>
                <a:lnTo>
                  <a:pt x="5722" y="4803"/>
                </a:lnTo>
                <a:lnTo>
                  <a:pt x="6232" y="6080"/>
                </a:lnTo>
                <a:lnTo>
                  <a:pt x="6590" y="7152"/>
                </a:lnTo>
                <a:lnTo>
                  <a:pt x="6743" y="8072"/>
                </a:lnTo>
                <a:lnTo>
                  <a:pt x="6794" y="8429"/>
                </a:lnTo>
                <a:lnTo>
                  <a:pt x="6794" y="8736"/>
                </a:lnTo>
                <a:lnTo>
                  <a:pt x="6743" y="9042"/>
                </a:lnTo>
                <a:lnTo>
                  <a:pt x="6641" y="9298"/>
                </a:lnTo>
                <a:lnTo>
                  <a:pt x="6539" y="9502"/>
                </a:lnTo>
                <a:lnTo>
                  <a:pt x="6437" y="9655"/>
                </a:lnTo>
                <a:lnTo>
                  <a:pt x="6232" y="9757"/>
                </a:lnTo>
                <a:lnTo>
                  <a:pt x="6079" y="9860"/>
                </a:lnTo>
                <a:lnTo>
                  <a:pt x="5824" y="9911"/>
                </a:lnTo>
                <a:lnTo>
                  <a:pt x="5619" y="9962"/>
                </a:lnTo>
                <a:lnTo>
                  <a:pt x="5619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6" name="Google Shape;136;p8"/>
          <p:cNvSpPr>
            <a:spLocks noGrp="1"/>
          </p:cNvSpPr>
          <p:nvPr/>
        </p:nvSpPr>
        <p:spPr>
          <a:xfrm flipH="1">
            <a:off x="9751853" y="2188725"/>
            <a:ext cx="59160" cy="69843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1"/>
                </a:moveTo>
                <a:lnTo>
                  <a:pt x="3117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22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1" y="2402"/>
                </a:lnTo>
                <a:lnTo>
                  <a:pt x="1" y="2913"/>
                </a:lnTo>
                <a:lnTo>
                  <a:pt x="1" y="3475"/>
                </a:lnTo>
                <a:lnTo>
                  <a:pt x="103" y="4087"/>
                </a:lnTo>
                <a:lnTo>
                  <a:pt x="256" y="4752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788" y="8583"/>
                </a:lnTo>
                <a:lnTo>
                  <a:pt x="2197" y="9247"/>
                </a:lnTo>
                <a:lnTo>
                  <a:pt x="2606" y="9911"/>
                </a:lnTo>
                <a:lnTo>
                  <a:pt x="3065" y="10524"/>
                </a:lnTo>
                <a:lnTo>
                  <a:pt x="3525" y="11035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15" y="12720"/>
                </a:lnTo>
                <a:lnTo>
                  <a:pt x="5926" y="13027"/>
                </a:lnTo>
                <a:lnTo>
                  <a:pt x="6437" y="13231"/>
                </a:lnTo>
                <a:lnTo>
                  <a:pt x="6948" y="13435"/>
                </a:lnTo>
                <a:lnTo>
                  <a:pt x="7458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596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7"/>
                </a:lnTo>
                <a:lnTo>
                  <a:pt x="9400" y="4292"/>
                </a:lnTo>
                <a:lnTo>
                  <a:pt x="8940" y="3679"/>
                </a:lnTo>
                <a:lnTo>
                  <a:pt x="8531" y="3066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6"/>
                </a:lnTo>
                <a:lnTo>
                  <a:pt x="6692" y="1227"/>
                </a:lnTo>
                <a:lnTo>
                  <a:pt x="6181" y="920"/>
                </a:lnTo>
                <a:lnTo>
                  <a:pt x="5671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38" y="103"/>
                </a:lnTo>
                <a:lnTo>
                  <a:pt x="3627" y="1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7" name="Google Shape;137;p8"/>
          <p:cNvSpPr>
            <a:spLocks noGrp="1"/>
          </p:cNvSpPr>
          <p:nvPr/>
        </p:nvSpPr>
        <p:spPr>
          <a:xfrm flipH="1">
            <a:off x="9682015" y="2194980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15" y="9911"/>
                </a:moveTo>
                <a:lnTo>
                  <a:pt x="5415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393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6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154" y="2657"/>
                </a:lnTo>
                <a:lnTo>
                  <a:pt x="0" y="1789"/>
                </a:lnTo>
                <a:lnTo>
                  <a:pt x="0" y="1431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05" y="461"/>
                </a:lnTo>
                <a:lnTo>
                  <a:pt x="358" y="256"/>
                </a:lnTo>
                <a:lnTo>
                  <a:pt x="562" y="154"/>
                </a:lnTo>
                <a:lnTo>
                  <a:pt x="716" y="52"/>
                </a:lnTo>
                <a:lnTo>
                  <a:pt x="971" y="1"/>
                </a:lnTo>
                <a:lnTo>
                  <a:pt x="1175" y="1"/>
                </a:lnTo>
                <a:lnTo>
                  <a:pt x="1175" y="1"/>
                </a:lnTo>
                <a:lnTo>
                  <a:pt x="1329" y="1"/>
                </a:lnTo>
                <a:lnTo>
                  <a:pt x="1329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3"/>
                </a:lnTo>
                <a:lnTo>
                  <a:pt x="3934" y="1636"/>
                </a:lnTo>
                <a:lnTo>
                  <a:pt x="4496" y="2504"/>
                </a:lnTo>
                <a:lnTo>
                  <a:pt x="5109" y="3526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9"/>
                </a:lnTo>
                <a:lnTo>
                  <a:pt x="6539" y="7101"/>
                </a:lnTo>
                <a:lnTo>
                  <a:pt x="6692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488" y="9451"/>
                </a:lnTo>
                <a:lnTo>
                  <a:pt x="6386" y="9604"/>
                </a:lnTo>
                <a:lnTo>
                  <a:pt x="6232" y="9706"/>
                </a:lnTo>
                <a:lnTo>
                  <a:pt x="6028" y="9809"/>
                </a:lnTo>
                <a:lnTo>
                  <a:pt x="5773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15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8" name="Google Shape;138;p8"/>
          <p:cNvSpPr>
            <a:spLocks noGrp="1"/>
          </p:cNvSpPr>
          <p:nvPr/>
        </p:nvSpPr>
        <p:spPr>
          <a:xfrm flipH="1">
            <a:off x="9694524" y="2185339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73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52" y="2402"/>
                </a:lnTo>
                <a:lnTo>
                  <a:pt x="0" y="2913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39" y="8583"/>
                </a:lnTo>
                <a:lnTo>
                  <a:pt x="2197" y="9247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26" y="13027"/>
                </a:lnTo>
                <a:lnTo>
                  <a:pt x="6437" y="13282"/>
                </a:lnTo>
                <a:lnTo>
                  <a:pt x="6948" y="13435"/>
                </a:lnTo>
                <a:lnTo>
                  <a:pt x="7509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152" y="1636"/>
                </a:lnTo>
                <a:lnTo>
                  <a:pt x="6692" y="1278"/>
                </a:lnTo>
                <a:lnTo>
                  <a:pt x="6181" y="920"/>
                </a:lnTo>
                <a:lnTo>
                  <a:pt x="5722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27" y="1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9" name="Google Shape;139;p8"/>
          <p:cNvSpPr>
            <a:spLocks noGrp="1"/>
          </p:cNvSpPr>
          <p:nvPr/>
        </p:nvSpPr>
        <p:spPr>
          <a:xfrm flipH="1">
            <a:off x="9624685" y="2191593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444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5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205" y="2657"/>
                </a:lnTo>
                <a:lnTo>
                  <a:pt x="51" y="2248"/>
                </a:lnTo>
                <a:lnTo>
                  <a:pt x="0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56" y="461"/>
                </a:lnTo>
                <a:lnTo>
                  <a:pt x="358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34" y="1687"/>
                </a:lnTo>
                <a:lnTo>
                  <a:pt x="4496" y="2504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8"/>
                </a:lnTo>
                <a:lnTo>
                  <a:pt x="6539" y="7101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6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0" name="Google Shape;140;p8"/>
          <p:cNvSpPr>
            <a:spLocks noGrp="1"/>
          </p:cNvSpPr>
          <p:nvPr/>
        </p:nvSpPr>
        <p:spPr>
          <a:xfrm flipH="1">
            <a:off x="9637195" y="2181951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2" y="2402"/>
                </a:lnTo>
                <a:lnTo>
                  <a:pt x="0" y="2912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3"/>
                </a:lnTo>
                <a:lnTo>
                  <a:pt x="2248" y="9298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494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692" y="1278"/>
                </a:lnTo>
                <a:lnTo>
                  <a:pt x="6232" y="920"/>
                </a:lnTo>
                <a:lnTo>
                  <a:pt x="5722" y="665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1" name="Google Shape;141;p8"/>
          <p:cNvSpPr>
            <a:spLocks noGrp="1"/>
          </p:cNvSpPr>
          <p:nvPr/>
        </p:nvSpPr>
        <p:spPr>
          <a:xfrm flipH="1">
            <a:off x="9567357" y="2188205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808"/>
                </a:lnTo>
                <a:lnTo>
                  <a:pt x="4444" y="9655"/>
                </a:lnTo>
                <a:lnTo>
                  <a:pt x="3882" y="9349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05"/>
                </a:lnTo>
                <a:lnTo>
                  <a:pt x="1635" y="6284"/>
                </a:lnTo>
                <a:lnTo>
                  <a:pt x="1073" y="5007"/>
                </a:lnTo>
                <a:lnTo>
                  <a:pt x="1073" y="5007"/>
                </a:lnTo>
                <a:lnTo>
                  <a:pt x="511" y="3730"/>
                </a:lnTo>
                <a:lnTo>
                  <a:pt x="205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39" y="7152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Google Shape;142;p8"/>
          <p:cNvSpPr>
            <a:spLocks noGrp="1"/>
          </p:cNvSpPr>
          <p:nvPr/>
        </p:nvSpPr>
        <p:spPr>
          <a:xfrm flipH="1">
            <a:off x="9579865" y="2178564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1" y="2402"/>
                </a:lnTo>
                <a:lnTo>
                  <a:pt x="0" y="2912"/>
                </a:lnTo>
                <a:lnTo>
                  <a:pt x="51" y="3474"/>
                </a:lnTo>
                <a:lnTo>
                  <a:pt x="154" y="4087"/>
                </a:lnTo>
                <a:lnTo>
                  <a:pt x="256" y="4802"/>
                </a:lnTo>
                <a:lnTo>
                  <a:pt x="511" y="5518"/>
                </a:lnTo>
                <a:lnTo>
                  <a:pt x="767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8"/>
                </a:lnTo>
                <a:lnTo>
                  <a:pt x="2657" y="9911"/>
                </a:lnTo>
                <a:lnTo>
                  <a:pt x="3116" y="10524"/>
                </a:lnTo>
                <a:lnTo>
                  <a:pt x="3525" y="11034"/>
                </a:lnTo>
                <a:lnTo>
                  <a:pt x="4036" y="11545"/>
                </a:lnTo>
                <a:lnTo>
                  <a:pt x="4496" y="12005"/>
                </a:lnTo>
                <a:lnTo>
                  <a:pt x="4955" y="12414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7" y="13691"/>
                </a:lnTo>
                <a:lnTo>
                  <a:pt x="8837" y="13691"/>
                </a:lnTo>
                <a:lnTo>
                  <a:pt x="9348" y="13640"/>
                </a:lnTo>
                <a:lnTo>
                  <a:pt x="9859" y="13537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545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647" y="10115"/>
                </a:lnTo>
                <a:lnTo>
                  <a:pt x="11545" y="9502"/>
                </a:lnTo>
                <a:lnTo>
                  <a:pt x="11392" y="8838"/>
                </a:lnTo>
                <a:lnTo>
                  <a:pt x="11187" y="8072"/>
                </a:lnTo>
                <a:lnTo>
                  <a:pt x="10881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7" y="5722"/>
                </a:lnTo>
                <a:lnTo>
                  <a:pt x="9808" y="5007"/>
                </a:lnTo>
                <a:lnTo>
                  <a:pt x="9399" y="4343"/>
                </a:lnTo>
                <a:lnTo>
                  <a:pt x="8991" y="3679"/>
                </a:lnTo>
                <a:lnTo>
                  <a:pt x="8582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743" y="1278"/>
                </a:lnTo>
                <a:lnTo>
                  <a:pt x="6232" y="920"/>
                </a:lnTo>
                <a:lnTo>
                  <a:pt x="572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3" name="Google Shape;143;p8"/>
          <p:cNvSpPr>
            <a:spLocks noGrp="1"/>
          </p:cNvSpPr>
          <p:nvPr/>
        </p:nvSpPr>
        <p:spPr>
          <a:xfrm flipH="1">
            <a:off x="9487617" y="2183517"/>
            <a:ext cx="34663" cy="50559"/>
          </a:xfrm>
          <a:custGeom>
            <a:avLst/>
            <a:gdLst/>
            <a:ahLst/>
            <a:cxnLst/>
            <a:rect l="l" t="t" r="r" b="b"/>
            <a:pathLst>
              <a:path w="6795" h="9911">
                <a:moveTo>
                  <a:pt x="5466" y="9910"/>
                </a:moveTo>
                <a:lnTo>
                  <a:pt x="5466" y="9910"/>
                </a:lnTo>
                <a:lnTo>
                  <a:pt x="5211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655"/>
                </a:lnTo>
                <a:lnTo>
                  <a:pt x="3933" y="9348"/>
                </a:lnTo>
                <a:lnTo>
                  <a:pt x="3372" y="8837"/>
                </a:lnTo>
                <a:lnTo>
                  <a:pt x="2810" y="8173"/>
                </a:lnTo>
                <a:lnTo>
                  <a:pt x="2248" y="7305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29"/>
                </a:lnTo>
                <a:lnTo>
                  <a:pt x="205" y="2708"/>
                </a:lnTo>
                <a:lnTo>
                  <a:pt x="102" y="2248"/>
                </a:lnTo>
                <a:lnTo>
                  <a:pt x="51" y="1839"/>
                </a:lnTo>
                <a:lnTo>
                  <a:pt x="0" y="1482"/>
                </a:lnTo>
                <a:lnTo>
                  <a:pt x="51" y="1124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154"/>
                </a:lnTo>
                <a:lnTo>
                  <a:pt x="766" y="103"/>
                </a:lnTo>
                <a:lnTo>
                  <a:pt x="971" y="0"/>
                </a:lnTo>
                <a:lnTo>
                  <a:pt x="1226" y="0"/>
                </a:lnTo>
                <a:lnTo>
                  <a:pt x="1226" y="0"/>
                </a:lnTo>
                <a:lnTo>
                  <a:pt x="1379" y="0"/>
                </a:lnTo>
                <a:lnTo>
                  <a:pt x="1379" y="0"/>
                </a:lnTo>
                <a:lnTo>
                  <a:pt x="1839" y="51"/>
                </a:lnTo>
                <a:lnTo>
                  <a:pt x="2350" y="205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94" y="8735"/>
                </a:lnTo>
                <a:lnTo>
                  <a:pt x="6743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436" y="9604"/>
                </a:lnTo>
                <a:lnTo>
                  <a:pt x="6232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19" y="9910"/>
                </a:lnTo>
                <a:lnTo>
                  <a:pt x="5619" y="9910"/>
                </a:lnTo>
                <a:lnTo>
                  <a:pt x="5466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" name="Google Shape;144;p8"/>
          <p:cNvSpPr>
            <a:spLocks noGrp="1"/>
          </p:cNvSpPr>
          <p:nvPr/>
        </p:nvSpPr>
        <p:spPr>
          <a:xfrm flipH="1">
            <a:off x="9499865" y="2173876"/>
            <a:ext cx="59155" cy="69843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154"/>
                </a:lnTo>
                <a:lnTo>
                  <a:pt x="1380" y="358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3" y="1941"/>
                </a:lnTo>
                <a:lnTo>
                  <a:pt x="0" y="2401"/>
                </a:lnTo>
                <a:lnTo>
                  <a:pt x="0" y="2912"/>
                </a:lnTo>
                <a:lnTo>
                  <a:pt x="0" y="3474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67"/>
                </a:lnTo>
                <a:lnTo>
                  <a:pt x="1788" y="8582"/>
                </a:lnTo>
                <a:lnTo>
                  <a:pt x="2197" y="9297"/>
                </a:lnTo>
                <a:lnTo>
                  <a:pt x="260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04" y="12413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35"/>
                </a:lnTo>
                <a:lnTo>
                  <a:pt x="7458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596" y="10676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1"/>
                </a:lnTo>
                <a:lnTo>
                  <a:pt x="9757" y="5006"/>
                </a:lnTo>
                <a:lnTo>
                  <a:pt x="9399" y="4342"/>
                </a:lnTo>
                <a:lnTo>
                  <a:pt x="8940" y="3678"/>
                </a:lnTo>
                <a:lnTo>
                  <a:pt x="8531" y="3116"/>
                </a:lnTo>
                <a:lnTo>
                  <a:pt x="8071" y="2554"/>
                </a:lnTo>
                <a:lnTo>
                  <a:pt x="7612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670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2"/>
                </a:lnTo>
                <a:lnTo>
                  <a:pt x="3627" y="0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5" name="Google Shape;145;p8"/>
          <p:cNvSpPr>
            <a:spLocks noGrp="1"/>
          </p:cNvSpPr>
          <p:nvPr/>
        </p:nvSpPr>
        <p:spPr>
          <a:xfrm flipH="1">
            <a:off x="9430028" y="2180131"/>
            <a:ext cx="34397" cy="50559"/>
          </a:xfrm>
          <a:custGeom>
            <a:avLst/>
            <a:gdLst/>
            <a:ahLst/>
            <a:cxnLst/>
            <a:rect l="l" t="t" r="r" b="b"/>
            <a:pathLst>
              <a:path w="6743" h="9911">
                <a:moveTo>
                  <a:pt x="5415" y="9910"/>
                </a:moveTo>
                <a:lnTo>
                  <a:pt x="5415" y="9910"/>
                </a:lnTo>
                <a:lnTo>
                  <a:pt x="5159" y="9910"/>
                </a:lnTo>
                <a:lnTo>
                  <a:pt x="4904" y="9859"/>
                </a:lnTo>
                <a:lnTo>
                  <a:pt x="4649" y="9808"/>
                </a:lnTo>
                <a:lnTo>
                  <a:pt x="4393" y="9655"/>
                </a:lnTo>
                <a:lnTo>
                  <a:pt x="3882" y="9348"/>
                </a:lnTo>
                <a:lnTo>
                  <a:pt x="3321" y="8837"/>
                </a:lnTo>
                <a:lnTo>
                  <a:pt x="2759" y="8173"/>
                </a:lnTo>
                <a:lnTo>
                  <a:pt x="2197" y="7305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153" y="270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05" y="460"/>
                </a:lnTo>
                <a:lnTo>
                  <a:pt x="358" y="307"/>
                </a:lnTo>
                <a:lnTo>
                  <a:pt x="511" y="154"/>
                </a:lnTo>
                <a:lnTo>
                  <a:pt x="715" y="102"/>
                </a:lnTo>
                <a:lnTo>
                  <a:pt x="920" y="0"/>
                </a:lnTo>
                <a:lnTo>
                  <a:pt x="1175" y="0"/>
                </a:lnTo>
                <a:lnTo>
                  <a:pt x="1175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095" y="102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4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488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15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6" name="Google Shape;146;p8"/>
          <p:cNvSpPr>
            <a:spLocks noGrp="1"/>
          </p:cNvSpPr>
          <p:nvPr/>
        </p:nvSpPr>
        <p:spPr>
          <a:xfrm flipH="1">
            <a:off x="9442536" y="2170488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5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2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197" y="9297"/>
                </a:lnTo>
                <a:lnTo>
                  <a:pt x="2657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55" y="12413"/>
                </a:lnTo>
                <a:lnTo>
                  <a:pt x="5466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05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3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27" y="51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7" name="Google Shape;147;p8"/>
          <p:cNvSpPr>
            <a:spLocks noGrp="1"/>
          </p:cNvSpPr>
          <p:nvPr/>
        </p:nvSpPr>
        <p:spPr>
          <a:xfrm flipH="1">
            <a:off x="9372699" y="2176743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20" y="8837"/>
                </a:lnTo>
                <a:lnTo>
                  <a:pt x="2759" y="8173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4" y="2708"/>
                </a:lnTo>
                <a:lnTo>
                  <a:pt x="51" y="224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153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8" name="Google Shape;148;p8"/>
          <p:cNvSpPr>
            <a:spLocks noGrp="1"/>
          </p:cNvSpPr>
          <p:nvPr/>
        </p:nvSpPr>
        <p:spPr>
          <a:xfrm flipH="1">
            <a:off x="9385207" y="2167101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66" y="818"/>
                </a:lnTo>
                <a:lnTo>
                  <a:pt x="511" y="1175"/>
                </a:lnTo>
                <a:lnTo>
                  <a:pt x="307" y="1533"/>
                </a:lnTo>
                <a:lnTo>
                  <a:pt x="154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49"/>
                </a:lnTo>
                <a:lnTo>
                  <a:pt x="1073" y="7049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8" y="13332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2" y="2095"/>
                </a:lnTo>
                <a:lnTo>
                  <a:pt x="7203" y="1635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9" name="Google Shape;149;p8"/>
          <p:cNvSpPr>
            <a:spLocks noGrp="1"/>
          </p:cNvSpPr>
          <p:nvPr/>
        </p:nvSpPr>
        <p:spPr>
          <a:xfrm flipH="1">
            <a:off x="9315369" y="2173356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71" y="8837"/>
                </a:lnTo>
                <a:lnTo>
                  <a:pt x="2810" y="8173"/>
                </a:lnTo>
                <a:lnTo>
                  <a:pt x="2248" y="7356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11" y="3780"/>
                </a:lnTo>
                <a:lnTo>
                  <a:pt x="204" y="2707"/>
                </a:lnTo>
                <a:lnTo>
                  <a:pt x="51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4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0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3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0" name="Google Shape;150;p8"/>
          <p:cNvSpPr>
            <a:spLocks noGrp="1"/>
          </p:cNvSpPr>
          <p:nvPr/>
        </p:nvSpPr>
        <p:spPr>
          <a:xfrm flipH="1">
            <a:off x="9327877" y="2163713"/>
            <a:ext cx="59415" cy="69837"/>
          </a:xfrm>
          <a:custGeom>
            <a:avLst/>
            <a:gdLst/>
            <a:ahLst/>
            <a:cxnLst/>
            <a:rect l="l" t="t" r="r" b="b"/>
            <a:pathLst>
              <a:path w="11647" h="13690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102"/>
                </a:lnTo>
                <a:lnTo>
                  <a:pt x="1839" y="204"/>
                </a:lnTo>
                <a:lnTo>
                  <a:pt x="1430" y="358"/>
                </a:lnTo>
                <a:lnTo>
                  <a:pt x="1073" y="562"/>
                </a:lnTo>
                <a:lnTo>
                  <a:pt x="766" y="817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1"/>
                </a:lnTo>
                <a:lnTo>
                  <a:pt x="51" y="2401"/>
                </a:lnTo>
                <a:lnTo>
                  <a:pt x="0" y="2963"/>
                </a:lnTo>
                <a:lnTo>
                  <a:pt x="51" y="3525"/>
                </a:lnTo>
                <a:lnTo>
                  <a:pt x="153" y="4138"/>
                </a:lnTo>
                <a:lnTo>
                  <a:pt x="256" y="4802"/>
                </a:lnTo>
                <a:lnTo>
                  <a:pt x="511" y="5517"/>
                </a:lnTo>
                <a:lnTo>
                  <a:pt x="766" y="6283"/>
                </a:lnTo>
                <a:lnTo>
                  <a:pt x="1073" y="7100"/>
                </a:lnTo>
                <a:lnTo>
                  <a:pt x="1073" y="7100"/>
                </a:lnTo>
                <a:lnTo>
                  <a:pt x="1430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116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0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59" y="13537"/>
                </a:lnTo>
                <a:lnTo>
                  <a:pt x="10268" y="13383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545" y="11749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545" y="9501"/>
                </a:lnTo>
                <a:lnTo>
                  <a:pt x="11391" y="8837"/>
                </a:lnTo>
                <a:lnTo>
                  <a:pt x="11187" y="8122"/>
                </a:lnTo>
                <a:lnTo>
                  <a:pt x="10881" y="7356"/>
                </a:lnTo>
                <a:lnTo>
                  <a:pt x="10574" y="6539"/>
                </a:lnTo>
                <a:lnTo>
                  <a:pt x="10574" y="6539"/>
                </a:lnTo>
                <a:lnTo>
                  <a:pt x="1021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82" y="3116"/>
                </a:lnTo>
                <a:lnTo>
                  <a:pt x="8122" y="2605"/>
                </a:lnTo>
                <a:lnTo>
                  <a:pt x="7662" y="2094"/>
                </a:lnTo>
                <a:lnTo>
                  <a:pt x="7203" y="1686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1" name="Google Shape;151;p8"/>
          <p:cNvSpPr>
            <a:spLocks noGrp="1"/>
          </p:cNvSpPr>
          <p:nvPr/>
        </p:nvSpPr>
        <p:spPr>
          <a:xfrm flipH="1">
            <a:off x="9235629" y="2168663"/>
            <a:ext cx="34659" cy="50819"/>
          </a:xfrm>
          <a:custGeom>
            <a:avLst/>
            <a:gdLst/>
            <a:ahLst/>
            <a:cxnLst/>
            <a:rect l="l" t="t" r="r" b="b"/>
            <a:pathLst>
              <a:path w="6794" h="9962">
                <a:moveTo>
                  <a:pt x="5466" y="9962"/>
                </a:moveTo>
                <a:lnTo>
                  <a:pt x="5466" y="9962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933" y="9349"/>
                </a:lnTo>
                <a:lnTo>
                  <a:pt x="3371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4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869"/>
                </a:lnTo>
                <a:lnTo>
                  <a:pt x="153" y="665"/>
                </a:lnTo>
                <a:lnTo>
                  <a:pt x="255" y="460"/>
                </a:lnTo>
                <a:lnTo>
                  <a:pt x="409" y="307"/>
                </a:lnTo>
                <a:lnTo>
                  <a:pt x="562" y="205"/>
                </a:lnTo>
                <a:lnTo>
                  <a:pt x="766" y="103"/>
                </a:lnTo>
                <a:lnTo>
                  <a:pt x="971" y="52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4"/>
                </a:lnTo>
                <a:lnTo>
                  <a:pt x="5108" y="3525"/>
                </a:lnTo>
                <a:lnTo>
                  <a:pt x="5721" y="4802"/>
                </a:lnTo>
                <a:lnTo>
                  <a:pt x="5721" y="4802"/>
                </a:lnTo>
                <a:lnTo>
                  <a:pt x="6232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6"/>
                </a:lnTo>
                <a:lnTo>
                  <a:pt x="6538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2" name="Google Shape;152;p8"/>
          <p:cNvSpPr>
            <a:spLocks noGrp="1"/>
          </p:cNvSpPr>
          <p:nvPr/>
        </p:nvSpPr>
        <p:spPr>
          <a:xfrm flipH="1">
            <a:off x="9247879" y="2159020"/>
            <a:ext cx="59155" cy="69843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103"/>
                </a:lnTo>
                <a:lnTo>
                  <a:pt x="1788" y="205"/>
                </a:lnTo>
                <a:lnTo>
                  <a:pt x="1379" y="358"/>
                </a:lnTo>
                <a:lnTo>
                  <a:pt x="1022" y="563"/>
                </a:lnTo>
                <a:lnTo>
                  <a:pt x="715" y="818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0" y="2402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22" y="7101"/>
                </a:lnTo>
                <a:lnTo>
                  <a:pt x="1022" y="7101"/>
                </a:lnTo>
                <a:lnTo>
                  <a:pt x="1430" y="7867"/>
                </a:lnTo>
                <a:lnTo>
                  <a:pt x="1788" y="8582"/>
                </a:lnTo>
                <a:lnTo>
                  <a:pt x="2197" y="9298"/>
                </a:lnTo>
                <a:lnTo>
                  <a:pt x="2605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04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458" y="13588"/>
                </a:lnTo>
                <a:lnTo>
                  <a:pt x="7969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786" y="13690"/>
                </a:lnTo>
                <a:lnTo>
                  <a:pt x="8786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16"/>
                </a:lnTo>
                <a:lnTo>
                  <a:pt x="11340" y="12158"/>
                </a:lnTo>
                <a:lnTo>
                  <a:pt x="11494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29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2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679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159" y="409"/>
                </a:lnTo>
                <a:lnTo>
                  <a:pt x="4649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3" name="Google Shape;153;p8"/>
          <p:cNvSpPr>
            <a:spLocks noGrp="1"/>
          </p:cNvSpPr>
          <p:nvPr/>
        </p:nvSpPr>
        <p:spPr>
          <a:xfrm flipH="1">
            <a:off x="9178040" y="2165275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15" y="9962"/>
                </a:moveTo>
                <a:lnTo>
                  <a:pt x="5415" y="9962"/>
                </a:lnTo>
                <a:lnTo>
                  <a:pt x="5159" y="9910"/>
                </a:lnTo>
                <a:lnTo>
                  <a:pt x="4904" y="9910"/>
                </a:lnTo>
                <a:lnTo>
                  <a:pt x="4648" y="9808"/>
                </a:lnTo>
                <a:lnTo>
                  <a:pt x="4393" y="9706"/>
                </a:lnTo>
                <a:lnTo>
                  <a:pt x="3882" y="9349"/>
                </a:lnTo>
                <a:lnTo>
                  <a:pt x="3320" y="8838"/>
                </a:lnTo>
                <a:lnTo>
                  <a:pt x="2758" y="8174"/>
                </a:lnTo>
                <a:lnTo>
                  <a:pt x="2197" y="7356"/>
                </a:lnTo>
                <a:lnTo>
                  <a:pt x="1635" y="6284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1"/>
                </a:lnTo>
                <a:lnTo>
                  <a:pt x="153" y="2708"/>
                </a:lnTo>
                <a:lnTo>
                  <a:pt x="0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920"/>
                </a:lnTo>
                <a:lnTo>
                  <a:pt x="102" y="665"/>
                </a:lnTo>
                <a:lnTo>
                  <a:pt x="204" y="460"/>
                </a:lnTo>
                <a:lnTo>
                  <a:pt x="358" y="307"/>
                </a:lnTo>
                <a:lnTo>
                  <a:pt x="511" y="205"/>
                </a:lnTo>
                <a:lnTo>
                  <a:pt x="715" y="103"/>
                </a:lnTo>
                <a:lnTo>
                  <a:pt x="920" y="52"/>
                </a:lnTo>
                <a:lnTo>
                  <a:pt x="1175" y="1"/>
                </a:lnTo>
                <a:lnTo>
                  <a:pt x="1175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861" y="563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4"/>
                </a:lnTo>
                <a:lnTo>
                  <a:pt x="5108" y="3525"/>
                </a:lnTo>
                <a:lnTo>
                  <a:pt x="5670" y="4802"/>
                </a:lnTo>
                <a:lnTo>
                  <a:pt x="5670" y="4802"/>
                </a:lnTo>
                <a:lnTo>
                  <a:pt x="6181" y="6079"/>
                </a:lnTo>
                <a:lnTo>
                  <a:pt x="6538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6"/>
                </a:lnTo>
                <a:lnTo>
                  <a:pt x="6692" y="9042"/>
                </a:lnTo>
                <a:lnTo>
                  <a:pt x="6641" y="9246"/>
                </a:lnTo>
                <a:lnTo>
                  <a:pt x="6487" y="9451"/>
                </a:lnTo>
                <a:lnTo>
                  <a:pt x="6385" y="9655"/>
                </a:lnTo>
                <a:lnTo>
                  <a:pt x="6181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15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4" name="Google Shape;154;p8"/>
          <p:cNvSpPr>
            <a:spLocks noGrp="1"/>
          </p:cNvSpPr>
          <p:nvPr/>
        </p:nvSpPr>
        <p:spPr>
          <a:xfrm flipH="1">
            <a:off x="9190549" y="2155633"/>
            <a:ext cx="59155" cy="70103"/>
          </a:xfrm>
          <a:custGeom>
            <a:avLst/>
            <a:gdLst/>
            <a:ahLst/>
            <a:cxnLst/>
            <a:rect l="l" t="t" r="r" b="b"/>
            <a:pathLst>
              <a:path w="11596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3"/>
                </a:lnTo>
                <a:lnTo>
                  <a:pt x="715" y="869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51" y="2401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197" y="9297"/>
                </a:lnTo>
                <a:lnTo>
                  <a:pt x="2656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55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742"/>
                </a:lnTo>
                <a:lnTo>
                  <a:pt x="8531" y="13742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6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67"/>
                </a:lnTo>
                <a:lnTo>
                  <a:pt x="11340" y="12158"/>
                </a:lnTo>
                <a:lnTo>
                  <a:pt x="11493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730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210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5" name="Google Shape;155;p8"/>
          <p:cNvSpPr>
            <a:spLocks noGrp="1"/>
          </p:cNvSpPr>
          <p:nvPr/>
        </p:nvSpPr>
        <p:spPr>
          <a:xfrm flipH="1">
            <a:off x="9120716" y="2161888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174"/>
                </a:lnTo>
                <a:lnTo>
                  <a:pt x="2198" y="7356"/>
                </a:lnTo>
                <a:lnTo>
                  <a:pt x="1636" y="6284"/>
                </a:lnTo>
                <a:lnTo>
                  <a:pt x="1023" y="5058"/>
                </a:lnTo>
                <a:lnTo>
                  <a:pt x="1023" y="5058"/>
                </a:lnTo>
                <a:lnTo>
                  <a:pt x="512" y="3781"/>
                </a:lnTo>
                <a:lnTo>
                  <a:pt x="154" y="2708"/>
                </a:lnTo>
                <a:lnTo>
                  <a:pt x="52" y="2248"/>
                </a:lnTo>
                <a:lnTo>
                  <a:pt x="1" y="1840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9" y="307"/>
                </a:lnTo>
                <a:lnTo>
                  <a:pt x="563" y="205"/>
                </a:lnTo>
                <a:lnTo>
                  <a:pt x="767" y="103"/>
                </a:lnTo>
                <a:lnTo>
                  <a:pt x="972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351" y="256"/>
                </a:lnTo>
                <a:lnTo>
                  <a:pt x="2862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4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2" y="6079"/>
                </a:lnTo>
                <a:lnTo>
                  <a:pt x="6539" y="7152"/>
                </a:lnTo>
                <a:lnTo>
                  <a:pt x="6693" y="8020"/>
                </a:lnTo>
                <a:lnTo>
                  <a:pt x="6744" y="8429"/>
                </a:lnTo>
                <a:lnTo>
                  <a:pt x="6744" y="8736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6" name="Google Shape;156;p8"/>
          <p:cNvSpPr>
            <a:spLocks noGrp="1"/>
          </p:cNvSpPr>
          <p:nvPr/>
        </p:nvSpPr>
        <p:spPr>
          <a:xfrm flipH="1">
            <a:off x="9133220" y="2152247"/>
            <a:ext cx="59415" cy="70103"/>
          </a:xfrm>
          <a:custGeom>
            <a:avLst/>
            <a:gdLst/>
            <a:ahLst/>
            <a:cxnLst/>
            <a:rect l="l" t="t" r="r" b="b"/>
            <a:pathLst>
              <a:path w="11647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2"/>
                </a:lnTo>
                <a:lnTo>
                  <a:pt x="766" y="869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2"/>
                </a:lnTo>
                <a:lnTo>
                  <a:pt x="51" y="2452"/>
                </a:lnTo>
                <a:lnTo>
                  <a:pt x="0" y="2963"/>
                </a:lnTo>
                <a:lnTo>
                  <a:pt x="51" y="3525"/>
                </a:lnTo>
                <a:lnTo>
                  <a:pt x="102" y="4138"/>
                </a:lnTo>
                <a:lnTo>
                  <a:pt x="255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248" y="9297"/>
                </a:lnTo>
                <a:lnTo>
                  <a:pt x="2656" y="9961"/>
                </a:lnTo>
                <a:lnTo>
                  <a:pt x="3065" y="10523"/>
                </a:lnTo>
                <a:lnTo>
                  <a:pt x="3525" y="11085"/>
                </a:lnTo>
                <a:lnTo>
                  <a:pt x="3984" y="11596"/>
                </a:lnTo>
                <a:lnTo>
                  <a:pt x="4495" y="12005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77"/>
                </a:lnTo>
                <a:lnTo>
                  <a:pt x="6487" y="13282"/>
                </a:lnTo>
                <a:lnTo>
                  <a:pt x="6998" y="13486"/>
                </a:lnTo>
                <a:lnTo>
                  <a:pt x="7509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7" y="13384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67"/>
                </a:lnTo>
                <a:lnTo>
                  <a:pt x="11391" y="12158"/>
                </a:lnTo>
                <a:lnTo>
                  <a:pt x="11493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0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808" y="5007"/>
                </a:lnTo>
                <a:lnTo>
                  <a:pt x="9399" y="4342"/>
                </a:lnTo>
                <a:lnTo>
                  <a:pt x="8990" y="3730"/>
                </a:lnTo>
                <a:lnTo>
                  <a:pt x="8531" y="3117"/>
                </a:lnTo>
                <a:lnTo>
                  <a:pt x="8122" y="2606"/>
                </a:lnTo>
                <a:lnTo>
                  <a:pt x="7662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2" y="971"/>
                </a:lnTo>
                <a:lnTo>
                  <a:pt x="5721" y="665"/>
                </a:lnTo>
                <a:lnTo>
                  <a:pt x="5210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8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7" name="Google Shape;157;p8"/>
          <p:cNvSpPr>
            <a:spLocks noGrp="1"/>
          </p:cNvSpPr>
          <p:nvPr/>
        </p:nvSpPr>
        <p:spPr>
          <a:xfrm flipH="1">
            <a:off x="9063387" y="2158500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72" y="8889"/>
                </a:lnTo>
                <a:lnTo>
                  <a:pt x="2810" y="8225"/>
                </a:lnTo>
                <a:lnTo>
                  <a:pt x="2249" y="7356"/>
                </a:lnTo>
                <a:lnTo>
                  <a:pt x="1636" y="6335"/>
                </a:lnTo>
                <a:lnTo>
                  <a:pt x="1074" y="5058"/>
                </a:lnTo>
                <a:lnTo>
                  <a:pt x="1074" y="5058"/>
                </a:lnTo>
                <a:lnTo>
                  <a:pt x="512" y="3781"/>
                </a:lnTo>
                <a:lnTo>
                  <a:pt x="205" y="2708"/>
                </a:lnTo>
                <a:lnTo>
                  <a:pt x="52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54" y="665"/>
                </a:lnTo>
                <a:lnTo>
                  <a:pt x="256" y="460"/>
                </a:lnTo>
                <a:lnTo>
                  <a:pt x="410" y="307"/>
                </a:lnTo>
                <a:lnTo>
                  <a:pt x="563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095" y="154"/>
                </a:lnTo>
                <a:lnTo>
                  <a:pt x="2351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3" y="6079"/>
                </a:lnTo>
                <a:lnTo>
                  <a:pt x="6539" y="7152"/>
                </a:lnTo>
                <a:lnTo>
                  <a:pt x="6744" y="8020"/>
                </a:lnTo>
                <a:lnTo>
                  <a:pt x="6744" y="8429"/>
                </a:lnTo>
                <a:lnTo>
                  <a:pt x="6744" y="8735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8" name="Google Shape;158;p8"/>
          <p:cNvSpPr>
            <a:spLocks noGrp="1"/>
          </p:cNvSpPr>
          <p:nvPr/>
        </p:nvSpPr>
        <p:spPr>
          <a:xfrm flipH="1">
            <a:off x="9075891" y="2149119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0" y="307"/>
                </a:lnTo>
                <a:lnTo>
                  <a:pt x="1073" y="511"/>
                </a:lnTo>
                <a:lnTo>
                  <a:pt x="766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3" y="1891"/>
                </a:lnTo>
                <a:lnTo>
                  <a:pt x="51" y="2401"/>
                </a:lnTo>
                <a:lnTo>
                  <a:pt x="0" y="2912"/>
                </a:lnTo>
                <a:lnTo>
                  <a:pt x="51" y="3474"/>
                </a:lnTo>
                <a:lnTo>
                  <a:pt x="153" y="4087"/>
                </a:lnTo>
                <a:lnTo>
                  <a:pt x="255" y="4751"/>
                </a:lnTo>
                <a:lnTo>
                  <a:pt x="460" y="5466"/>
                </a:lnTo>
                <a:lnTo>
                  <a:pt x="76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0" y="7816"/>
                </a:lnTo>
                <a:lnTo>
                  <a:pt x="1839" y="8582"/>
                </a:lnTo>
                <a:lnTo>
                  <a:pt x="2248" y="9246"/>
                </a:lnTo>
                <a:lnTo>
                  <a:pt x="2656" y="9910"/>
                </a:lnTo>
                <a:lnTo>
                  <a:pt x="3116" y="10472"/>
                </a:lnTo>
                <a:lnTo>
                  <a:pt x="3525" y="11034"/>
                </a:lnTo>
                <a:lnTo>
                  <a:pt x="3984" y="11545"/>
                </a:lnTo>
                <a:lnTo>
                  <a:pt x="4495" y="11954"/>
                </a:lnTo>
                <a:lnTo>
                  <a:pt x="4955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7" y="13231"/>
                </a:lnTo>
                <a:lnTo>
                  <a:pt x="6998" y="13435"/>
                </a:lnTo>
                <a:lnTo>
                  <a:pt x="750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588"/>
                </a:lnTo>
                <a:lnTo>
                  <a:pt x="9808" y="13486"/>
                </a:lnTo>
                <a:lnTo>
                  <a:pt x="10267" y="13333"/>
                </a:lnTo>
                <a:lnTo>
                  <a:pt x="10625" y="13077"/>
                </a:lnTo>
                <a:lnTo>
                  <a:pt x="10931" y="12822"/>
                </a:lnTo>
                <a:lnTo>
                  <a:pt x="11187" y="12516"/>
                </a:lnTo>
                <a:lnTo>
                  <a:pt x="11391" y="12107"/>
                </a:lnTo>
                <a:lnTo>
                  <a:pt x="11544" y="11698"/>
                </a:lnTo>
                <a:lnTo>
                  <a:pt x="11596" y="11187"/>
                </a:lnTo>
                <a:lnTo>
                  <a:pt x="11647" y="10677"/>
                </a:lnTo>
                <a:lnTo>
                  <a:pt x="11596" y="10115"/>
                </a:lnTo>
                <a:lnTo>
                  <a:pt x="11544" y="9451"/>
                </a:lnTo>
                <a:lnTo>
                  <a:pt x="11391" y="8787"/>
                </a:lnTo>
                <a:lnTo>
                  <a:pt x="11187" y="8071"/>
                </a:lnTo>
                <a:lnTo>
                  <a:pt x="10880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6" y="5722"/>
                </a:lnTo>
                <a:lnTo>
                  <a:pt x="9808" y="4955"/>
                </a:lnTo>
                <a:lnTo>
                  <a:pt x="9399" y="4291"/>
                </a:lnTo>
                <a:lnTo>
                  <a:pt x="8990" y="3678"/>
                </a:lnTo>
                <a:lnTo>
                  <a:pt x="8582" y="3065"/>
                </a:lnTo>
                <a:lnTo>
                  <a:pt x="8122" y="2555"/>
                </a:lnTo>
                <a:lnTo>
                  <a:pt x="7662" y="2044"/>
                </a:lnTo>
                <a:lnTo>
                  <a:pt x="7203" y="1635"/>
                </a:lnTo>
                <a:lnTo>
                  <a:pt x="6692" y="1227"/>
                </a:lnTo>
                <a:lnTo>
                  <a:pt x="6232" y="920"/>
                </a:lnTo>
                <a:lnTo>
                  <a:pt x="5721" y="614"/>
                </a:lnTo>
                <a:lnTo>
                  <a:pt x="5210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9" name="Google Shape;159;p8"/>
          <p:cNvSpPr>
            <a:spLocks noGrp="1"/>
          </p:cNvSpPr>
          <p:nvPr/>
        </p:nvSpPr>
        <p:spPr>
          <a:xfrm flipH="1">
            <a:off x="10178689" y="1792640"/>
            <a:ext cx="236616" cy="71403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6830" y="0"/>
                </a:move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0" name="Google Shape;160;p8"/>
          <p:cNvSpPr>
            <a:spLocks noGrp="1"/>
          </p:cNvSpPr>
          <p:nvPr/>
        </p:nvSpPr>
        <p:spPr>
          <a:xfrm flipH="1">
            <a:off x="10178689" y="1792640"/>
            <a:ext cx="236616" cy="71403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7238" y="0"/>
                </a:moveTo>
                <a:lnTo>
                  <a:pt x="37238" y="0"/>
                </a:lnTo>
                <a:lnTo>
                  <a:pt x="36830" y="0"/>
                </a:lnTo>
                <a:lnTo>
                  <a:pt x="4240" y="1941"/>
                </a:ln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1" name="Google Shape;161;p8"/>
          <p:cNvSpPr>
            <a:spLocks noGrp="1"/>
          </p:cNvSpPr>
          <p:nvPr/>
        </p:nvSpPr>
        <p:spPr>
          <a:xfrm flipH="1">
            <a:off x="10123968" y="1907299"/>
            <a:ext cx="296027" cy="226709"/>
          </a:xfrm>
          <a:custGeom>
            <a:avLst/>
            <a:gdLst/>
            <a:ahLst/>
            <a:cxnLst/>
            <a:rect l="l" t="t" r="r" b="b"/>
            <a:pathLst>
              <a:path w="58029" h="44441">
                <a:moveTo>
                  <a:pt x="26256" y="409"/>
                </a:moveTo>
                <a:lnTo>
                  <a:pt x="12924" y="1175"/>
                </a:lnTo>
                <a:lnTo>
                  <a:pt x="27073" y="33407"/>
                </a:lnTo>
                <a:lnTo>
                  <a:pt x="40406" y="32590"/>
                </a:lnTo>
                <a:lnTo>
                  <a:pt x="26256" y="409"/>
                </a:lnTo>
                <a:close/>
                <a:moveTo>
                  <a:pt x="33101" y="0"/>
                </a:moveTo>
                <a:lnTo>
                  <a:pt x="28044" y="307"/>
                </a:lnTo>
                <a:lnTo>
                  <a:pt x="46892" y="43111"/>
                </a:lnTo>
                <a:lnTo>
                  <a:pt x="46892" y="43111"/>
                </a:lnTo>
                <a:lnTo>
                  <a:pt x="51899" y="42806"/>
                </a:lnTo>
                <a:lnTo>
                  <a:pt x="52818" y="42704"/>
                </a:lnTo>
                <a:lnTo>
                  <a:pt x="53687" y="42551"/>
                </a:lnTo>
                <a:lnTo>
                  <a:pt x="54453" y="42295"/>
                </a:lnTo>
                <a:lnTo>
                  <a:pt x="55168" y="41938"/>
                </a:lnTo>
                <a:lnTo>
                  <a:pt x="55832" y="41529"/>
                </a:lnTo>
                <a:lnTo>
                  <a:pt x="56394" y="41018"/>
                </a:lnTo>
                <a:lnTo>
                  <a:pt x="56854" y="40508"/>
                </a:lnTo>
                <a:lnTo>
                  <a:pt x="57263" y="39895"/>
                </a:lnTo>
                <a:lnTo>
                  <a:pt x="57569" y="39231"/>
                </a:lnTo>
                <a:lnTo>
                  <a:pt x="57824" y="38567"/>
                </a:lnTo>
                <a:lnTo>
                  <a:pt x="57978" y="37800"/>
                </a:lnTo>
                <a:lnTo>
                  <a:pt x="58029" y="37034"/>
                </a:lnTo>
                <a:lnTo>
                  <a:pt x="57978" y="36217"/>
                </a:lnTo>
                <a:lnTo>
                  <a:pt x="57824" y="35348"/>
                </a:lnTo>
                <a:lnTo>
                  <a:pt x="57620" y="34480"/>
                </a:lnTo>
                <a:lnTo>
                  <a:pt x="57263" y="33612"/>
                </a:lnTo>
                <a:lnTo>
                  <a:pt x="46076" y="8122"/>
                </a:lnTo>
                <a:lnTo>
                  <a:pt x="45667" y="7254"/>
                </a:lnTo>
                <a:lnTo>
                  <a:pt x="45156" y="6436"/>
                </a:lnTo>
                <a:lnTo>
                  <a:pt x="44594" y="5670"/>
                </a:lnTo>
                <a:lnTo>
                  <a:pt x="43981" y="4904"/>
                </a:lnTo>
                <a:lnTo>
                  <a:pt x="43266" y="4189"/>
                </a:lnTo>
                <a:lnTo>
                  <a:pt x="42551" y="3525"/>
                </a:lnTo>
                <a:lnTo>
                  <a:pt x="41785" y="2912"/>
                </a:lnTo>
                <a:lnTo>
                  <a:pt x="40968" y="2350"/>
                </a:lnTo>
                <a:lnTo>
                  <a:pt x="40099" y="1788"/>
                </a:lnTo>
                <a:lnTo>
                  <a:pt x="39231" y="1328"/>
                </a:lnTo>
                <a:lnTo>
                  <a:pt x="38311" y="920"/>
                </a:lnTo>
                <a:lnTo>
                  <a:pt x="37392" y="613"/>
                </a:lnTo>
                <a:lnTo>
                  <a:pt x="36472" y="358"/>
                </a:lnTo>
                <a:lnTo>
                  <a:pt x="35553" y="153"/>
                </a:lnTo>
                <a:lnTo>
                  <a:pt x="34582" y="0"/>
                </a:lnTo>
                <a:close/>
                <a:moveTo>
                  <a:pt x="46892" y="43111"/>
                </a:moveTo>
                <a:lnTo>
                  <a:pt x="46025" y="43164"/>
                </a:lnTo>
                <a:lnTo>
                  <a:pt x="46893" y="43113"/>
                </a:lnTo>
                <a:lnTo>
                  <a:pt x="46892" y="43111"/>
                </a:lnTo>
                <a:close/>
                <a:moveTo>
                  <a:pt x="41172" y="34276"/>
                </a:moveTo>
                <a:lnTo>
                  <a:pt x="27789" y="35093"/>
                </a:lnTo>
                <a:lnTo>
                  <a:pt x="31722" y="44032"/>
                </a:lnTo>
                <a:lnTo>
                  <a:pt x="45105" y="43215"/>
                </a:lnTo>
                <a:lnTo>
                  <a:pt x="41172" y="34276"/>
                </a:lnTo>
                <a:close/>
                <a:moveTo>
                  <a:pt x="11136" y="1277"/>
                </a:moveTo>
                <a:lnTo>
                  <a:pt x="6130" y="1584"/>
                </a:lnTo>
                <a:lnTo>
                  <a:pt x="5210" y="1686"/>
                </a:lnTo>
                <a:lnTo>
                  <a:pt x="4342" y="1839"/>
                </a:lnTo>
                <a:lnTo>
                  <a:pt x="3576" y="2146"/>
                </a:lnTo>
                <a:lnTo>
                  <a:pt x="2861" y="2452"/>
                </a:lnTo>
                <a:lnTo>
                  <a:pt x="2197" y="2861"/>
                </a:lnTo>
                <a:lnTo>
                  <a:pt x="1635" y="3371"/>
                </a:lnTo>
                <a:lnTo>
                  <a:pt x="1124" y="3882"/>
                </a:lnTo>
                <a:lnTo>
                  <a:pt x="715" y="4495"/>
                </a:lnTo>
                <a:lnTo>
                  <a:pt x="409" y="5159"/>
                </a:lnTo>
                <a:lnTo>
                  <a:pt x="153" y="5874"/>
                </a:lnTo>
                <a:lnTo>
                  <a:pt x="51" y="6590"/>
                </a:lnTo>
                <a:lnTo>
                  <a:pt x="0" y="7356"/>
                </a:lnTo>
                <a:lnTo>
                  <a:pt x="0" y="8173"/>
                </a:lnTo>
                <a:lnTo>
                  <a:pt x="153" y="9042"/>
                </a:lnTo>
                <a:lnTo>
                  <a:pt x="409" y="9910"/>
                </a:lnTo>
                <a:lnTo>
                  <a:pt x="715" y="10778"/>
                </a:lnTo>
                <a:lnTo>
                  <a:pt x="11902" y="36268"/>
                </a:lnTo>
                <a:lnTo>
                  <a:pt x="12362" y="37136"/>
                </a:lnTo>
                <a:lnTo>
                  <a:pt x="12822" y="37954"/>
                </a:lnTo>
                <a:lnTo>
                  <a:pt x="13384" y="38720"/>
                </a:lnTo>
                <a:lnTo>
                  <a:pt x="14048" y="39486"/>
                </a:lnTo>
                <a:lnTo>
                  <a:pt x="14712" y="40201"/>
                </a:lnTo>
                <a:lnTo>
                  <a:pt x="15427" y="40865"/>
                </a:lnTo>
                <a:lnTo>
                  <a:pt x="16244" y="41478"/>
                </a:lnTo>
                <a:lnTo>
                  <a:pt x="17061" y="42091"/>
                </a:lnTo>
                <a:lnTo>
                  <a:pt x="17879" y="42602"/>
                </a:lnTo>
                <a:lnTo>
                  <a:pt x="18798" y="43062"/>
                </a:lnTo>
                <a:lnTo>
                  <a:pt x="19667" y="43470"/>
                </a:lnTo>
                <a:lnTo>
                  <a:pt x="20586" y="43777"/>
                </a:lnTo>
                <a:lnTo>
                  <a:pt x="21557" y="44083"/>
                </a:lnTo>
                <a:lnTo>
                  <a:pt x="22476" y="44288"/>
                </a:lnTo>
                <a:lnTo>
                  <a:pt x="23395" y="44390"/>
                </a:lnTo>
                <a:lnTo>
                  <a:pt x="24366" y="44441"/>
                </a:lnTo>
                <a:lnTo>
                  <a:pt x="24928" y="44390"/>
                </a:lnTo>
                <a:lnTo>
                  <a:pt x="29934" y="44134"/>
                </a:lnTo>
                <a:lnTo>
                  <a:pt x="11136" y="1277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2" name="Google Shape;162;p8"/>
          <p:cNvSpPr>
            <a:spLocks noGrp="1"/>
          </p:cNvSpPr>
          <p:nvPr/>
        </p:nvSpPr>
        <p:spPr>
          <a:xfrm flipH="1">
            <a:off x="9971268" y="2131923"/>
            <a:ext cx="9125" cy="525"/>
          </a:xfrm>
          <a:custGeom>
            <a:avLst/>
            <a:gdLst/>
            <a:ahLst/>
            <a:cxnLst/>
            <a:rect l="l" t="t" r="r" b="b"/>
            <a:pathLst>
              <a:path w="1789" h="103">
                <a:moveTo>
                  <a:pt x="1789" y="0"/>
                </a:moveTo>
                <a:lnTo>
                  <a:pt x="1" y="102"/>
                </a:lnTo>
                <a:lnTo>
                  <a:pt x="1" y="102"/>
                </a:lnTo>
                <a:lnTo>
                  <a:pt x="1789" y="0"/>
                </a:lnTo>
                <a:lnTo>
                  <a:pt x="178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3" name="Google Shape;163;p8"/>
          <p:cNvSpPr>
            <a:spLocks noGrp="1"/>
          </p:cNvSpPr>
          <p:nvPr/>
        </p:nvSpPr>
        <p:spPr>
          <a:xfrm flipH="1">
            <a:off x="9893871" y="2127489"/>
            <a:ext cx="4692" cy="264"/>
          </a:xfrm>
          <a:custGeom>
            <a:avLst/>
            <a:gdLst/>
            <a:ahLst/>
            <a:cxnLst/>
            <a:rect l="l" t="t" r="r" b="b"/>
            <a:pathLst>
              <a:path w="920" h="52">
                <a:moveTo>
                  <a:pt x="920" y="1"/>
                </a:moveTo>
                <a:lnTo>
                  <a:pt x="0" y="52"/>
                </a:lnTo>
                <a:lnTo>
                  <a:pt x="0" y="52"/>
                </a:lnTo>
                <a:lnTo>
                  <a:pt x="920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4" name="Google Shape;164;p8"/>
          <p:cNvSpPr>
            <a:spLocks noGrp="1"/>
          </p:cNvSpPr>
          <p:nvPr/>
        </p:nvSpPr>
        <p:spPr>
          <a:xfrm flipH="1">
            <a:off x="9982211" y="2082148"/>
            <a:ext cx="88345" cy="49779"/>
          </a:xfrm>
          <a:custGeom>
            <a:avLst/>
            <a:gdLst/>
            <a:ahLst/>
            <a:cxnLst/>
            <a:rect l="l" t="t" r="r" b="b"/>
            <a:pathLst>
              <a:path w="17318" h="9758">
                <a:moveTo>
                  <a:pt x="13384" y="1"/>
                </a:moveTo>
                <a:lnTo>
                  <a:pt x="1" y="818"/>
                </a:lnTo>
                <a:lnTo>
                  <a:pt x="3934" y="9757"/>
                </a:lnTo>
                <a:lnTo>
                  <a:pt x="17317" y="8940"/>
                </a:lnTo>
                <a:lnTo>
                  <a:pt x="13384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5" name="Google Shape;165;p8"/>
          <p:cNvSpPr>
            <a:spLocks noGrp="1"/>
          </p:cNvSpPr>
          <p:nvPr/>
        </p:nvSpPr>
        <p:spPr>
          <a:xfrm flipH="1">
            <a:off x="10123968" y="1913813"/>
            <a:ext cx="152704" cy="220195"/>
          </a:xfrm>
          <a:custGeom>
            <a:avLst/>
            <a:gdLst/>
            <a:ahLst/>
            <a:cxnLst/>
            <a:rect l="l" t="t" r="r" b="b"/>
            <a:pathLst>
              <a:path w="29934" h="43164">
                <a:moveTo>
                  <a:pt x="11136" y="0"/>
                </a:moveTo>
                <a:lnTo>
                  <a:pt x="6130" y="307"/>
                </a:lnTo>
                <a:lnTo>
                  <a:pt x="6130" y="307"/>
                </a:lnTo>
                <a:lnTo>
                  <a:pt x="5210" y="409"/>
                </a:lnTo>
                <a:lnTo>
                  <a:pt x="4342" y="562"/>
                </a:lnTo>
                <a:lnTo>
                  <a:pt x="3576" y="869"/>
                </a:lnTo>
                <a:lnTo>
                  <a:pt x="2861" y="1175"/>
                </a:lnTo>
                <a:lnTo>
                  <a:pt x="2197" y="1584"/>
                </a:lnTo>
                <a:lnTo>
                  <a:pt x="1635" y="2094"/>
                </a:lnTo>
                <a:lnTo>
                  <a:pt x="1124" y="2605"/>
                </a:lnTo>
                <a:lnTo>
                  <a:pt x="715" y="3218"/>
                </a:lnTo>
                <a:lnTo>
                  <a:pt x="409" y="3882"/>
                </a:lnTo>
                <a:lnTo>
                  <a:pt x="153" y="4597"/>
                </a:lnTo>
                <a:lnTo>
                  <a:pt x="51" y="5313"/>
                </a:lnTo>
                <a:lnTo>
                  <a:pt x="0" y="6079"/>
                </a:lnTo>
                <a:lnTo>
                  <a:pt x="0" y="6896"/>
                </a:lnTo>
                <a:lnTo>
                  <a:pt x="153" y="7765"/>
                </a:lnTo>
                <a:lnTo>
                  <a:pt x="409" y="8633"/>
                </a:lnTo>
                <a:lnTo>
                  <a:pt x="715" y="9501"/>
                </a:lnTo>
                <a:lnTo>
                  <a:pt x="11902" y="34991"/>
                </a:lnTo>
                <a:lnTo>
                  <a:pt x="11902" y="34991"/>
                </a:lnTo>
                <a:lnTo>
                  <a:pt x="12362" y="35859"/>
                </a:lnTo>
                <a:lnTo>
                  <a:pt x="12822" y="36677"/>
                </a:lnTo>
                <a:lnTo>
                  <a:pt x="13384" y="37443"/>
                </a:lnTo>
                <a:lnTo>
                  <a:pt x="14048" y="38209"/>
                </a:lnTo>
                <a:lnTo>
                  <a:pt x="14712" y="38924"/>
                </a:lnTo>
                <a:lnTo>
                  <a:pt x="15427" y="39588"/>
                </a:lnTo>
                <a:lnTo>
                  <a:pt x="16244" y="40201"/>
                </a:lnTo>
                <a:lnTo>
                  <a:pt x="17061" y="40814"/>
                </a:lnTo>
                <a:lnTo>
                  <a:pt x="17879" y="41325"/>
                </a:lnTo>
                <a:lnTo>
                  <a:pt x="18798" y="41785"/>
                </a:lnTo>
                <a:lnTo>
                  <a:pt x="19667" y="42193"/>
                </a:lnTo>
                <a:lnTo>
                  <a:pt x="20586" y="42500"/>
                </a:lnTo>
                <a:lnTo>
                  <a:pt x="21557" y="42806"/>
                </a:lnTo>
                <a:lnTo>
                  <a:pt x="22476" y="43011"/>
                </a:lnTo>
                <a:lnTo>
                  <a:pt x="23395" y="43113"/>
                </a:lnTo>
                <a:lnTo>
                  <a:pt x="24366" y="43164"/>
                </a:lnTo>
                <a:lnTo>
                  <a:pt x="24366" y="43164"/>
                </a:lnTo>
                <a:lnTo>
                  <a:pt x="24928" y="43113"/>
                </a:lnTo>
                <a:lnTo>
                  <a:pt x="29934" y="42857"/>
                </a:lnTo>
                <a:lnTo>
                  <a:pt x="1113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6" name="Google Shape;166;p8"/>
          <p:cNvSpPr>
            <a:spLocks noGrp="1"/>
          </p:cNvSpPr>
          <p:nvPr/>
        </p:nvSpPr>
        <p:spPr>
          <a:xfrm flipH="1">
            <a:off x="10058043" y="1909380"/>
            <a:ext cx="140200" cy="168344"/>
          </a:xfrm>
          <a:custGeom>
            <a:avLst/>
            <a:gdLst/>
            <a:ahLst/>
            <a:cxnLst/>
            <a:rect l="l" t="t" r="r" b="b"/>
            <a:pathLst>
              <a:path w="27483" h="33000">
                <a:moveTo>
                  <a:pt x="13333" y="1"/>
                </a:moveTo>
                <a:lnTo>
                  <a:pt x="1" y="767"/>
                </a:lnTo>
                <a:lnTo>
                  <a:pt x="14150" y="32999"/>
                </a:lnTo>
                <a:lnTo>
                  <a:pt x="27483" y="32182"/>
                </a:lnTo>
                <a:lnTo>
                  <a:pt x="13333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7" name="Google Shape;167;p8"/>
          <p:cNvSpPr>
            <a:spLocks noGrp="1"/>
          </p:cNvSpPr>
          <p:nvPr/>
        </p:nvSpPr>
        <p:spPr>
          <a:xfrm flipH="1">
            <a:off x="9980909" y="1907299"/>
            <a:ext cx="152969" cy="220195"/>
          </a:xfrm>
          <a:custGeom>
            <a:avLst/>
            <a:gdLst/>
            <a:ahLst/>
            <a:cxnLst/>
            <a:rect l="l" t="t" r="r" b="b"/>
            <a:pathLst>
              <a:path w="29986" h="43164">
                <a:moveTo>
                  <a:pt x="5620" y="0"/>
                </a:moveTo>
                <a:lnTo>
                  <a:pt x="5620" y="0"/>
                </a:lnTo>
                <a:lnTo>
                  <a:pt x="5058" y="0"/>
                </a:lnTo>
                <a:lnTo>
                  <a:pt x="1" y="307"/>
                </a:lnTo>
                <a:lnTo>
                  <a:pt x="18850" y="43113"/>
                </a:lnTo>
                <a:lnTo>
                  <a:pt x="17982" y="43164"/>
                </a:lnTo>
                <a:lnTo>
                  <a:pt x="23856" y="42806"/>
                </a:lnTo>
                <a:lnTo>
                  <a:pt x="23856" y="42806"/>
                </a:lnTo>
                <a:lnTo>
                  <a:pt x="24775" y="42704"/>
                </a:lnTo>
                <a:lnTo>
                  <a:pt x="25644" y="42551"/>
                </a:lnTo>
                <a:lnTo>
                  <a:pt x="26410" y="42295"/>
                </a:lnTo>
                <a:lnTo>
                  <a:pt x="27125" y="41938"/>
                </a:lnTo>
                <a:lnTo>
                  <a:pt x="27789" y="41529"/>
                </a:lnTo>
                <a:lnTo>
                  <a:pt x="28351" y="41018"/>
                </a:lnTo>
                <a:lnTo>
                  <a:pt x="28811" y="40508"/>
                </a:lnTo>
                <a:lnTo>
                  <a:pt x="29220" y="39895"/>
                </a:lnTo>
                <a:lnTo>
                  <a:pt x="29526" y="39231"/>
                </a:lnTo>
                <a:lnTo>
                  <a:pt x="29781" y="38567"/>
                </a:lnTo>
                <a:lnTo>
                  <a:pt x="29935" y="37800"/>
                </a:lnTo>
                <a:lnTo>
                  <a:pt x="29986" y="37034"/>
                </a:lnTo>
                <a:lnTo>
                  <a:pt x="29935" y="36217"/>
                </a:lnTo>
                <a:lnTo>
                  <a:pt x="29781" y="35348"/>
                </a:lnTo>
                <a:lnTo>
                  <a:pt x="29577" y="34480"/>
                </a:lnTo>
                <a:lnTo>
                  <a:pt x="29220" y="33612"/>
                </a:lnTo>
                <a:lnTo>
                  <a:pt x="18033" y="8122"/>
                </a:lnTo>
                <a:lnTo>
                  <a:pt x="18033" y="8122"/>
                </a:lnTo>
                <a:lnTo>
                  <a:pt x="17624" y="7254"/>
                </a:lnTo>
                <a:lnTo>
                  <a:pt x="17113" y="6436"/>
                </a:lnTo>
                <a:lnTo>
                  <a:pt x="16551" y="5670"/>
                </a:lnTo>
                <a:lnTo>
                  <a:pt x="15938" y="4904"/>
                </a:lnTo>
                <a:lnTo>
                  <a:pt x="15223" y="4189"/>
                </a:lnTo>
                <a:lnTo>
                  <a:pt x="14508" y="3525"/>
                </a:lnTo>
                <a:lnTo>
                  <a:pt x="13742" y="2912"/>
                </a:lnTo>
                <a:lnTo>
                  <a:pt x="12925" y="2350"/>
                </a:lnTo>
                <a:lnTo>
                  <a:pt x="12056" y="1788"/>
                </a:lnTo>
                <a:lnTo>
                  <a:pt x="11188" y="1328"/>
                </a:lnTo>
                <a:lnTo>
                  <a:pt x="10268" y="920"/>
                </a:lnTo>
                <a:lnTo>
                  <a:pt x="9349" y="613"/>
                </a:lnTo>
                <a:lnTo>
                  <a:pt x="8429" y="358"/>
                </a:lnTo>
                <a:lnTo>
                  <a:pt x="7510" y="153"/>
                </a:lnTo>
                <a:lnTo>
                  <a:pt x="6539" y="0"/>
                </a:lnTo>
                <a:lnTo>
                  <a:pt x="5620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8" name="Google Shape;168;p8"/>
          <p:cNvSpPr>
            <a:spLocks noGrp="1"/>
          </p:cNvSpPr>
          <p:nvPr/>
        </p:nvSpPr>
        <p:spPr>
          <a:xfrm flipH="1">
            <a:off x="10067164" y="1908860"/>
            <a:ext cx="182415" cy="223588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9" name="Google Shape;169;p8"/>
          <p:cNvSpPr>
            <a:spLocks noGrp="1"/>
          </p:cNvSpPr>
          <p:nvPr/>
        </p:nvSpPr>
        <p:spPr>
          <a:xfrm flipH="1">
            <a:off x="10067164" y="1908860"/>
            <a:ext cx="182415" cy="223588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0" name="Google Shape;170;p8"/>
          <p:cNvSpPr>
            <a:spLocks noGrp="1"/>
          </p:cNvSpPr>
          <p:nvPr/>
        </p:nvSpPr>
        <p:spPr>
          <a:xfrm flipH="1">
            <a:off x="10329048" y="1725409"/>
            <a:ext cx="1452768" cy="655633"/>
          </a:xfrm>
          <a:custGeom>
            <a:avLst/>
            <a:gdLst/>
            <a:ahLst/>
            <a:cxnLst/>
            <a:rect l="l" t="t" r="r" b="b"/>
            <a:pathLst>
              <a:path w="284780" h="128521">
                <a:moveTo>
                  <a:pt x="1788" y="0"/>
                </a:moveTo>
                <a:lnTo>
                  <a:pt x="919" y="1277"/>
                </a:lnTo>
                <a:lnTo>
                  <a:pt x="511" y="1941"/>
                </a:lnTo>
                <a:lnTo>
                  <a:pt x="255" y="2708"/>
                </a:lnTo>
                <a:lnTo>
                  <a:pt x="51" y="3474"/>
                </a:lnTo>
                <a:lnTo>
                  <a:pt x="0" y="4291"/>
                </a:lnTo>
                <a:lnTo>
                  <a:pt x="0" y="5108"/>
                </a:lnTo>
                <a:lnTo>
                  <a:pt x="153" y="6028"/>
                </a:lnTo>
                <a:lnTo>
                  <a:pt x="358" y="6947"/>
                </a:lnTo>
                <a:lnTo>
                  <a:pt x="715" y="7867"/>
                </a:lnTo>
                <a:lnTo>
                  <a:pt x="50162" y="120348"/>
                </a:lnTo>
                <a:lnTo>
                  <a:pt x="50571" y="121216"/>
                </a:lnTo>
                <a:lnTo>
                  <a:pt x="51082" y="122085"/>
                </a:lnTo>
                <a:lnTo>
                  <a:pt x="51490" y="122596"/>
                </a:lnTo>
                <a:lnTo>
                  <a:pt x="51899" y="123157"/>
                </a:lnTo>
                <a:lnTo>
                  <a:pt x="52307" y="123668"/>
                </a:lnTo>
                <a:lnTo>
                  <a:pt x="52359" y="123668"/>
                </a:lnTo>
                <a:lnTo>
                  <a:pt x="52767" y="124128"/>
                </a:lnTo>
                <a:lnTo>
                  <a:pt x="53278" y="124588"/>
                </a:lnTo>
                <a:lnTo>
                  <a:pt x="54249" y="125405"/>
                </a:lnTo>
                <a:lnTo>
                  <a:pt x="54453" y="125609"/>
                </a:lnTo>
                <a:lnTo>
                  <a:pt x="55321" y="126171"/>
                </a:lnTo>
                <a:lnTo>
                  <a:pt x="55628" y="126376"/>
                </a:lnTo>
                <a:lnTo>
                  <a:pt x="56343" y="126784"/>
                </a:lnTo>
                <a:lnTo>
                  <a:pt x="57109" y="127193"/>
                </a:lnTo>
                <a:lnTo>
                  <a:pt x="57262" y="127244"/>
                </a:lnTo>
                <a:lnTo>
                  <a:pt x="57722" y="127448"/>
                </a:lnTo>
                <a:lnTo>
                  <a:pt x="58335" y="127704"/>
                </a:lnTo>
                <a:lnTo>
                  <a:pt x="58999" y="127908"/>
                </a:lnTo>
                <a:lnTo>
                  <a:pt x="59612" y="128112"/>
                </a:lnTo>
                <a:lnTo>
                  <a:pt x="60225" y="128266"/>
                </a:lnTo>
                <a:lnTo>
                  <a:pt x="60838" y="128368"/>
                </a:lnTo>
                <a:lnTo>
                  <a:pt x="61400" y="128419"/>
                </a:lnTo>
                <a:lnTo>
                  <a:pt x="62268" y="128521"/>
                </a:lnTo>
                <a:lnTo>
                  <a:pt x="63137" y="128521"/>
                </a:lnTo>
                <a:lnTo>
                  <a:pt x="278752" y="115853"/>
                </a:lnTo>
                <a:lnTo>
                  <a:pt x="279569" y="115751"/>
                </a:lnTo>
                <a:lnTo>
                  <a:pt x="280335" y="115597"/>
                </a:lnTo>
                <a:lnTo>
                  <a:pt x="280795" y="115444"/>
                </a:lnTo>
                <a:lnTo>
                  <a:pt x="281204" y="115342"/>
                </a:lnTo>
                <a:lnTo>
                  <a:pt x="281561" y="115189"/>
                </a:lnTo>
                <a:lnTo>
                  <a:pt x="281715" y="115087"/>
                </a:lnTo>
                <a:lnTo>
                  <a:pt x="282072" y="114933"/>
                </a:lnTo>
                <a:lnTo>
                  <a:pt x="282481" y="114678"/>
                </a:lnTo>
                <a:lnTo>
                  <a:pt x="282838" y="114371"/>
                </a:lnTo>
                <a:lnTo>
                  <a:pt x="283145" y="114116"/>
                </a:lnTo>
                <a:lnTo>
                  <a:pt x="283349" y="113963"/>
                </a:lnTo>
                <a:lnTo>
                  <a:pt x="283656" y="113605"/>
                </a:lnTo>
                <a:lnTo>
                  <a:pt x="283911" y="113197"/>
                </a:lnTo>
                <a:lnTo>
                  <a:pt x="284779" y="111920"/>
                </a:lnTo>
                <a:lnTo>
                  <a:pt x="284422" y="112379"/>
                </a:lnTo>
                <a:lnTo>
                  <a:pt x="284013" y="112839"/>
                </a:lnTo>
                <a:lnTo>
                  <a:pt x="283707" y="113094"/>
                </a:lnTo>
                <a:lnTo>
                  <a:pt x="283349" y="113350"/>
                </a:lnTo>
                <a:lnTo>
                  <a:pt x="282941" y="113605"/>
                </a:lnTo>
                <a:lnTo>
                  <a:pt x="282583" y="113810"/>
                </a:lnTo>
                <a:lnTo>
                  <a:pt x="282123" y="114014"/>
                </a:lnTo>
                <a:lnTo>
                  <a:pt x="281663" y="114167"/>
                </a:lnTo>
                <a:lnTo>
                  <a:pt x="281204" y="114320"/>
                </a:lnTo>
                <a:lnTo>
                  <a:pt x="280438" y="114474"/>
                </a:lnTo>
                <a:lnTo>
                  <a:pt x="279620" y="114576"/>
                </a:lnTo>
                <a:lnTo>
                  <a:pt x="64005" y="127193"/>
                </a:lnTo>
                <a:lnTo>
                  <a:pt x="63137" y="127193"/>
                </a:lnTo>
                <a:lnTo>
                  <a:pt x="62268" y="127142"/>
                </a:lnTo>
                <a:lnTo>
                  <a:pt x="61706" y="127040"/>
                </a:lnTo>
                <a:lnTo>
                  <a:pt x="61093" y="126937"/>
                </a:lnTo>
                <a:lnTo>
                  <a:pt x="60481" y="126784"/>
                </a:lnTo>
                <a:lnTo>
                  <a:pt x="59868" y="126631"/>
                </a:lnTo>
                <a:lnTo>
                  <a:pt x="59203" y="126427"/>
                </a:lnTo>
                <a:lnTo>
                  <a:pt x="58591" y="126171"/>
                </a:lnTo>
                <a:lnTo>
                  <a:pt x="58131" y="125967"/>
                </a:lnTo>
                <a:lnTo>
                  <a:pt x="57313" y="125558"/>
                </a:lnTo>
                <a:lnTo>
                  <a:pt x="56496" y="125099"/>
                </a:lnTo>
                <a:lnTo>
                  <a:pt x="56139" y="124843"/>
                </a:lnTo>
                <a:lnTo>
                  <a:pt x="55117" y="124128"/>
                </a:lnTo>
                <a:lnTo>
                  <a:pt x="54146" y="123260"/>
                </a:lnTo>
                <a:lnTo>
                  <a:pt x="53636" y="122851"/>
                </a:lnTo>
                <a:lnTo>
                  <a:pt x="53227" y="122391"/>
                </a:lnTo>
                <a:lnTo>
                  <a:pt x="52767" y="121880"/>
                </a:lnTo>
                <a:lnTo>
                  <a:pt x="52410" y="121319"/>
                </a:lnTo>
                <a:lnTo>
                  <a:pt x="51950" y="120808"/>
                </a:lnTo>
                <a:lnTo>
                  <a:pt x="51439" y="119939"/>
                </a:lnTo>
                <a:lnTo>
                  <a:pt x="51030" y="119071"/>
                </a:lnTo>
                <a:lnTo>
                  <a:pt x="1584" y="6539"/>
                </a:lnTo>
                <a:lnTo>
                  <a:pt x="1226" y="5619"/>
                </a:lnTo>
                <a:lnTo>
                  <a:pt x="1022" y="4700"/>
                </a:lnTo>
                <a:lnTo>
                  <a:pt x="868" y="3831"/>
                </a:lnTo>
                <a:lnTo>
                  <a:pt x="868" y="2963"/>
                </a:lnTo>
                <a:lnTo>
                  <a:pt x="919" y="2146"/>
                </a:lnTo>
                <a:lnTo>
                  <a:pt x="1124" y="1380"/>
                </a:lnTo>
                <a:lnTo>
                  <a:pt x="1379" y="664"/>
                </a:lnTo>
                <a:lnTo>
                  <a:pt x="1788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42875" dist="95250" dir="72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172" name="Google Shape;172;p9"/>
          <p:cNvSpPr>
            <a:spLocks noGrp="1"/>
          </p:cNvSpPr>
          <p:nvPr>
            <p:ph type="title"/>
          </p:nvPr>
        </p:nvSpPr>
        <p:spPr>
          <a:xfrm>
            <a:off x="1492600" y="2270000"/>
            <a:ext cx="9206800" cy="109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8665"/>
            </a:lvl1pPr>
            <a:lvl2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9"/>
          <p:cNvSpPr>
            <a:spLocks noGrp="1"/>
          </p:cNvSpPr>
          <p:nvPr>
            <p:ph type="subTitle" idx="1"/>
          </p:nvPr>
        </p:nvSpPr>
        <p:spPr>
          <a:xfrm>
            <a:off x="1492600" y="3368797"/>
            <a:ext cx="9206800" cy="1219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5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9"/>
          <p:cNvSpPr>
            <a:spLocks noGrp="1"/>
          </p:cNvSpPr>
          <p:nvPr/>
        </p:nvSpPr>
        <p:spPr>
          <a:xfrm flipH="1">
            <a:off x="-2478561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6" name="Google Shape;176;p9"/>
          <p:cNvSpPr>
            <a:spLocks noGrp="1"/>
          </p:cNvSpPr>
          <p:nvPr/>
        </p:nvSpPr>
        <p:spPr>
          <a:xfrm flipH="1">
            <a:off x="-2986561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8" name="Google Shape;178;p9"/>
          <p:cNvSpPr>
            <a:spLocks noGrp="1"/>
          </p:cNvSpPr>
          <p:nvPr/>
        </p:nvSpPr>
        <p:spPr>
          <a:xfrm flipH="1">
            <a:off x="8450515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9" name="Google Shape;179;p9"/>
          <p:cNvSpPr>
            <a:spLocks noGrp="1"/>
          </p:cNvSpPr>
          <p:nvPr/>
        </p:nvSpPr>
        <p:spPr>
          <a:xfrm flipH="1">
            <a:off x="7942515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80" name="Google Shape;180;p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599936" flipH="1">
            <a:off x="10935247" y="484195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181" name="Google Shape;181;p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30706" flipH="1">
            <a:off x="11124641" y="1500561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182" name="Google Shape;182;p9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 flipH="1">
            <a:off x="11379896" y="29333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183" name="Google Shape;183;p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027320" y="5692623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184" name="Google Shape;184;p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0169293" flipH="1">
            <a:off x="72539" y="5136851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185" name="Google Shape;185;p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2" flipH="1">
            <a:off x="264649" y="3897167"/>
            <a:ext cx="396433" cy="396433"/>
          </a:xfrm>
          <a:prstGeom prst="rect">
            <a:avLst/>
          </a:prstGeom>
          <a:ln>
            <a:noFill/>
          </a:ln>
        </p:spPr>
      </p:pic>
      <p:sp>
        <p:nvSpPr>
          <p:cNvPr id="187" name="Google Shape;187;p9"/>
          <p:cNvSpPr>
            <a:spLocks noGrp="1"/>
          </p:cNvSpPr>
          <p:nvPr/>
        </p:nvSpPr>
        <p:spPr>
          <a:xfrm>
            <a:off x="-417424" y="1647496"/>
            <a:ext cx="1453549" cy="72703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69506" y="116517"/>
                </a:moveTo>
                <a:lnTo>
                  <a:pt x="269915" y="116568"/>
                </a:lnTo>
                <a:lnTo>
                  <a:pt x="270324" y="116619"/>
                </a:lnTo>
                <a:lnTo>
                  <a:pt x="270732" y="116772"/>
                </a:lnTo>
                <a:lnTo>
                  <a:pt x="271141" y="116874"/>
                </a:lnTo>
                <a:lnTo>
                  <a:pt x="271550" y="117078"/>
                </a:lnTo>
                <a:lnTo>
                  <a:pt x="271907" y="117283"/>
                </a:lnTo>
                <a:lnTo>
                  <a:pt x="272316" y="117538"/>
                </a:lnTo>
                <a:lnTo>
                  <a:pt x="272878" y="117998"/>
                </a:lnTo>
                <a:lnTo>
                  <a:pt x="273389" y="118509"/>
                </a:lnTo>
                <a:lnTo>
                  <a:pt x="273797" y="119071"/>
                </a:lnTo>
                <a:lnTo>
                  <a:pt x="274155" y="119684"/>
                </a:lnTo>
                <a:lnTo>
                  <a:pt x="274257" y="119990"/>
                </a:lnTo>
                <a:lnTo>
                  <a:pt x="274359" y="120297"/>
                </a:lnTo>
                <a:lnTo>
                  <a:pt x="274410" y="120603"/>
                </a:lnTo>
                <a:lnTo>
                  <a:pt x="274410" y="120910"/>
                </a:lnTo>
                <a:lnTo>
                  <a:pt x="274410" y="121165"/>
                </a:lnTo>
                <a:lnTo>
                  <a:pt x="274410" y="121420"/>
                </a:lnTo>
                <a:lnTo>
                  <a:pt x="274308" y="121676"/>
                </a:lnTo>
                <a:lnTo>
                  <a:pt x="274206" y="121931"/>
                </a:lnTo>
                <a:lnTo>
                  <a:pt x="274053" y="122187"/>
                </a:lnTo>
                <a:lnTo>
                  <a:pt x="273899" y="122442"/>
                </a:lnTo>
                <a:lnTo>
                  <a:pt x="273695" y="122646"/>
                </a:lnTo>
                <a:lnTo>
                  <a:pt x="273440" y="122851"/>
                </a:lnTo>
                <a:lnTo>
                  <a:pt x="273133" y="123004"/>
                </a:lnTo>
                <a:lnTo>
                  <a:pt x="272827" y="123106"/>
                </a:lnTo>
                <a:lnTo>
                  <a:pt x="272469" y="123208"/>
                </a:lnTo>
                <a:lnTo>
                  <a:pt x="272060" y="123259"/>
                </a:lnTo>
                <a:lnTo>
                  <a:pt x="271703" y="123259"/>
                </a:lnTo>
                <a:lnTo>
                  <a:pt x="271294" y="123208"/>
                </a:lnTo>
                <a:lnTo>
                  <a:pt x="270937" y="123157"/>
                </a:lnTo>
                <a:lnTo>
                  <a:pt x="270579" y="123055"/>
                </a:lnTo>
                <a:lnTo>
                  <a:pt x="269813" y="122800"/>
                </a:lnTo>
                <a:lnTo>
                  <a:pt x="269149" y="122391"/>
                </a:lnTo>
                <a:lnTo>
                  <a:pt x="268485" y="121931"/>
                </a:lnTo>
                <a:lnTo>
                  <a:pt x="267872" y="121369"/>
                </a:lnTo>
                <a:lnTo>
                  <a:pt x="267412" y="120756"/>
                </a:lnTo>
                <a:lnTo>
                  <a:pt x="267208" y="120450"/>
                </a:lnTo>
                <a:lnTo>
                  <a:pt x="267054" y="120092"/>
                </a:lnTo>
                <a:lnTo>
                  <a:pt x="266901" y="119735"/>
                </a:lnTo>
                <a:lnTo>
                  <a:pt x="266799" y="119428"/>
                </a:lnTo>
                <a:lnTo>
                  <a:pt x="266748" y="119071"/>
                </a:lnTo>
                <a:lnTo>
                  <a:pt x="266748" y="118764"/>
                </a:lnTo>
                <a:lnTo>
                  <a:pt x="266748" y="118458"/>
                </a:lnTo>
                <a:lnTo>
                  <a:pt x="266799" y="118202"/>
                </a:lnTo>
                <a:lnTo>
                  <a:pt x="266901" y="117896"/>
                </a:lnTo>
                <a:lnTo>
                  <a:pt x="267054" y="117640"/>
                </a:lnTo>
                <a:lnTo>
                  <a:pt x="267208" y="117436"/>
                </a:lnTo>
                <a:lnTo>
                  <a:pt x="267361" y="117232"/>
                </a:lnTo>
                <a:lnTo>
                  <a:pt x="267616" y="117027"/>
                </a:lnTo>
                <a:lnTo>
                  <a:pt x="267821" y="116874"/>
                </a:lnTo>
                <a:lnTo>
                  <a:pt x="268127" y="116772"/>
                </a:lnTo>
                <a:lnTo>
                  <a:pt x="268434" y="116670"/>
                </a:lnTo>
                <a:lnTo>
                  <a:pt x="268740" y="116568"/>
                </a:lnTo>
                <a:lnTo>
                  <a:pt x="269098" y="116517"/>
                </a:lnTo>
                <a:close/>
                <a:moveTo>
                  <a:pt x="221745" y="0"/>
                </a:move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8" name="Google Shape;188;p9"/>
          <p:cNvSpPr>
            <a:spLocks noGrp="1"/>
          </p:cNvSpPr>
          <p:nvPr/>
        </p:nvSpPr>
        <p:spPr>
          <a:xfrm>
            <a:off x="-417424" y="1647496"/>
            <a:ext cx="1453549" cy="72703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84116" y="120603"/>
                </a:moveTo>
                <a:lnTo>
                  <a:pt x="234720" y="8122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lnTo>
                  <a:pt x="221745" y="0"/>
                </a:lnTo>
                <a:lnTo>
                  <a:pt x="6181" y="12617"/>
                </a:ln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9" name="Google Shape;189;p9"/>
          <p:cNvSpPr>
            <a:spLocks noGrp="1"/>
          </p:cNvSpPr>
          <p:nvPr/>
        </p:nvSpPr>
        <p:spPr>
          <a:xfrm>
            <a:off x="943352" y="2241887"/>
            <a:ext cx="39096" cy="34403"/>
          </a:xfrm>
          <a:custGeom>
            <a:avLst/>
            <a:gdLst/>
            <a:ahLst/>
            <a:cxnLst/>
            <a:rect l="l" t="t" r="r" b="b"/>
            <a:pathLst>
              <a:path w="7664" h="6744">
                <a:moveTo>
                  <a:pt x="7459" y="5415"/>
                </a:moveTo>
                <a:lnTo>
                  <a:pt x="7459" y="5415"/>
                </a:lnTo>
                <a:lnTo>
                  <a:pt x="7306" y="5671"/>
                </a:lnTo>
                <a:lnTo>
                  <a:pt x="7152" y="5926"/>
                </a:lnTo>
                <a:lnTo>
                  <a:pt x="6948" y="6130"/>
                </a:lnTo>
                <a:lnTo>
                  <a:pt x="6693" y="6335"/>
                </a:lnTo>
                <a:lnTo>
                  <a:pt x="6386" y="6488"/>
                </a:lnTo>
                <a:lnTo>
                  <a:pt x="6080" y="6590"/>
                </a:lnTo>
                <a:lnTo>
                  <a:pt x="5722" y="6692"/>
                </a:lnTo>
                <a:lnTo>
                  <a:pt x="5313" y="6743"/>
                </a:lnTo>
                <a:lnTo>
                  <a:pt x="5313" y="6743"/>
                </a:lnTo>
                <a:lnTo>
                  <a:pt x="4956" y="6743"/>
                </a:lnTo>
                <a:lnTo>
                  <a:pt x="4547" y="6692"/>
                </a:lnTo>
                <a:lnTo>
                  <a:pt x="4190" y="6641"/>
                </a:lnTo>
                <a:lnTo>
                  <a:pt x="3832" y="6539"/>
                </a:lnTo>
                <a:lnTo>
                  <a:pt x="3066" y="6284"/>
                </a:lnTo>
                <a:lnTo>
                  <a:pt x="2402" y="5875"/>
                </a:lnTo>
                <a:lnTo>
                  <a:pt x="1738" y="5415"/>
                </a:lnTo>
                <a:lnTo>
                  <a:pt x="1125" y="4853"/>
                </a:lnTo>
                <a:lnTo>
                  <a:pt x="665" y="4240"/>
                </a:lnTo>
                <a:lnTo>
                  <a:pt x="461" y="3934"/>
                </a:lnTo>
                <a:lnTo>
                  <a:pt x="307" y="3576"/>
                </a:lnTo>
                <a:lnTo>
                  <a:pt x="307" y="3576"/>
                </a:lnTo>
                <a:lnTo>
                  <a:pt x="154" y="3219"/>
                </a:lnTo>
                <a:lnTo>
                  <a:pt x="52" y="2912"/>
                </a:lnTo>
                <a:lnTo>
                  <a:pt x="1" y="2555"/>
                </a:lnTo>
                <a:lnTo>
                  <a:pt x="1" y="2248"/>
                </a:lnTo>
                <a:lnTo>
                  <a:pt x="1" y="1942"/>
                </a:lnTo>
                <a:lnTo>
                  <a:pt x="52" y="1686"/>
                </a:lnTo>
                <a:lnTo>
                  <a:pt x="154" y="1380"/>
                </a:lnTo>
                <a:lnTo>
                  <a:pt x="307" y="1124"/>
                </a:lnTo>
                <a:lnTo>
                  <a:pt x="461" y="920"/>
                </a:lnTo>
                <a:lnTo>
                  <a:pt x="614" y="716"/>
                </a:lnTo>
                <a:lnTo>
                  <a:pt x="869" y="511"/>
                </a:lnTo>
                <a:lnTo>
                  <a:pt x="1074" y="358"/>
                </a:lnTo>
                <a:lnTo>
                  <a:pt x="1380" y="256"/>
                </a:lnTo>
                <a:lnTo>
                  <a:pt x="1687" y="154"/>
                </a:lnTo>
                <a:lnTo>
                  <a:pt x="1993" y="52"/>
                </a:lnTo>
                <a:lnTo>
                  <a:pt x="2351" y="1"/>
                </a:lnTo>
                <a:lnTo>
                  <a:pt x="2351" y="1"/>
                </a:lnTo>
                <a:lnTo>
                  <a:pt x="2759" y="1"/>
                </a:lnTo>
                <a:lnTo>
                  <a:pt x="3168" y="52"/>
                </a:lnTo>
                <a:lnTo>
                  <a:pt x="3577" y="103"/>
                </a:lnTo>
                <a:lnTo>
                  <a:pt x="3985" y="256"/>
                </a:lnTo>
                <a:lnTo>
                  <a:pt x="4394" y="358"/>
                </a:lnTo>
                <a:lnTo>
                  <a:pt x="4803" y="562"/>
                </a:lnTo>
                <a:lnTo>
                  <a:pt x="5160" y="767"/>
                </a:lnTo>
                <a:lnTo>
                  <a:pt x="5569" y="1022"/>
                </a:lnTo>
                <a:lnTo>
                  <a:pt x="5569" y="1022"/>
                </a:lnTo>
                <a:lnTo>
                  <a:pt x="6131" y="1482"/>
                </a:lnTo>
                <a:lnTo>
                  <a:pt x="6642" y="1993"/>
                </a:lnTo>
                <a:lnTo>
                  <a:pt x="7050" y="2555"/>
                </a:lnTo>
                <a:lnTo>
                  <a:pt x="7408" y="3168"/>
                </a:lnTo>
                <a:lnTo>
                  <a:pt x="7408" y="3168"/>
                </a:lnTo>
                <a:lnTo>
                  <a:pt x="7510" y="3474"/>
                </a:lnTo>
                <a:lnTo>
                  <a:pt x="7612" y="3781"/>
                </a:lnTo>
                <a:lnTo>
                  <a:pt x="7663" y="4087"/>
                </a:lnTo>
                <a:lnTo>
                  <a:pt x="7663" y="4394"/>
                </a:lnTo>
                <a:lnTo>
                  <a:pt x="7663" y="4649"/>
                </a:lnTo>
                <a:lnTo>
                  <a:pt x="7663" y="4904"/>
                </a:lnTo>
                <a:lnTo>
                  <a:pt x="7561" y="5160"/>
                </a:lnTo>
                <a:lnTo>
                  <a:pt x="7459" y="5415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0" name="Google Shape;190;p9"/>
          <p:cNvSpPr>
            <a:spLocks noGrp="1"/>
          </p:cNvSpPr>
          <p:nvPr/>
        </p:nvSpPr>
        <p:spPr>
          <a:xfrm>
            <a:off x="481076" y="1824172"/>
            <a:ext cx="291859" cy="255113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1" name="Google Shape;191;p9"/>
          <p:cNvSpPr>
            <a:spLocks noGrp="1"/>
          </p:cNvSpPr>
          <p:nvPr/>
        </p:nvSpPr>
        <p:spPr>
          <a:xfrm>
            <a:off x="481076" y="1824172"/>
            <a:ext cx="291859" cy="255113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9309" y="0"/>
                </a:lnTo>
                <a:lnTo>
                  <a:pt x="17624" y="51"/>
                </a:ln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7903" y="50009"/>
                </a:lnTo>
                <a:lnTo>
                  <a:pt x="39537" y="49958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2" name="Google Shape;192;p9"/>
          <p:cNvSpPr>
            <a:spLocks noGrp="1"/>
          </p:cNvSpPr>
          <p:nvPr/>
        </p:nvSpPr>
        <p:spPr>
          <a:xfrm>
            <a:off x="943617" y="2241887"/>
            <a:ext cx="38831" cy="29969"/>
          </a:xfrm>
          <a:custGeom>
            <a:avLst/>
            <a:gdLst/>
            <a:ahLst/>
            <a:cxnLst/>
            <a:rect l="l" t="t" r="r" b="b"/>
            <a:pathLst>
              <a:path w="7612" h="5875">
                <a:moveTo>
                  <a:pt x="2299" y="1"/>
                </a:moveTo>
                <a:lnTo>
                  <a:pt x="1839" y="52"/>
                </a:lnTo>
                <a:lnTo>
                  <a:pt x="1430" y="154"/>
                </a:lnTo>
                <a:lnTo>
                  <a:pt x="1073" y="358"/>
                </a:lnTo>
                <a:lnTo>
                  <a:pt x="766" y="562"/>
                </a:lnTo>
                <a:lnTo>
                  <a:pt x="511" y="818"/>
                </a:lnTo>
                <a:lnTo>
                  <a:pt x="255" y="1073"/>
                </a:lnTo>
                <a:lnTo>
                  <a:pt x="102" y="1431"/>
                </a:lnTo>
                <a:lnTo>
                  <a:pt x="0" y="1788"/>
                </a:lnTo>
                <a:lnTo>
                  <a:pt x="358" y="1431"/>
                </a:lnTo>
                <a:lnTo>
                  <a:pt x="766" y="1175"/>
                </a:lnTo>
                <a:lnTo>
                  <a:pt x="1277" y="1022"/>
                </a:lnTo>
                <a:lnTo>
                  <a:pt x="1890" y="920"/>
                </a:lnTo>
                <a:lnTo>
                  <a:pt x="2299" y="920"/>
                </a:lnTo>
                <a:lnTo>
                  <a:pt x="2707" y="971"/>
                </a:lnTo>
                <a:lnTo>
                  <a:pt x="3116" y="1022"/>
                </a:lnTo>
                <a:lnTo>
                  <a:pt x="3525" y="1124"/>
                </a:lnTo>
                <a:lnTo>
                  <a:pt x="3933" y="1278"/>
                </a:lnTo>
                <a:lnTo>
                  <a:pt x="4291" y="1482"/>
                </a:lnTo>
                <a:lnTo>
                  <a:pt x="4700" y="1686"/>
                </a:lnTo>
                <a:lnTo>
                  <a:pt x="5057" y="1891"/>
                </a:lnTo>
                <a:lnTo>
                  <a:pt x="5619" y="2350"/>
                </a:lnTo>
                <a:lnTo>
                  <a:pt x="6130" y="2861"/>
                </a:lnTo>
                <a:lnTo>
                  <a:pt x="6590" y="3474"/>
                </a:lnTo>
                <a:lnTo>
                  <a:pt x="6896" y="4087"/>
                </a:lnTo>
                <a:lnTo>
                  <a:pt x="7100" y="4547"/>
                </a:lnTo>
                <a:lnTo>
                  <a:pt x="7151" y="5007"/>
                </a:lnTo>
                <a:lnTo>
                  <a:pt x="7203" y="5415"/>
                </a:lnTo>
                <a:lnTo>
                  <a:pt x="7151" y="5875"/>
                </a:lnTo>
                <a:lnTo>
                  <a:pt x="7305" y="5620"/>
                </a:lnTo>
                <a:lnTo>
                  <a:pt x="7458" y="5415"/>
                </a:lnTo>
                <a:lnTo>
                  <a:pt x="7509" y="5160"/>
                </a:lnTo>
                <a:lnTo>
                  <a:pt x="7611" y="4904"/>
                </a:lnTo>
                <a:lnTo>
                  <a:pt x="7611" y="4649"/>
                </a:lnTo>
                <a:lnTo>
                  <a:pt x="7611" y="4342"/>
                </a:lnTo>
                <a:lnTo>
                  <a:pt x="7560" y="3781"/>
                </a:lnTo>
                <a:lnTo>
                  <a:pt x="7356" y="3168"/>
                </a:lnTo>
                <a:lnTo>
                  <a:pt x="6998" y="2555"/>
                </a:lnTo>
                <a:lnTo>
                  <a:pt x="6590" y="1993"/>
                </a:lnTo>
                <a:lnTo>
                  <a:pt x="6079" y="1482"/>
                </a:lnTo>
                <a:lnTo>
                  <a:pt x="5517" y="1022"/>
                </a:lnTo>
                <a:lnTo>
                  <a:pt x="5108" y="767"/>
                </a:lnTo>
                <a:lnTo>
                  <a:pt x="4751" y="562"/>
                </a:lnTo>
                <a:lnTo>
                  <a:pt x="4342" y="358"/>
                </a:lnTo>
                <a:lnTo>
                  <a:pt x="3933" y="256"/>
                </a:lnTo>
                <a:lnTo>
                  <a:pt x="3525" y="103"/>
                </a:lnTo>
                <a:lnTo>
                  <a:pt x="3116" y="52"/>
                </a:lnTo>
                <a:lnTo>
                  <a:pt x="2707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3" name="Google Shape;193;p9"/>
          <p:cNvSpPr>
            <a:spLocks noGrp="1"/>
          </p:cNvSpPr>
          <p:nvPr/>
        </p:nvSpPr>
        <p:spPr>
          <a:xfrm>
            <a:off x="-96384" y="2149119"/>
            <a:ext cx="987365" cy="124304"/>
          </a:xfrm>
          <a:custGeom>
            <a:avLst/>
            <a:gdLst/>
            <a:ahLst/>
            <a:cxnLst/>
            <a:rect l="l" t="t" r="r" b="b"/>
            <a:pathLst>
              <a:path w="193549" h="24367">
                <a:moveTo>
                  <a:pt x="185682" y="1840"/>
                </a:moveTo>
                <a:lnTo>
                  <a:pt x="186193" y="1891"/>
                </a:lnTo>
                <a:lnTo>
                  <a:pt x="186448" y="1993"/>
                </a:lnTo>
                <a:lnTo>
                  <a:pt x="186704" y="2095"/>
                </a:lnTo>
                <a:lnTo>
                  <a:pt x="187214" y="2401"/>
                </a:lnTo>
                <a:lnTo>
                  <a:pt x="187776" y="2912"/>
                </a:lnTo>
                <a:lnTo>
                  <a:pt x="188338" y="3525"/>
                </a:lnTo>
                <a:lnTo>
                  <a:pt x="188900" y="4343"/>
                </a:lnTo>
                <a:lnTo>
                  <a:pt x="189462" y="5415"/>
                </a:lnTo>
                <a:lnTo>
                  <a:pt x="190024" y="6641"/>
                </a:lnTo>
                <a:lnTo>
                  <a:pt x="190586" y="7918"/>
                </a:lnTo>
                <a:lnTo>
                  <a:pt x="190892" y="8991"/>
                </a:lnTo>
                <a:lnTo>
                  <a:pt x="191097" y="9859"/>
                </a:lnTo>
                <a:lnTo>
                  <a:pt x="191097" y="10268"/>
                </a:lnTo>
                <a:lnTo>
                  <a:pt x="191097" y="10574"/>
                </a:lnTo>
                <a:lnTo>
                  <a:pt x="191046" y="10881"/>
                </a:lnTo>
                <a:lnTo>
                  <a:pt x="190995" y="11085"/>
                </a:lnTo>
                <a:lnTo>
                  <a:pt x="190892" y="11290"/>
                </a:lnTo>
                <a:lnTo>
                  <a:pt x="190739" y="11494"/>
                </a:lnTo>
                <a:lnTo>
                  <a:pt x="190586" y="11596"/>
                </a:lnTo>
                <a:lnTo>
                  <a:pt x="190382" y="11698"/>
                </a:lnTo>
                <a:lnTo>
                  <a:pt x="190177" y="11749"/>
                </a:lnTo>
                <a:lnTo>
                  <a:pt x="189922" y="11800"/>
                </a:lnTo>
                <a:lnTo>
                  <a:pt x="189564" y="11800"/>
                </a:lnTo>
                <a:lnTo>
                  <a:pt x="189309" y="11749"/>
                </a:lnTo>
                <a:lnTo>
                  <a:pt x="189053" y="11647"/>
                </a:lnTo>
                <a:lnTo>
                  <a:pt x="188798" y="11545"/>
                </a:lnTo>
                <a:lnTo>
                  <a:pt x="188236" y="11187"/>
                </a:lnTo>
                <a:lnTo>
                  <a:pt x="187725" y="10728"/>
                </a:lnTo>
                <a:lnTo>
                  <a:pt x="187163" y="10064"/>
                </a:lnTo>
                <a:lnTo>
                  <a:pt x="186602" y="9195"/>
                </a:lnTo>
                <a:lnTo>
                  <a:pt x="185989" y="8174"/>
                </a:lnTo>
                <a:lnTo>
                  <a:pt x="185427" y="6897"/>
                </a:lnTo>
                <a:lnTo>
                  <a:pt x="184865" y="5620"/>
                </a:lnTo>
                <a:lnTo>
                  <a:pt x="184558" y="4547"/>
                </a:lnTo>
                <a:lnTo>
                  <a:pt x="184405" y="3678"/>
                </a:lnTo>
                <a:lnTo>
                  <a:pt x="184354" y="3321"/>
                </a:lnTo>
                <a:lnTo>
                  <a:pt x="184354" y="3014"/>
                </a:lnTo>
                <a:lnTo>
                  <a:pt x="184405" y="2759"/>
                </a:lnTo>
                <a:lnTo>
                  <a:pt x="184507" y="2504"/>
                </a:lnTo>
                <a:lnTo>
                  <a:pt x="184609" y="2299"/>
                </a:lnTo>
                <a:lnTo>
                  <a:pt x="184763" y="2146"/>
                </a:lnTo>
                <a:lnTo>
                  <a:pt x="184916" y="2044"/>
                </a:lnTo>
                <a:lnTo>
                  <a:pt x="185120" y="1942"/>
                </a:lnTo>
                <a:lnTo>
                  <a:pt x="185324" y="1891"/>
                </a:lnTo>
                <a:lnTo>
                  <a:pt x="185580" y="1840"/>
                </a:lnTo>
                <a:close/>
                <a:moveTo>
                  <a:pt x="174444" y="2504"/>
                </a:moveTo>
                <a:lnTo>
                  <a:pt x="174955" y="2555"/>
                </a:lnTo>
                <a:lnTo>
                  <a:pt x="175466" y="2759"/>
                </a:lnTo>
                <a:lnTo>
                  <a:pt x="175977" y="3065"/>
                </a:lnTo>
                <a:lnTo>
                  <a:pt x="176538" y="3576"/>
                </a:lnTo>
                <a:lnTo>
                  <a:pt x="177049" y="4189"/>
                </a:lnTo>
                <a:lnTo>
                  <a:pt x="177611" y="5007"/>
                </a:lnTo>
                <a:lnTo>
                  <a:pt x="178224" y="6028"/>
                </a:lnTo>
                <a:lnTo>
                  <a:pt x="178786" y="7305"/>
                </a:lnTo>
                <a:lnTo>
                  <a:pt x="179297" y="8582"/>
                </a:lnTo>
                <a:lnTo>
                  <a:pt x="179654" y="9655"/>
                </a:lnTo>
                <a:lnTo>
                  <a:pt x="179808" y="10523"/>
                </a:lnTo>
                <a:lnTo>
                  <a:pt x="179859" y="10932"/>
                </a:lnTo>
                <a:lnTo>
                  <a:pt x="179859" y="11239"/>
                </a:lnTo>
                <a:lnTo>
                  <a:pt x="179808" y="11545"/>
                </a:lnTo>
                <a:lnTo>
                  <a:pt x="179757" y="11749"/>
                </a:lnTo>
                <a:lnTo>
                  <a:pt x="179654" y="11954"/>
                </a:lnTo>
                <a:lnTo>
                  <a:pt x="179501" y="12158"/>
                </a:lnTo>
                <a:lnTo>
                  <a:pt x="179348" y="12260"/>
                </a:lnTo>
                <a:lnTo>
                  <a:pt x="179144" y="12362"/>
                </a:lnTo>
                <a:lnTo>
                  <a:pt x="178939" y="12413"/>
                </a:lnTo>
                <a:lnTo>
                  <a:pt x="178684" y="12464"/>
                </a:lnTo>
                <a:lnTo>
                  <a:pt x="178326" y="12464"/>
                </a:lnTo>
                <a:lnTo>
                  <a:pt x="178071" y="12413"/>
                </a:lnTo>
                <a:lnTo>
                  <a:pt x="177815" y="12311"/>
                </a:lnTo>
                <a:lnTo>
                  <a:pt x="177560" y="12209"/>
                </a:lnTo>
                <a:lnTo>
                  <a:pt x="176998" y="11851"/>
                </a:lnTo>
                <a:lnTo>
                  <a:pt x="176436" y="11392"/>
                </a:lnTo>
                <a:lnTo>
                  <a:pt x="175874" y="10677"/>
                </a:lnTo>
                <a:lnTo>
                  <a:pt x="175313" y="9859"/>
                </a:lnTo>
                <a:lnTo>
                  <a:pt x="174751" y="8787"/>
                </a:lnTo>
                <a:lnTo>
                  <a:pt x="174138" y="7561"/>
                </a:lnTo>
                <a:lnTo>
                  <a:pt x="173627" y="6284"/>
                </a:lnTo>
                <a:lnTo>
                  <a:pt x="173269" y="5211"/>
                </a:lnTo>
                <a:lnTo>
                  <a:pt x="173167" y="4751"/>
                </a:lnTo>
                <a:lnTo>
                  <a:pt x="173116" y="4343"/>
                </a:lnTo>
                <a:lnTo>
                  <a:pt x="173116" y="3985"/>
                </a:lnTo>
                <a:lnTo>
                  <a:pt x="173116" y="3678"/>
                </a:lnTo>
                <a:lnTo>
                  <a:pt x="173167" y="3423"/>
                </a:lnTo>
                <a:lnTo>
                  <a:pt x="173218" y="3168"/>
                </a:lnTo>
                <a:lnTo>
                  <a:pt x="173371" y="2963"/>
                </a:lnTo>
                <a:lnTo>
                  <a:pt x="173474" y="2810"/>
                </a:lnTo>
                <a:lnTo>
                  <a:pt x="173678" y="2708"/>
                </a:lnTo>
                <a:lnTo>
                  <a:pt x="173882" y="2606"/>
                </a:lnTo>
                <a:lnTo>
                  <a:pt x="174087" y="2555"/>
                </a:lnTo>
                <a:lnTo>
                  <a:pt x="174342" y="2504"/>
                </a:lnTo>
                <a:close/>
                <a:moveTo>
                  <a:pt x="163206" y="3168"/>
                </a:moveTo>
                <a:lnTo>
                  <a:pt x="163717" y="3219"/>
                </a:lnTo>
                <a:lnTo>
                  <a:pt x="163972" y="3321"/>
                </a:lnTo>
                <a:lnTo>
                  <a:pt x="164228" y="3423"/>
                </a:lnTo>
                <a:lnTo>
                  <a:pt x="164739" y="3730"/>
                </a:lnTo>
                <a:lnTo>
                  <a:pt x="165301" y="4189"/>
                </a:lnTo>
                <a:lnTo>
                  <a:pt x="165811" y="4853"/>
                </a:lnTo>
                <a:lnTo>
                  <a:pt x="166373" y="5671"/>
                </a:lnTo>
                <a:lnTo>
                  <a:pt x="166986" y="6692"/>
                </a:lnTo>
                <a:lnTo>
                  <a:pt x="167548" y="7969"/>
                </a:lnTo>
                <a:lnTo>
                  <a:pt x="168059" y="9246"/>
                </a:lnTo>
                <a:lnTo>
                  <a:pt x="168416" y="10319"/>
                </a:lnTo>
                <a:lnTo>
                  <a:pt x="168570" y="11187"/>
                </a:lnTo>
                <a:lnTo>
                  <a:pt x="168621" y="11596"/>
                </a:lnTo>
                <a:lnTo>
                  <a:pt x="168621" y="11903"/>
                </a:lnTo>
                <a:lnTo>
                  <a:pt x="168570" y="12209"/>
                </a:lnTo>
                <a:lnTo>
                  <a:pt x="168519" y="12413"/>
                </a:lnTo>
                <a:lnTo>
                  <a:pt x="168365" y="12618"/>
                </a:lnTo>
                <a:lnTo>
                  <a:pt x="168263" y="12822"/>
                </a:lnTo>
                <a:lnTo>
                  <a:pt x="168059" y="12924"/>
                </a:lnTo>
                <a:lnTo>
                  <a:pt x="167906" y="13026"/>
                </a:lnTo>
                <a:lnTo>
                  <a:pt x="167650" y="13077"/>
                </a:lnTo>
                <a:lnTo>
                  <a:pt x="167446" y="13129"/>
                </a:lnTo>
                <a:lnTo>
                  <a:pt x="167293" y="13129"/>
                </a:lnTo>
                <a:lnTo>
                  <a:pt x="167037" y="13077"/>
                </a:lnTo>
                <a:lnTo>
                  <a:pt x="166782" y="13077"/>
                </a:lnTo>
                <a:lnTo>
                  <a:pt x="166526" y="12975"/>
                </a:lnTo>
                <a:lnTo>
                  <a:pt x="166271" y="12873"/>
                </a:lnTo>
                <a:lnTo>
                  <a:pt x="165760" y="12516"/>
                </a:lnTo>
                <a:lnTo>
                  <a:pt x="165198" y="12005"/>
                </a:lnTo>
                <a:lnTo>
                  <a:pt x="164636" y="11341"/>
                </a:lnTo>
                <a:lnTo>
                  <a:pt x="164075" y="10523"/>
                </a:lnTo>
                <a:lnTo>
                  <a:pt x="163513" y="9451"/>
                </a:lnTo>
                <a:lnTo>
                  <a:pt x="162900" y="8225"/>
                </a:lnTo>
                <a:lnTo>
                  <a:pt x="162389" y="6948"/>
                </a:lnTo>
                <a:lnTo>
                  <a:pt x="162031" y="5875"/>
                </a:lnTo>
                <a:lnTo>
                  <a:pt x="161878" y="5007"/>
                </a:lnTo>
                <a:lnTo>
                  <a:pt x="161878" y="4649"/>
                </a:lnTo>
                <a:lnTo>
                  <a:pt x="161878" y="4343"/>
                </a:lnTo>
                <a:lnTo>
                  <a:pt x="161929" y="4087"/>
                </a:lnTo>
                <a:lnTo>
                  <a:pt x="161980" y="3832"/>
                </a:lnTo>
                <a:lnTo>
                  <a:pt x="162082" y="3627"/>
                </a:lnTo>
                <a:lnTo>
                  <a:pt x="162236" y="3474"/>
                </a:lnTo>
                <a:lnTo>
                  <a:pt x="162389" y="3372"/>
                </a:lnTo>
                <a:lnTo>
                  <a:pt x="162593" y="3270"/>
                </a:lnTo>
                <a:lnTo>
                  <a:pt x="162798" y="3219"/>
                </a:lnTo>
                <a:lnTo>
                  <a:pt x="163053" y="3168"/>
                </a:lnTo>
                <a:close/>
                <a:moveTo>
                  <a:pt x="184763" y="1"/>
                </a:moveTo>
                <a:lnTo>
                  <a:pt x="184201" y="52"/>
                </a:lnTo>
                <a:lnTo>
                  <a:pt x="183741" y="154"/>
                </a:lnTo>
                <a:lnTo>
                  <a:pt x="183332" y="307"/>
                </a:lnTo>
                <a:lnTo>
                  <a:pt x="182975" y="511"/>
                </a:lnTo>
                <a:lnTo>
                  <a:pt x="182668" y="818"/>
                </a:lnTo>
                <a:lnTo>
                  <a:pt x="182413" y="1124"/>
                </a:lnTo>
                <a:lnTo>
                  <a:pt x="182209" y="1482"/>
                </a:lnTo>
                <a:lnTo>
                  <a:pt x="182055" y="1891"/>
                </a:lnTo>
                <a:lnTo>
                  <a:pt x="181953" y="2401"/>
                </a:lnTo>
                <a:lnTo>
                  <a:pt x="181902" y="2912"/>
                </a:lnTo>
                <a:lnTo>
                  <a:pt x="181953" y="3474"/>
                </a:lnTo>
                <a:lnTo>
                  <a:pt x="182055" y="4087"/>
                </a:lnTo>
                <a:lnTo>
                  <a:pt x="182157" y="4751"/>
                </a:lnTo>
                <a:lnTo>
                  <a:pt x="182362" y="5466"/>
                </a:lnTo>
                <a:lnTo>
                  <a:pt x="182668" y="6233"/>
                </a:lnTo>
                <a:lnTo>
                  <a:pt x="182975" y="7050"/>
                </a:lnTo>
                <a:lnTo>
                  <a:pt x="183332" y="7816"/>
                </a:lnTo>
                <a:lnTo>
                  <a:pt x="183741" y="8582"/>
                </a:lnTo>
                <a:lnTo>
                  <a:pt x="184150" y="9246"/>
                </a:lnTo>
                <a:lnTo>
                  <a:pt x="184558" y="9910"/>
                </a:lnTo>
                <a:lnTo>
                  <a:pt x="185018" y="10472"/>
                </a:lnTo>
                <a:lnTo>
                  <a:pt x="185427" y="11034"/>
                </a:lnTo>
                <a:lnTo>
                  <a:pt x="185886" y="11545"/>
                </a:lnTo>
                <a:lnTo>
                  <a:pt x="186397" y="11954"/>
                </a:lnTo>
                <a:lnTo>
                  <a:pt x="186857" y="12362"/>
                </a:lnTo>
                <a:lnTo>
                  <a:pt x="187368" y="12720"/>
                </a:lnTo>
                <a:lnTo>
                  <a:pt x="187879" y="13026"/>
                </a:lnTo>
                <a:lnTo>
                  <a:pt x="188389" y="13231"/>
                </a:lnTo>
                <a:lnTo>
                  <a:pt x="188900" y="13435"/>
                </a:lnTo>
                <a:lnTo>
                  <a:pt x="189411" y="13588"/>
                </a:lnTo>
                <a:lnTo>
                  <a:pt x="189922" y="13639"/>
                </a:lnTo>
                <a:lnTo>
                  <a:pt x="190433" y="13690"/>
                </a:lnTo>
                <a:lnTo>
                  <a:pt x="190739" y="13690"/>
                </a:lnTo>
                <a:lnTo>
                  <a:pt x="191250" y="13588"/>
                </a:lnTo>
                <a:lnTo>
                  <a:pt x="191710" y="13486"/>
                </a:lnTo>
                <a:lnTo>
                  <a:pt x="192169" y="13333"/>
                </a:lnTo>
                <a:lnTo>
                  <a:pt x="192527" y="13077"/>
                </a:lnTo>
                <a:lnTo>
                  <a:pt x="192833" y="12822"/>
                </a:lnTo>
                <a:lnTo>
                  <a:pt x="193089" y="12516"/>
                </a:lnTo>
                <a:lnTo>
                  <a:pt x="193293" y="12107"/>
                </a:lnTo>
                <a:lnTo>
                  <a:pt x="193446" y="11698"/>
                </a:lnTo>
                <a:lnTo>
                  <a:pt x="193498" y="11187"/>
                </a:lnTo>
                <a:lnTo>
                  <a:pt x="193549" y="10677"/>
                </a:lnTo>
                <a:lnTo>
                  <a:pt x="193498" y="10115"/>
                </a:lnTo>
                <a:lnTo>
                  <a:pt x="193446" y="9451"/>
                </a:lnTo>
                <a:lnTo>
                  <a:pt x="193293" y="8787"/>
                </a:lnTo>
                <a:lnTo>
                  <a:pt x="193089" y="8071"/>
                </a:lnTo>
                <a:lnTo>
                  <a:pt x="192782" y="7305"/>
                </a:lnTo>
                <a:lnTo>
                  <a:pt x="192476" y="6488"/>
                </a:lnTo>
                <a:lnTo>
                  <a:pt x="192118" y="5722"/>
                </a:lnTo>
                <a:lnTo>
                  <a:pt x="191710" y="4955"/>
                </a:lnTo>
                <a:lnTo>
                  <a:pt x="191301" y="4291"/>
                </a:lnTo>
                <a:lnTo>
                  <a:pt x="190892" y="3678"/>
                </a:lnTo>
                <a:lnTo>
                  <a:pt x="190484" y="3065"/>
                </a:lnTo>
                <a:lnTo>
                  <a:pt x="190024" y="2555"/>
                </a:lnTo>
                <a:lnTo>
                  <a:pt x="189564" y="2044"/>
                </a:lnTo>
                <a:lnTo>
                  <a:pt x="189105" y="1635"/>
                </a:lnTo>
                <a:lnTo>
                  <a:pt x="188594" y="1227"/>
                </a:lnTo>
                <a:lnTo>
                  <a:pt x="188134" y="920"/>
                </a:lnTo>
                <a:lnTo>
                  <a:pt x="187623" y="614"/>
                </a:lnTo>
                <a:lnTo>
                  <a:pt x="187112" y="409"/>
                </a:lnTo>
                <a:lnTo>
                  <a:pt x="186602" y="205"/>
                </a:lnTo>
                <a:lnTo>
                  <a:pt x="186091" y="103"/>
                </a:lnTo>
                <a:lnTo>
                  <a:pt x="185580" y="1"/>
                </a:lnTo>
                <a:close/>
                <a:moveTo>
                  <a:pt x="151917" y="3832"/>
                </a:moveTo>
                <a:lnTo>
                  <a:pt x="152428" y="3883"/>
                </a:lnTo>
                <a:lnTo>
                  <a:pt x="152683" y="3985"/>
                </a:lnTo>
                <a:lnTo>
                  <a:pt x="152939" y="4087"/>
                </a:lnTo>
                <a:lnTo>
                  <a:pt x="153501" y="4394"/>
                </a:lnTo>
                <a:lnTo>
                  <a:pt x="154012" y="4853"/>
                </a:lnTo>
                <a:lnTo>
                  <a:pt x="154573" y="5517"/>
                </a:lnTo>
                <a:lnTo>
                  <a:pt x="155135" y="6335"/>
                </a:lnTo>
                <a:lnTo>
                  <a:pt x="155697" y="7356"/>
                </a:lnTo>
                <a:lnTo>
                  <a:pt x="156310" y="8633"/>
                </a:lnTo>
                <a:lnTo>
                  <a:pt x="156821" y="9910"/>
                </a:lnTo>
                <a:lnTo>
                  <a:pt x="157179" y="10983"/>
                </a:lnTo>
                <a:lnTo>
                  <a:pt x="157332" y="11851"/>
                </a:lnTo>
                <a:lnTo>
                  <a:pt x="157383" y="12209"/>
                </a:lnTo>
                <a:lnTo>
                  <a:pt x="157332" y="12567"/>
                </a:lnTo>
                <a:lnTo>
                  <a:pt x="157332" y="12822"/>
                </a:lnTo>
                <a:lnTo>
                  <a:pt x="157230" y="13077"/>
                </a:lnTo>
                <a:lnTo>
                  <a:pt x="157127" y="13282"/>
                </a:lnTo>
                <a:lnTo>
                  <a:pt x="156974" y="13435"/>
                </a:lnTo>
                <a:lnTo>
                  <a:pt x="156821" y="13588"/>
                </a:lnTo>
                <a:lnTo>
                  <a:pt x="156617" y="13690"/>
                </a:lnTo>
                <a:lnTo>
                  <a:pt x="156412" y="13741"/>
                </a:lnTo>
                <a:lnTo>
                  <a:pt x="156157" y="13793"/>
                </a:lnTo>
                <a:lnTo>
                  <a:pt x="156055" y="13793"/>
                </a:lnTo>
                <a:lnTo>
                  <a:pt x="155799" y="13741"/>
                </a:lnTo>
                <a:lnTo>
                  <a:pt x="155544" y="13690"/>
                </a:lnTo>
                <a:lnTo>
                  <a:pt x="155289" y="13639"/>
                </a:lnTo>
                <a:lnTo>
                  <a:pt x="155033" y="13537"/>
                </a:lnTo>
                <a:lnTo>
                  <a:pt x="154522" y="13180"/>
                </a:lnTo>
                <a:lnTo>
                  <a:pt x="153960" y="12669"/>
                </a:lnTo>
                <a:lnTo>
                  <a:pt x="153399" y="12005"/>
                </a:lnTo>
                <a:lnTo>
                  <a:pt x="152837" y="11187"/>
                </a:lnTo>
                <a:lnTo>
                  <a:pt x="152224" y="10115"/>
                </a:lnTo>
                <a:lnTo>
                  <a:pt x="151662" y="8889"/>
                </a:lnTo>
                <a:lnTo>
                  <a:pt x="151151" y="7612"/>
                </a:lnTo>
                <a:lnTo>
                  <a:pt x="150793" y="6539"/>
                </a:lnTo>
                <a:lnTo>
                  <a:pt x="150640" y="5671"/>
                </a:lnTo>
                <a:lnTo>
                  <a:pt x="150589" y="5313"/>
                </a:lnTo>
                <a:lnTo>
                  <a:pt x="150589" y="5007"/>
                </a:lnTo>
                <a:lnTo>
                  <a:pt x="150640" y="4700"/>
                </a:lnTo>
                <a:lnTo>
                  <a:pt x="150742" y="4496"/>
                </a:lnTo>
                <a:lnTo>
                  <a:pt x="150844" y="4291"/>
                </a:lnTo>
                <a:lnTo>
                  <a:pt x="150998" y="4138"/>
                </a:lnTo>
                <a:lnTo>
                  <a:pt x="151151" y="4036"/>
                </a:lnTo>
                <a:lnTo>
                  <a:pt x="151355" y="3934"/>
                </a:lnTo>
                <a:lnTo>
                  <a:pt x="151560" y="3883"/>
                </a:lnTo>
                <a:lnTo>
                  <a:pt x="151815" y="3832"/>
                </a:lnTo>
                <a:close/>
                <a:moveTo>
                  <a:pt x="173780" y="614"/>
                </a:moveTo>
                <a:lnTo>
                  <a:pt x="173474" y="665"/>
                </a:lnTo>
                <a:lnTo>
                  <a:pt x="172963" y="716"/>
                </a:lnTo>
                <a:lnTo>
                  <a:pt x="172503" y="818"/>
                </a:lnTo>
                <a:lnTo>
                  <a:pt x="172094" y="971"/>
                </a:lnTo>
                <a:lnTo>
                  <a:pt x="171737" y="1175"/>
                </a:lnTo>
                <a:lnTo>
                  <a:pt x="171430" y="1482"/>
                </a:lnTo>
                <a:lnTo>
                  <a:pt x="171175" y="1788"/>
                </a:lnTo>
                <a:lnTo>
                  <a:pt x="170971" y="2146"/>
                </a:lnTo>
                <a:lnTo>
                  <a:pt x="170817" y="2555"/>
                </a:lnTo>
                <a:lnTo>
                  <a:pt x="170715" y="3065"/>
                </a:lnTo>
                <a:lnTo>
                  <a:pt x="170664" y="3576"/>
                </a:lnTo>
                <a:lnTo>
                  <a:pt x="170715" y="4138"/>
                </a:lnTo>
                <a:lnTo>
                  <a:pt x="170766" y="4751"/>
                </a:lnTo>
                <a:lnTo>
                  <a:pt x="170919" y="5415"/>
                </a:lnTo>
                <a:lnTo>
                  <a:pt x="171124" y="6130"/>
                </a:lnTo>
                <a:lnTo>
                  <a:pt x="171379" y="6897"/>
                </a:lnTo>
                <a:lnTo>
                  <a:pt x="171737" y="7714"/>
                </a:lnTo>
                <a:lnTo>
                  <a:pt x="172094" y="8480"/>
                </a:lnTo>
                <a:lnTo>
                  <a:pt x="172503" y="9246"/>
                </a:lnTo>
                <a:lnTo>
                  <a:pt x="172912" y="9910"/>
                </a:lnTo>
                <a:lnTo>
                  <a:pt x="173320" y="10574"/>
                </a:lnTo>
                <a:lnTo>
                  <a:pt x="173729" y="11136"/>
                </a:lnTo>
                <a:lnTo>
                  <a:pt x="174189" y="11698"/>
                </a:lnTo>
                <a:lnTo>
                  <a:pt x="174648" y="12209"/>
                </a:lnTo>
                <a:lnTo>
                  <a:pt x="175159" y="12618"/>
                </a:lnTo>
                <a:lnTo>
                  <a:pt x="175619" y="13026"/>
                </a:lnTo>
                <a:lnTo>
                  <a:pt x="176130" y="13384"/>
                </a:lnTo>
                <a:lnTo>
                  <a:pt x="176641" y="13690"/>
                </a:lnTo>
                <a:lnTo>
                  <a:pt x="177151" y="13895"/>
                </a:lnTo>
                <a:lnTo>
                  <a:pt x="177662" y="14099"/>
                </a:lnTo>
                <a:lnTo>
                  <a:pt x="178173" y="14252"/>
                </a:lnTo>
                <a:lnTo>
                  <a:pt x="178684" y="14303"/>
                </a:lnTo>
                <a:lnTo>
                  <a:pt x="179195" y="14354"/>
                </a:lnTo>
                <a:lnTo>
                  <a:pt x="179501" y="14303"/>
                </a:lnTo>
                <a:lnTo>
                  <a:pt x="180012" y="14252"/>
                </a:lnTo>
                <a:lnTo>
                  <a:pt x="180472" y="14150"/>
                </a:lnTo>
                <a:lnTo>
                  <a:pt x="180931" y="13997"/>
                </a:lnTo>
                <a:lnTo>
                  <a:pt x="181289" y="13741"/>
                </a:lnTo>
                <a:lnTo>
                  <a:pt x="181596" y="13486"/>
                </a:lnTo>
                <a:lnTo>
                  <a:pt x="181851" y="13180"/>
                </a:lnTo>
                <a:lnTo>
                  <a:pt x="182055" y="12771"/>
                </a:lnTo>
                <a:lnTo>
                  <a:pt x="182157" y="12362"/>
                </a:lnTo>
                <a:lnTo>
                  <a:pt x="182260" y="11851"/>
                </a:lnTo>
                <a:lnTo>
                  <a:pt x="182311" y="11341"/>
                </a:lnTo>
                <a:lnTo>
                  <a:pt x="182260" y="10779"/>
                </a:lnTo>
                <a:lnTo>
                  <a:pt x="182157" y="10115"/>
                </a:lnTo>
                <a:lnTo>
                  <a:pt x="182004" y="9451"/>
                </a:lnTo>
                <a:lnTo>
                  <a:pt x="181800" y="8736"/>
                </a:lnTo>
                <a:lnTo>
                  <a:pt x="181544" y="7969"/>
                </a:lnTo>
                <a:lnTo>
                  <a:pt x="181187" y="7152"/>
                </a:lnTo>
                <a:lnTo>
                  <a:pt x="180829" y="6386"/>
                </a:lnTo>
                <a:lnTo>
                  <a:pt x="180472" y="5620"/>
                </a:lnTo>
                <a:lnTo>
                  <a:pt x="180063" y="4955"/>
                </a:lnTo>
                <a:lnTo>
                  <a:pt x="179654" y="4343"/>
                </a:lnTo>
                <a:lnTo>
                  <a:pt x="179195" y="3730"/>
                </a:lnTo>
                <a:lnTo>
                  <a:pt x="178786" y="3219"/>
                </a:lnTo>
                <a:lnTo>
                  <a:pt x="178326" y="2708"/>
                </a:lnTo>
                <a:lnTo>
                  <a:pt x="177867" y="2299"/>
                </a:lnTo>
                <a:lnTo>
                  <a:pt x="177356" y="1891"/>
                </a:lnTo>
                <a:lnTo>
                  <a:pt x="176896" y="1584"/>
                </a:lnTo>
                <a:lnTo>
                  <a:pt x="176385" y="1278"/>
                </a:lnTo>
                <a:lnTo>
                  <a:pt x="175874" y="1073"/>
                </a:lnTo>
                <a:lnTo>
                  <a:pt x="175364" y="869"/>
                </a:lnTo>
                <a:lnTo>
                  <a:pt x="174853" y="716"/>
                </a:lnTo>
                <a:lnTo>
                  <a:pt x="174342" y="665"/>
                </a:lnTo>
                <a:lnTo>
                  <a:pt x="173780" y="614"/>
                </a:lnTo>
                <a:close/>
                <a:moveTo>
                  <a:pt x="136286" y="4751"/>
                </a:moveTo>
                <a:lnTo>
                  <a:pt x="136797" y="4802"/>
                </a:lnTo>
                <a:lnTo>
                  <a:pt x="137308" y="5007"/>
                </a:lnTo>
                <a:lnTo>
                  <a:pt x="137819" y="5313"/>
                </a:lnTo>
                <a:lnTo>
                  <a:pt x="138381" y="5773"/>
                </a:lnTo>
                <a:lnTo>
                  <a:pt x="138942" y="6437"/>
                </a:lnTo>
                <a:lnTo>
                  <a:pt x="139504" y="7254"/>
                </a:lnTo>
                <a:lnTo>
                  <a:pt x="140066" y="8276"/>
                </a:lnTo>
                <a:lnTo>
                  <a:pt x="140679" y="9502"/>
                </a:lnTo>
                <a:lnTo>
                  <a:pt x="141190" y="10830"/>
                </a:lnTo>
                <a:lnTo>
                  <a:pt x="141497" y="11903"/>
                </a:lnTo>
                <a:lnTo>
                  <a:pt x="141701" y="12771"/>
                </a:lnTo>
                <a:lnTo>
                  <a:pt x="141701" y="13129"/>
                </a:lnTo>
                <a:lnTo>
                  <a:pt x="141701" y="13486"/>
                </a:lnTo>
                <a:lnTo>
                  <a:pt x="141650" y="13741"/>
                </a:lnTo>
                <a:lnTo>
                  <a:pt x="141599" y="13997"/>
                </a:lnTo>
                <a:lnTo>
                  <a:pt x="141497" y="14201"/>
                </a:lnTo>
                <a:lnTo>
                  <a:pt x="141343" y="14354"/>
                </a:lnTo>
                <a:lnTo>
                  <a:pt x="141190" y="14508"/>
                </a:lnTo>
                <a:lnTo>
                  <a:pt x="140986" y="14610"/>
                </a:lnTo>
                <a:lnTo>
                  <a:pt x="140781" y="14661"/>
                </a:lnTo>
                <a:lnTo>
                  <a:pt x="140526" y="14712"/>
                </a:lnTo>
                <a:lnTo>
                  <a:pt x="140424" y="14712"/>
                </a:lnTo>
                <a:lnTo>
                  <a:pt x="140168" y="14661"/>
                </a:lnTo>
                <a:lnTo>
                  <a:pt x="139913" y="14610"/>
                </a:lnTo>
                <a:lnTo>
                  <a:pt x="139658" y="14559"/>
                </a:lnTo>
                <a:lnTo>
                  <a:pt x="139402" y="14457"/>
                </a:lnTo>
                <a:lnTo>
                  <a:pt x="138840" y="14099"/>
                </a:lnTo>
                <a:lnTo>
                  <a:pt x="138329" y="13588"/>
                </a:lnTo>
                <a:lnTo>
                  <a:pt x="137768" y="12924"/>
                </a:lnTo>
                <a:lnTo>
                  <a:pt x="137206" y="12107"/>
                </a:lnTo>
                <a:lnTo>
                  <a:pt x="136593" y="11034"/>
                </a:lnTo>
                <a:lnTo>
                  <a:pt x="136031" y="9808"/>
                </a:lnTo>
                <a:lnTo>
                  <a:pt x="135469" y="8531"/>
                </a:lnTo>
                <a:lnTo>
                  <a:pt x="135162" y="7458"/>
                </a:lnTo>
                <a:lnTo>
                  <a:pt x="135009" y="6590"/>
                </a:lnTo>
                <a:lnTo>
                  <a:pt x="134958" y="6233"/>
                </a:lnTo>
                <a:lnTo>
                  <a:pt x="134958" y="5926"/>
                </a:lnTo>
                <a:lnTo>
                  <a:pt x="135009" y="5620"/>
                </a:lnTo>
                <a:lnTo>
                  <a:pt x="135111" y="5415"/>
                </a:lnTo>
                <a:lnTo>
                  <a:pt x="135214" y="5211"/>
                </a:lnTo>
                <a:lnTo>
                  <a:pt x="135367" y="5058"/>
                </a:lnTo>
                <a:lnTo>
                  <a:pt x="135520" y="4955"/>
                </a:lnTo>
                <a:lnTo>
                  <a:pt x="135724" y="4853"/>
                </a:lnTo>
                <a:lnTo>
                  <a:pt x="135929" y="4802"/>
                </a:lnTo>
                <a:lnTo>
                  <a:pt x="136184" y="4751"/>
                </a:lnTo>
                <a:close/>
                <a:moveTo>
                  <a:pt x="162542" y="1278"/>
                </a:moveTo>
                <a:lnTo>
                  <a:pt x="162236" y="1329"/>
                </a:lnTo>
                <a:lnTo>
                  <a:pt x="161725" y="1380"/>
                </a:lnTo>
                <a:lnTo>
                  <a:pt x="161265" y="1482"/>
                </a:lnTo>
                <a:lnTo>
                  <a:pt x="160856" y="1635"/>
                </a:lnTo>
                <a:lnTo>
                  <a:pt x="160499" y="1840"/>
                </a:lnTo>
                <a:lnTo>
                  <a:pt x="160141" y="2146"/>
                </a:lnTo>
                <a:lnTo>
                  <a:pt x="159886" y="2453"/>
                </a:lnTo>
                <a:lnTo>
                  <a:pt x="159682" y="2810"/>
                </a:lnTo>
                <a:lnTo>
                  <a:pt x="159528" y="3219"/>
                </a:lnTo>
                <a:lnTo>
                  <a:pt x="159477" y="3678"/>
                </a:lnTo>
                <a:lnTo>
                  <a:pt x="159426" y="4240"/>
                </a:lnTo>
                <a:lnTo>
                  <a:pt x="159426" y="4802"/>
                </a:lnTo>
                <a:lnTo>
                  <a:pt x="159528" y="5415"/>
                </a:lnTo>
                <a:lnTo>
                  <a:pt x="159682" y="6079"/>
                </a:lnTo>
                <a:lnTo>
                  <a:pt x="159886" y="6794"/>
                </a:lnTo>
                <a:lnTo>
                  <a:pt x="160141" y="7561"/>
                </a:lnTo>
                <a:lnTo>
                  <a:pt x="160499" y="8378"/>
                </a:lnTo>
                <a:lnTo>
                  <a:pt x="160856" y="9144"/>
                </a:lnTo>
                <a:lnTo>
                  <a:pt x="161265" y="9910"/>
                </a:lnTo>
                <a:lnTo>
                  <a:pt x="161623" y="10574"/>
                </a:lnTo>
                <a:lnTo>
                  <a:pt x="162082" y="11239"/>
                </a:lnTo>
                <a:lnTo>
                  <a:pt x="162491" y="11800"/>
                </a:lnTo>
                <a:lnTo>
                  <a:pt x="162951" y="12362"/>
                </a:lnTo>
                <a:lnTo>
                  <a:pt x="163411" y="12873"/>
                </a:lnTo>
                <a:lnTo>
                  <a:pt x="163870" y="13282"/>
                </a:lnTo>
                <a:lnTo>
                  <a:pt x="164381" y="13690"/>
                </a:lnTo>
                <a:lnTo>
                  <a:pt x="164841" y="14048"/>
                </a:lnTo>
                <a:lnTo>
                  <a:pt x="165352" y="14303"/>
                </a:lnTo>
                <a:lnTo>
                  <a:pt x="165862" y="14559"/>
                </a:lnTo>
                <a:lnTo>
                  <a:pt x="166373" y="14763"/>
                </a:lnTo>
                <a:lnTo>
                  <a:pt x="166935" y="14865"/>
                </a:lnTo>
                <a:lnTo>
                  <a:pt x="167446" y="14967"/>
                </a:lnTo>
                <a:lnTo>
                  <a:pt x="167957" y="15019"/>
                </a:lnTo>
                <a:lnTo>
                  <a:pt x="168263" y="14967"/>
                </a:lnTo>
                <a:lnTo>
                  <a:pt x="168774" y="14916"/>
                </a:lnTo>
                <a:lnTo>
                  <a:pt x="169234" y="14814"/>
                </a:lnTo>
                <a:lnTo>
                  <a:pt x="169642" y="14661"/>
                </a:lnTo>
                <a:lnTo>
                  <a:pt x="170000" y="14406"/>
                </a:lnTo>
                <a:lnTo>
                  <a:pt x="170307" y="14150"/>
                </a:lnTo>
                <a:lnTo>
                  <a:pt x="170562" y="13844"/>
                </a:lnTo>
                <a:lnTo>
                  <a:pt x="170766" y="13435"/>
                </a:lnTo>
                <a:lnTo>
                  <a:pt x="170919" y="13026"/>
                </a:lnTo>
                <a:lnTo>
                  <a:pt x="171022" y="12516"/>
                </a:lnTo>
                <a:lnTo>
                  <a:pt x="171022" y="12005"/>
                </a:lnTo>
                <a:lnTo>
                  <a:pt x="171022" y="11443"/>
                </a:lnTo>
                <a:lnTo>
                  <a:pt x="170919" y="10779"/>
                </a:lnTo>
                <a:lnTo>
                  <a:pt x="170766" y="10115"/>
                </a:lnTo>
                <a:lnTo>
                  <a:pt x="170562" y="9400"/>
                </a:lnTo>
                <a:lnTo>
                  <a:pt x="170307" y="8633"/>
                </a:lnTo>
                <a:lnTo>
                  <a:pt x="169949" y="7816"/>
                </a:lnTo>
                <a:lnTo>
                  <a:pt x="169591" y="7050"/>
                </a:lnTo>
                <a:lnTo>
                  <a:pt x="169183" y="6284"/>
                </a:lnTo>
                <a:lnTo>
                  <a:pt x="168825" y="5620"/>
                </a:lnTo>
                <a:lnTo>
                  <a:pt x="168365" y="5007"/>
                </a:lnTo>
                <a:lnTo>
                  <a:pt x="167957" y="4394"/>
                </a:lnTo>
                <a:lnTo>
                  <a:pt x="167497" y="3883"/>
                </a:lnTo>
                <a:lnTo>
                  <a:pt x="167037" y="3372"/>
                </a:lnTo>
                <a:lnTo>
                  <a:pt x="166578" y="2963"/>
                </a:lnTo>
                <a:lnTo>
                  <a:pt x="166118" y="2555"/>
                </a:lnTo>
                <a:lnTo>
                  <a:pt x="165607" y="2248"/>
                </a:lnTo>
                <a:lnTo>
                  <a:pt x="165096" y="1942"/>
                </a:lnTo>
                <a:lnTo>
                  <a:pt x="164636" y="1686"/>
                </a:lnTo>
                <a:lnTo>
                  <a:pt x="164126" y="1533"/>
                </a:lnTo>
                <a:lnTo>
                  <a:pt x="163564" y="1380"/>
                </a:lnTo>
                <a:lnTo>
                  <a:pt x="163053" y="1329"/>
                </a:lnTo>
                <a:lnTo>
                  <a:pt x="162542" y="1278"/>
                </a:lnTo>
                <a:close/>
                <a:moveTo>
                  <a:pt x="125048" y="5415"/>
                </a:moveTo>
                <a:lnTo>
                  <a:pt x="125559" y="5466"/>
                </a:lnTo>
                <a:lnTo>
                  <a:pt x="126070" y="5671"/>
                </a:lnTo>
                <a:lnTo>
                  <a:pt x="126581" y="5977"/>
                </a:lnTo>
                <a:lnTo>
                  <a:pt x="127143" y="6437"/>
                </a:lnTo>
                <a:lnTo>
                  <a:pt x="127653" y="7101"/>
                </a:lnTo>
                <a:lnTo>
                  <a:pt x="128215" y="7918"/>
                </a:lnTo>
                <a:lnTo>
                  <a:pt x="128828" y="8940"/>
                </a:lnTo>
                <a:lnTo>
                  <a:pt x="129390" y="10166"/>
                </a:lnTo>
                <a:lnTo>
                  <a:pt x="129901" y="11494"/>
                </a:lnTo>
                <a:lnTo>
                  <a:pt x="130259" y="12567"/>
                </a:lnTo>
                <a:lnTo>
                  <a:pt x="130412" y="13435"/>
                </a:lnTo>
                <a:lnTo>
                  <a:pt x="130463" y="13793"/>
                </a:lnTo>
                <a:lnTo>
                  <a:pt x="130463" y="14150"/>
                </a:lnTo>
                <a:lnTo>
                  <a:pt x="130412" y="14406"/>
                </a:lnTo>
                <a:lnTo>
                  <a:pt x="130361" y="14661"/>
                </a:lnTo>
                <a:lnTo>
                  <a:pt x="130259" y="14865"/>
                </a:lnTo>
                <a:lnTo>
                  <a:pt x="130105" y="15019"/>
                </a:lnTo>
                <a:lnTo>
                  <a:pt x="129952" y="15172"/>
                </a:lnTo>
                <a:lnTo>
                  <a:pt x="129748" y="15274"/>
                </a:lnTo>
                <a:lnTo>
                  <a:pt x="129543" y="15325"/>
                </a:lnTo>
                <a:lnTo>
                  <a:pt x="129288" y="15325"/>
                </a:lnTo>
                <a:lnTo>
                  <a:pt x="129186" y="15376"/>
                </a:lnTo>
                <a:lnTo>
                  <a:pt x="128930" y="15325"/>
                </a:lnTo>
                <a:lnTo>
                  <a:pt x="128675" y="15274"/>
                </a:lnTo>
                <a:lnTo>
                  <a:pt x="128420" y="15223"/>
                </a:lnTo>
                <a:lnTo>
                  <a:pt x="128164" y="15121"/>
                </a:lnTo>
                <a:lnTo>
                  <a:pt x="127602" y="14763"/>
                </a:lnTo>
                <a:lnTo>
                  <a:pt x="127040" y="14252"/>
                </a:lnTo>
                <a:lnTo>
                  <a:pt x="126479" y="13588"/>
                </a:lnTo>
                <a:lnTo>
                  <a:pt x="125917" y="12771"/>
                </a:lnTo>
                <a:lnTo>
                  <a:pt x="125355" y="11698"/>
                </a:lnTo>
                <a:lnTo>
                  <a:pt x="124742" y="10472"/>
                </a:lnTo>
                <a:lnTo>
                  <a:pt x="124231" y="9195"/>
                </a:lnTo>
                <a:lnTo>
                  <a:pt x="123924" y="8123"/>
                </a:lnTo>
                <a:lnTo>
                  <a:pt x="123771" y="7663"/>
                </a:lnTo>
                <a:lnTo>
                  <a:pt x="123720" y="7254"/>
                </a:lnTo>
                <a:lnTo>
                  <a:pt x="123720" y="6897"/>
                </a:lnTo>
                <a:lnTo>
                  <a:pt x="123720" y="6590"/>
                </a:lnTo>
                <a:lnTo>
                  <a:pt x="123771" y="6284"/>
                </a:lnTo>
                <a:lnTo>
                  <a:pt x="123822" y="6079"/>
                </a:lnTo>
                <a:lnTo>
                  <a:pt x="123976" y="5875"/>
                </a:lnTo>
                <a:lnTo>
                  <a:pt x="124078" y="5722"/>
                </a:lnTo>
                <a:lnTo>
                  <a:pt x="124282" y="5568"/>
                </a:lnTo>
                <a:lnTo>
                  <a:pt x="124486" y="5517"/>
                </a:lnTo>
                <a:lnTo>
                  <a:pt x="124691" y="5466"/>
                </a:lnTo>
                <a:lnTo>
                  <a:pt x="124946" y="5415"/>
                </a:lnTo>
                <a:close/>
                <a:moveTo>
                  <a:pt x="150998" y="1942"/>
                </a:moveTo>
                <a:lnTo>
                  <a:pt x="150487" y="2044"/>
                </a:lnTo>
                <a:lnTo>
                  <a:pt x="149976" y="2146"/>
                </a:lnTo>
                <a:lnTo>
                  <a:pt x="149567" y="2299"/>
                </a:lnTo>
                <a:lnTo>
                  <a:pt x="149210" y="2504"/>
                </a:lnTo>
                <a:lnTo>
                  <a:pt x="148903" y="2759"/>
                </a:lnTo>
                <a:lnTo>
                  <a:pt x="148648" y="3117"/>
                </a:lnTo>
                <a:lnTo>
                  <a:pt x="148444" y="3474"/>
                </a:lnTo>
                <a:lnTo>
                  <a:pt x="148290" y="3883"/>
                </a:lnTo>
                <a:lnTo>
                  <a:pt x="148188" y="4343"/>
                </a:lnTo>
                <a:lnTo>
                  <a:pt x="148188" y="4904"/>
                </a:lnTo>
                <a:lnTo>
                  <a:pt x="148188" y="5466"/>
                </a:lnTo>
                <a:lnTo>
                  <a:pt x="148290" y="6079"/>
                </a:lnTo>
                <a:lnTo>
                  <a:pt x="148444" y="6743"/>
                </a:lnTo>
                <a:lnTo>
                  <a:pt x="148648" y="7458"/>
                </a:lnTo>
                <a:lnTo>
                  <a:pt x="148903" y="8225"/>
                </a:lnTo>
                <a:lnTo>
                  <a:pt x="149210" y="9042"/>
                </a:lnTo>
                <a:lnTo>
                  <a:pt x="149618" y="9808"/>
                </a:lnTo>
                <a:lnTo>
                  <a:pt x="149976" y="10523"/>
                </a:lnTo>
                <a:lnTo>
                  <a:pt x="150385" y="11239"/>
                </a:lnTo>
                <a:lnTo>
                  <a:pt x="150793" y="11903"/>
                </a:lnTo>
                <a:lnTo>
                  <a:pt x="151253" y="12464"/>
                </a:lnTo>
                <a:lnTo>
                  <a:pt x="151713" y="13026"/>
                </a:lnTo>
                <a:lnTo>
                  <a:pt x="152173" y="13537"/>
                </a:lnTo>
                <a:lnTo>
                  <a:pt x="152632" y="13946"/>
                </a:lnTo>
                <a:lnTo>
                  <a:pt x="153092" y="14354"/>
                </a:lnTo>
                <a:lnTo>
                  <a:pt x="153603" y="14712"/>
                </a:lnTo>
                <a:lnTo>
                  <a:pt x="154114" y="14967"/>
                </a:lnTo>
                <a:lnTo>
                  <a:pt x="154624" y="15223"/>
                </a:lnTo>
                <a:lnTo>
                  <a:pt x="155135" y="15427"/>
                </a:lnTo>
                <a:lnTo>
                  <a:pt x="155646" y="15529"/>
                </a:lnTo>
                <a:lnTo>
                  <a:pt x="156157" y="15631"/>
                </a:lnTo>
                <a:lnTo>
                  <a:pt x="156974" y="15631"/>
                </a:lnTo>
                <a:lnTo>
                  <a:pt x="157536" y="15580"/>
                </a:lnTo>
                <a:lnTo>
                  <a:pt x="157996" y="15478"/>
                </a:lnTo>
                <a:lnTo>
                  <a:pt x="158405" y="15325"/>
                </a:lnTo>
                <a:lnTo>
                  <a:pt x="158762" y="15070"/>
                </a:lnTo>
                <a:lnTo>
                  <a:pt x="159069" y="14814"/>
                </a:lnTo>
                <a:lnTo>
                  <a:pt x="159324" y="14457"/>
                </a:lnTo>
                <a:lnTo>
                  <a:pt x="159528" y="14099"/>
                </a:lnTo>
                <a:lnTo>
                  <a:pt x="159682" y="13690"/>
                </a:lnTo>
                <a:lnTo>
                  <a:pt x="159784" y="13180"/>
                </a:lnTo>
                <a:lnTo>
                  <a:pt x="159784" y="12669"/>
                </a:lnTo>
                <a:lnTo>
                  <a:pt x="159784" y="12056"/>
                </a:lnTo>
                <a:lnTo>
                  <a:pt x="159682" y="11443"/>
                </a:lnTo>
                <a:lnTo>
                  <a:pt x="159528" y="10779"/>
                </a:lnTo>
                <a:lnTo>
                  <a:pt x="159324" y="10064"/>
                </a:lnTo>
                <a:lnTo>
                  <a:pt x="159017" y="9297"/>
                </a:lnTo>
                <a:lnTo>
                  <a:pt x="158711" y="8480"/>
                </a:lnTo>
                <a:lnTo>
                  <a:pt x="158353" y="7663"/>
                </a:lnTo>
                <a:lnTo>
                  <a:pt x="157945" y="6948"/>
                </a:lnTo>
                <a:lnTo>
                  <a:pt x="157587" y="6284"/>
                </a:lnTo>
                <a:lnTo>
                  <a:pt x="157127" y="5620"/>
                </a:lnTo>
                <a:lnTo>
                  <a:pt x="156719" y="5058"/>
                </a:lnTo>
                <a:lnTo>
                  <a:pt x="156259" y="4547"/>
                </a:lnTo>
                <a:lnTo>
                  <a:pt x="155799" y="4036"/>
                </a:lnTo>
                <a:lnTo>
                  <a:pt x="155340" y="3627"/>
                </a:lnTo>
                <a:lnTo>
                  <a:pt x="154880" y="3219"/>
                </a:lnTo>
                <a:lnTo>
                  <a:pt x="154369" y="2912"/>
                </a:lnTo>
                <a:lnTo>
                  <a:pt x="153858" y="2606"/>
                </a:lnTo>
                <a:lnTo>
                  <a:pt x="153347" y="2350"/>
                </a:lnTo>
                <a:lnTo>
                  <a:pt x="152837" y="2197"/>
                </a:lnTo>
                <a:lnTo>
                  <a:pt x="152326" y="2044"/>
                </a:lnTo>
                <a:lnTo>
                  <a:pt x="151815" y="1993"/>
                </a:lnTo>
                <a:lnTo>
                  <a:pt x="151304" y="1942"/>
                </a:lnTo>
                <a:close/>
                <a:moveTo>
                  <a:pt x="113810" y="6079"/>
                </a:moveTo>
                <a:lnTo>
                  <a:pt x="114321" y="6130"/>
                </a:lnTo>
                <a:lnTo>
                  <a:pt x="114577" y="6181"/>
                </a:lnTo>
                <a:lnTo>
                  <a:pt x="114832" y="6335"/>
                </a:lnTo>
                <a:lnTo>
                  <a:pt x="115343" y="6641"/>
                </a:lnTo>
                <a:lnTo>
                  <a:pt x="115905" y="7101"/>
                </a:lnTo>
                <a:lnTo>
                  <a:pt x="116416" y="7765"/>
                </a:lnTo>
                <a:lnTo>
                  <a:pt x="116977" y="8582"/>
                </a:lnTo>
                <a:lnTo>
                  <a:pt x="117590" y="9604"/>
                </a:lnTo>
                <a:lnTo>
                  <a:pt x="118152" y="10830"/>
                </a:lnTo>
                <a:lnTo>
                  <a:pt x="118663" y="12158"/>
                </a:lnTo>
                <a:lnTo>
                  <a:pt x="119021" y="13231"/>
                </a:lnTo>
                <a:lnTo>
                  <a:pt x="119174" y="14099"/>
                </a:lnTo>
                <a:lnTo>
                  <a:pt x="119225" y="14457"/>
                </a:lnTo>
                <a:lnTo>
                  <a:pt x="119225" y="14814"/>
                </a:lnTo>
                <a:lnTo>
                  <a:pt x="119174" y="15070"/>
                </a:lnTo>
                <a:lnTo>
                  <a:pt x="119123" y="15325"/>
                </a:lnTo>
                <a:lnTo>
                  <a:pt x="118970" y="15529"/>
                </a:lnTo>
                <a:lnTo>
                  <a:pt x="118867" y="15683"/>
                </a:lnTo>
                <a:lnTo>
                  <a:pt x="118714" y="15836"/>
                </a:lnTo>
                <a:lnTo>
                  <a:pt x="118510" y="15938"/>
                </a:lnTo>
                <a:lnTo>
                  <a:pt x="118254" y="15989"/>
                </a:lnTo>
                <a:lnTo>
                  <a:pt x="117641" y="15989"/>
                </a:lnTo>
                <a:lnTo>
                  <a:pt x="117386" y="15938"/>
                </a:lnTo>
                <a:lnTo>
                  <a:pt x="117131" y="15887"/>
                </a:lnTo>
                <a:lnTo>
                  <a:pt x="116875" y="15734"/>
                </a:lnTo>
                <a:lnTo>
                  <a:pt x="116364" y="15427"/>
                </a:lnTo>
                <a:lnTo>
                  <a:pt x="115803" y="14916"/>
                </a:lnTo>
                <a:lnTo>
                  <a:pt x="115241" y="14252"/>
                </a:lnTo>
                <a:lnTo>
                  <a:pt x="114679" y="13384"/>
                </a:lnTo>
                <a:lnTo>
                  <a:pt x="114117" y="12362"/>
                </a:lnTo>
                <a:lnTo>
                  <a:pt x="113504" y="11136"/>
                </a:lnTo>
                <a:lnTo>
                  <a:pt x="112993" y="9859"/>
                </a:lnTo>
                <a:lnTo>
                  <a:pt x="112635" y="8787"/>
                </a:lnTo>
                <a:lnTo>
                  <a:pt x="112482" y="7918"/>
                </a:lnTo>
                <a:lnTo>
                  <a:pt x="112482" y="7561"/>
                </a:lnTo>
                <a:lnTo>
                  <a:pt x="112482" y="7254"/>
                </a:lnTo>
                <a:lnTo>
                  <a:pt x="112533" y="6948"/>
                </a:lnTo>
                <a:lnTo>
                  <a:pt x="112584" y="6743"/>
                </a:lnTo>
                <a:lnTo>
                  <a:pt x="112687" y="6539"/>
                </a:lnTo>
                <a:lnTo>
                  <a:pt x="112840" y="6386"/>
                </a:lnTo>
                <a:lnTo>
                  <a:pt x="112993" y="6233"/>
                </a:lnTo>
                <a:lnTo>
                  <a:pt x="113197" y="6181"/>
                </a:lnTo>
                <a:lnTo>
                  <a:pt x="113402" y="6079"/>
                </a:lnTo>
                <a:close/>
                <a:moveTo>
                  <a:pt x="135367" y="2861"/>
                </a:moveTo>
                <a:lnTo>
                  <a:pt x="134805" y="2963"/>
                </a:lnTo>
                <a:lnTo>
                  <a:pt x="134345" y="3065"/>
                </a:lnTo>
                <a:lnTo>
                  <a:pt x="133936" y="3219"/>
                </a:lnTo>
                <a:lnTo>
                  <a:pt x="133579" y="3423"/>
                </a:lnTo>
                <a:lnTo>
                  <a:pt x="133272" y="3678"/>
                </a:lnTo>
                <a:lnTo>
                  <a:pt x="133017" y="4036"/>
                </a:lnTo>
                <a:lnTo>
                  <a:pt x="132813" y="4394"/>
                </a:lnTo>
                <a:lnTo>
                  <a:pt x="132659" y="4802"/>
                </a:lnTo>
                <a:lnTo>
                  <a:pt x="132557" y="5262"/>
                </a:lnTo>
                <a:lnTo>
                  <a:pt x="132506" y="5824"/>
                </a:lnTo>
                <a:lnTo>
                  <a:pt x="132557" y="6386"/>
                </a:lnTo>
                <a:lnTo>
                  <a:pt x="132659" y="6999"/>
                </a:lnTo>
                <a:lnTo>
                  <a:pt x="132762" y="7663"/>
                </a:lnTo>
                <a:lnTo>
                  <a:pt x="133017" y="8378"/>
                </a:lnTo>
                <a:lnTo>
                  <a:pt x="133272" y="9144"/>
                </a:lnTo>
                <a:lnTo>
                  <a:pt x="133579" y="9961"/>
                </a:lnTo>
                <a:lnTo>
                  <a:pt x="133936" y="10728"/>
                </a:lnTo>
                <a:lnTo>
                  <a:pt x="134345" y="11443"/>
                </a:lnTo>
                <a:lnTo>
                  <a:pt x="134754" y="12158"/>
                </a:lnTo>
                <a:lnTo>
                  <a:pt x="135162" y="12771"/>
                </a:lnTo>
                <a:lnTo>
                  <a:pt x="135622" y="13384"/>
                </a:lnTo>
                <a:lnTo>
                  <a:pt x="136031" y="13946"/>
                </a:lnTo>
                <a:lnTo>
                  <a:pt x="136491" y="14406"/>
                </a:lnTo>
                <a:lnTo>
                  <a:pt x="137001" y="14865"/>
                </a:lnTo>
                <a:lnTo>
                  <a:pt x="137461" y="15274"/>
                </a:lnTo>
                <a:lnTo>
                  <a:pt x="137972" y="15631"/>
                </a:lnTo>
                <a:lnTo>
                  <a:pt x="138483" y="15887"/>
                </a:lnTo>
                <a:lnTo>
                  <a:pt x="138994" y="16142"/>
                </a:lnTo>
                <a:lnTo>
                  <a:pt x="139504" y="16347"/>
                </a:lnTo>
                <a:lnTo>
                  <a:pt x="140015" y="16449"/>
                </a:lnTo>
                <a:lnTo>
                  <a:pt x="140526" y="16551"/>
                </a:lnTo>
                <a:lnTo>
                  <a:pt x="141343" y="16551"/>
                </a:lnTo>
                <a:lnTo>
                  <a:pt x="141854" y="16500"/>
                </a:lnTo>
                <a:lnTo>
                  <a:pt x="142365" y="16398"/>
                </a:lnTo>
                <a:lnTo>
                  <a:pt x="142774" y="16244"/>
                </a:lnTo>
                <a:lnTo>
                  <a:pt x="143131" y="15989"/>
                </a:lnTo>
                <a:lnTo>
                  <a:pt x="143438" y="15734"/>
                </a:lnTo>
                <a:lnTo>
                  <a:pt x="143693" y="15376"/>
                </a:lnTo>
                <a:lnTo>
                  <a:pt x="143897" y="15019"/>
                </a:lnTo>
                <a:lnTo>
                  <a:pt x="144051" y="14610"/>
                </a:lnTo>
                <a:lnTo>
                  <a:pt x="144102" y="14099"/>
                </a:lnTo>
                <a:lnTo>
                  <a:pt x="144153" y="13588"/>
                </a:lnTo>
                <a:lnTo>
                  <a:pt x="144102" y="12975"/>
                </a:lnTo>
                <a:lnTo>
                  <a:pt x="144051" y="12362"/>
                </a:lnTo>
                <a:lnTo>
                  <a:pt x="143897" y="11698"/>
                </a:lnTo>
                <a:lnTo>
                  <a:pt x="143693" y="10983"/>
                </a:lnTo>
                <a:lnTo>
                  <a:pt x="143387" y="10217"/>
                </a:lnTo>
                <a:lnTo>
                  <a:pt x="143080" y="9400"/>
                </a:lnTo>
                <a:lnTo>
                  <a:pt x="142722" y="8582"/>
                </a:lnTo>
                <a:lnTo>
                  <a:pt x="142314" y="7867"/>
                </a:lnTo>
                <a:lnTo>
                  <a:pt x="141905" y="7203"/>
                </a:lnTo>
                <a:lnTo>
                  <a:pt x="141497" y="6539"/>
                </a:lnTo>
                <a:lnTo>
                  <a:pt x="141088" y="5977"/>
                </a:lnTo>
                <a:lnTo>
                  <a:pt x="140628" y="5466"/>
                </a:lnTo>
                <a:lnTo>
                  <a:pt x="140168" y="4955"/>
                </a:lnTo>
                <a:lnTo>
                  <a:pt x="139709" y="4547"/>
                </a:lnTo>
                <a:lnTo>
                  <a:pt x="139198" y="4138"/>
                </a:lnTo>
                <a:lnTo>
                  <a:pt x="138738" y="3781"/>
                </a:lnTo>
                <a:lnTo>
                  <a:pt x="138227" y="3525"/>
                </a:lnTo>
                <a:lnTo>
                  <a:pt x="137717" y="3270"/>
                </a:lnTo>
                <a:lnTo>
                  <a:pt x="137206" y="3117"/>
                </a:lnTo>
                <a:lnTo>
                  <a:pt x="136695" y="2963"/>
                </a:lnTo>
                <a:lnTo>
                  <a:pt x="136184" y="2912"/>
                </a:lnTo>
                <a:lnTo>
                  <a:pt x="135673" y="2861"/>
                </a:lnTo>
                <a:close/>
                <a:moveTo>
                  <a:pt x="102572" y="6743"/>
                </a:moveTo>
                <a:lnTo>
                  <a:pt x="103032" y="6794"/>
                </a:lnTo>
                <a:lnTo>
                  <a:pt x="103543" y="6948"/>
                </a:lnTo>
                <a:lnTo>
                  <a:pt x="104105" y="7305"/>
                </a:lnTo>
                <a:lnTo>
                  <a:pt x="104616" y="7765"/>
                </a:lnTo>
                <a:lnTo>
                  <a:pt x="105178" y="8429"/>
                </a:lnTo>
                <a:lnTo>
                  <a:pt x="105739" y="9246"/>
                </a:lnTo>
                <a:lnTo>
                  <a:pt x="106301" y="10268"/>
                </a:lnTo>
                <a:lnTo>
                  <a:pt x="106914" y="11494"/>
                </a:lnTo>
                <a:lnTo>
                  <a:pt x="107425" y="12771"/>
                </a:lnTo>
                <a:lnTo>
                  <a:pt x="107783" y="13895"/>
                </a:lnTo>
                <a:lnTo>
                  <a:pt x="107936" y="14763"/>
                </a:lnTo>
                <a:lnTo>
                  <a:pt x="107987" y="15121"/>
                </a:lnTo>
                <a:lnTo>
                  <a:pt x="107987" y="15478"/>
                </a:lnTo>
                <a:lnTo>
                  <a:pt x="107936" y="15734"/>
                </a:lnTo>
                <a:lnTo>
                  <a:pt x="107834" y="15989"/>
                </a:lnTo>
                <a:lnTo>
                  <a:pt x="107732" y="16193"/>
                </a:lnTo>
                <a:lnTo>
                  <a:pt x="107629" y="16347"/>
                </a:lnTo>
                <a:lnTo>
                  <a:pt x="107425" y="16500"/>
                </a:lnTo>
                <a:lnTo>
                  <a:pt x="107272" y="16602"/>
                </a:lnTo>
                <a:lnTo>
                  <a:pt x="107017" y="16653"/>
                </a:lnTo>
                <a:lnTo>
                  <a:pt x="106404" y="16653"/>
                </a:lnTo>
                <a:lnTo>
                  <a:pt x="106148" y="16602"/>
                </a:lnTo>
                <a:lnTo>
                  <a:pt x="105893" y="16551"/>
                </a:lnTo>
                <a:lnTo>
                  <a:pt x="105637" y="16398"/>
                </a:lnTo>
                <a:lnTo>
                  <a:pt x="105126" y="16091"/>
                </a:lnTo>
                <a:lnTo>
                  <a:pt x="104565" y="15580"/>
                </a:lnTo>
                <a:lnTo>
                  <a:pt x="104003" y="14916"/>
                </a:lnTo>
                <a:lnTo>
                  <a:pt x="103441" y="14048"/>
                </a:lnTo>
                <a:lnTo>
                  <a:pt x="102828" y="13026"/>
                </a:lnTo>
                <a:lnTo>
                  <a:pt x="102266" y="11800"/>
                </a:lnTo>
                <a:lnTo>
                  <a:pt x="101755" y="10472"/>
                </a:lnTo>
                <a:lnTo>
                  <a:pt x="101398" y="9451"/>
                </a:lnTo>
                <a:lnTo>
                  <a:pt x="101295" y="8991"/>
                </a:lnTo>
                <a:lnTo>
                  <a:pt x="101244" y="8582"/>
                </a:lnTo>
                <a:lnTo>
                  <a:pt x="101193" y="8225"/>
                </a:lnTo>
                <a:lnTo>
                  <a:pt x="101244" y="7867"/>
                </a:lnTo>
                <a:lnTo>
                  <a:pt x="101244" y="7612"/>
                </a:lnTo>
                <a:lnTo>
                  <a:pt x="101346" y="7407"/>
                </a:lnTo>
                <a:lnTo>
                  <a:pt x="101449" y="7203"/>
                </a:lnTo>
                <a:lnTo>
                  <a:pt x="101602" y="7050"/>
                </a:lnTo>
                <a:lnTo>
                  <a:pt x="101755" y="6897"/>
                </a:lnTo>
                <a:lnTo>
                  <a:pt x="101959" y="6846"/>
                </a:lnTo>
                <a:lnTo>
                  <a:pt x="102164" y="6743"/>
                </a:lnTo>
                <a:close/>
                <a:moveTo>
                  <a:pt x="124129" y="3525"/>
                </a:moveTo>
                <a:lnTo>
                  <a:pt x="123567" y="3576"/>
                </a:lnTo>
                <a:lnTo>
                  <a:pt x="123107" y="3730"/>
                </a:lnTo>
                <a:lnTo>
                  <a:pt x="122699" y="3883"/>
                </a:lnTo>
                <a:lnTo>
                  <a:pt x="122341" y="4087"/>
                </a:lnTo>
                <a:lnTo>
                  <a:pt x="122034" y="4343"/>
                </a:lnTo>
                <a:lnTo>
                  <a:pt x="121779" y="4700"/>
                </a:lnTo>
                <a:lnTo>
                  <a:pt x="121575" y="5058"/>
                </a:lnTo>
                <a:lnTo>
                  <a:pt x="121422" y="5466"/>
                </a:lnTo>
                <a:lnTo>
                  <a:pt x="121319" y="5926"/>
                </a:lnTo>
                <a:lnTo>
                  <a:pt x="121268" y="6437"/>
                </a:lnTo>
                <a:lnTo>
                  <a:pt x="121319" y="7050"/>
                </a:lnTo>
                <a:lnTo>
                  <a:pt x="121370" y="7663"/>
                </a:lnTo>
                <a:lnTo>
                  <a:pt x="121524" y="8327"/>
                </a:lnTo>
                <a:lnTo>
                  <a:pt x="121728" y="9042"/>
                </a:lnTo>
                <a:lnTo>
                  <a:pt x="121983" y="9808"/>
                </a:lnTo>
                <a:lnTo>
                  <a:pt x="122341" y="10574"/>
                </a:lnTo>
                <a:lnTo>
                  <a:pt x="122699" y="11392"/>
                </a:lnTo>
                <a:lnTo>
                  <a:pt x="123107" y="12107"/>
                </a:lnTo>
                <a:lnTo>
                  <a:pt x="123516" y="12822"/>
                </a:lnTo>
                <a:lnTo>
                  <a:pt x="123924" y="13435"/>
                </a:lnTo>
                <a:lnTo>
                  <a:pt x="124333" y="14048"/>
                </a:lnTo>
                <a:lnTo>
                  <a:pt x="124793" y="14610"/>
                </a:lnTo>
                <a:lnTo>
                  <a:pt x="125253" y="15070"/>
                </a:lnTo>
                <a:lnTo>
                  <a:pt x="125763" y="15529"/>
                </a:lnTo>
                <a:lnTo>
                  <a:pt x="126223" y="15938"/>
                </a:lnTo>
                <a:lnTo>
                  <a:pt x="126734" y="16296"/>
                </a:lnTo>
                <a:lnTo>
                  <a:pt x="127245" y="16551"/>
                </a:lnTo>
                <a:lnTo>
                  <a:pt x="127756" y="16806"/>
                </a:lnTo>
                <a:lnTo>
                  <a:pt x="128266" y="17011"/>
                </a:lnTo>
                <a:lnTo>
                  <a:pt x="128777" y="17113"/>
                </a:lnTo>
                <a:lnTo>
                  <a:pt x="129288" y="17215"/>
                </a:lnTo>
                <a:lnTo>
                  <a:pt x="130105" y="17215"/>
                </a:lnTo>
                <a:lnTo>
                  <a:pt x="130616" y="17164"/>
                </a:lnTo>
                <a:lnTo>
                  <a:pt x="131076" y="17062"/>
                </a:lnTo>
                <a:lnTo>
                  <a:pt x="131536" y="16857"/>
                </a:lnTo>
                <a:lnTo>
                  <a:pt x="131893" y="16653"/>
                </a:lnTo>
                <a:lnTo>
                  <a:pt x="132200" y="16398"/>
                </a:lnTo>
                <a:lnTo>
                  <a:pt x="132455" y="16040"/>
                </a:lnTo>
                <a:lnTo>
                  <a:pt x="132659" y="15683"/>
                </a:lnTo>
                <a:lnTo>
                  <a:pt x="132762" y="15223"/>
                </a:lnTo>
                <a:lnTo>
                  <a:pt x="132864" y="14763"/>
                </a:lnTo>
                <a:lnTo>
                  <a:pt x="132915" y="14252"/>
                </a:lnTo>
                <a:lnTo>
                  <a:pt x="132864" y="13639"/>
                </a:lnTo>
                <a:lnTo>
                  <a:pt x="132762" y="13026"/>
                </a:lnTo>
                <a:lnTo>
                  <a:pt x="132608" y="12362"/>
                </a:lnTo>
                <a:lnTo>
                  <a:pt x="132404" y="11647"/>
                </a:lnTo>
                <a:lnTo>
                  <a:pt x="132149" y="10881"/>
                </a:lnTo>
                <a:lnTo>
                  <a:pt x="131791" y="10064"/>
                </a:lnTo>
                <a:lnTo>
                  <a:pt x="131433" y="9246"/>
                </a:lnTo>
                <a:lnTo>
                  <a:pt x="131076" y="8531"/>
                </a:lnTo>
                <a:lnTo>
                  <a:pt x="130667" y="7867"/>
                </a:lnTo>
                <a:lnTo>
                  <a:pt x="130259" y="7203"/>
                </a:lnTo>
                <a:lnTo>
                  <a:pt x="129799" y="6641"/>
                </a:lnTo>
                <a:lnTo>
                  <a:pt x="129390" y="6079"/>
                </a:lnTo>
                <a:lnTo>
                  <a:pt x="128930" y="5620"/>
                </a:lnTo>
                <a:lnTo>
                  <a:pt x="128471" y="5160"/>
                </a:lnTo>
                <a:lnTo>
                  <a:pt x="127960" y="4802"/>
                </a:lnTo>
                <a:lnTo>
                  <a:pt x="127500" y="4445"/>
                </a:lnTo>
                <a:lnTo>
                  <a:pt x="126989" y="4189"/>
                </a:lnTo>
                <a:lnTo>
                  <a:pt x="126479" y="3934"/>
                </a:lnTo>
                <a:lnTo>
                  <a:pt x="125968" y="3781"/>
                </a:lnTo>
                <a:lnTo>
                  <a:pt x="125457" y="3627"/>
                </a:lnTo>
                <a:lnTo>
                  <a:pt x="124946" y="3576"/>
                </a:lnTo>
                <a:lnTo>
                  <a:pt x="124435" y="3525"/>
                </a:lnTo>
                <a:close/>
                <a:moveTo>
                  <a:pt x="86890" y="7663"/>
                </a:moveTo>
                <a:lnTo>
                  <a:pt x="87401" y="7714"/>
                </a:lnTo>
                <a:lnTo>
                  <a:pt x="87657" y="7765"/>
                </a:lnTo>
                <a:lnTo>
                  <a:pt x="87912" y="7867"/>
                </a:lnTo>
                <a:lnTo>
                  <a:pt x="88423" y="8225"/>
                </a:lnTo>
                <a:lnTo>
                  <a:pt x="88985" y="8684"/>
                </a:lnTo>
                <a:lnTo>
                  <a:pt x="89547" y="9348"/>
                </a:lnTo>
                <a:lnTo>
                  <a:pt x="90109" y="10166"/>
                </a:lnTo>
                <a:lnTo>
                  <a:pt x="90670" y="11187"/>
                </a:lnTo>
                <a:lnTo>
                  <a:pt x="91283" y="12413"/>
                </a:lnTo>
                <a:lnTo>
                  <a:pt x="91794" y="13690"/>
                </a:lnTo>
                <a:lnTo>
                  <a:pt x="92101" y="14814"/>
                </a:lnTo>
                <a:lnTo>
                  <a:pt x="92305" y="15683"/>
                </a:lnTo>
                <a:lnTo>
                  <a:pt x="92305" y="16040"/>
                </a:lnTo>
                <a:lnTo>
                  <a:pt x="92305" y="16398"/>
                </a:lnTo>
                <a:lnTo>
                  <a:pt x="92305" y="16653"/>
                </a:lnTo>
                <a:lnTo>
                  <a:pt x="92203" y="16909"/>
                </a:lnTo>
                <a:lnTo>
                  <a:pt x="92101" y="17113"/>
                </a:lnTo>
                <a:lnTo>
                  <a:pt x="91947" y="17266"/>
                </a:lnTo>
                <a:lnTo>
                  <a:pt x="91794" y="17419"/>
                </a:lnTo>
                <a:lnTo>
                  <a:pt x="91590" y="17470"/>
                </a:lnTo>
                <a:lnTo>
                  <a:pt x="91386" y="17573"/>
                </a:lnTo>
                <a:lnTo>
                  <a:pt x="90773" y="17573"/>
                </a:lnTo>
                <a:lnTo>
                  <a:pt x="90517" y="17522"/>
                </a:lnTo>
                <a:lnTo>
                  <a:pt x="90262" y="17470"/>
                </a:lnTo>
                <a:lnTo>
                  <a:pt x="90006" y="17317"/>
                </a:lnTo>
                <a:lnTo>
                  <a:pt x="89444" y="17011"/>
                </a:lnTo>
                <a:lnTo>
                  <a:pt x="88934" y="16500"/>
                </a:lnTo>
                <a:lnTo>
                  <a:pt x="88372" y="15836"/>
                </a:lnTo>
                <a:lnTo>
                  <a:pt x="87810" y="14967"/>
                </a:lnTo>
                <a:lnTo>
                  <a:pt x="87197" y="13946"/>
                </a:lnTo>
                <a:lnTo>
                  <a:pt x="86635" y="12669"/>
                </a:lnTo>
                <a:lnTo>
                  <a:pt x="86073" y="11392"/>
                </a:lnTo>
                <a:lnTo>
                  <a:pt x="85767" y="10370"/>
                </a:lnTo>
                <a:lnTo>
                  <a:pt x="85613" y="9502"/>
                </a:lnTo>
                <a:lnTo>
                  <a:pt x="85562" y="9144"/>
                </a:lnTo>
                <a:lnTo>
                  <a:pt x="85562" y="8787"/>
                </a:lnTo>
                <a:lnTo>
                  <a:pt x="85613" y="8531"/>
                </a:lnTo>
                <a:lnTo>
                  <a:pt x="85716" y="8327"/>
                </a:lnTo>
                <a:lnTo>
                  <a:pt x="85818" y="8123"/>
                </a:lnTo>
                <a:lnTo>
                  <a:pt x="85971" y="7969"/>
                </a:lnTo>
                <a:lnTo>
                  <a:pt x="86124" y="7816"/>
                </a:lnTo>
                <a:lnTo>
                  <a:pt x="86329" y="7714"/>
                </a:lnTo>
                <a:lnTo>
                  <a:pt x="86533" y="7663"/>
                </a:lnTo>
                <a:close/>
                <a:moveTo>
                  <a:pt x="112840" y="4189"/>
                </a:moveTo>
                <a:lnTo>
                  <a:pt x="112329" y="4240"/>
                </a:lnTo>
                <a:lnTo>
                  <a:pt x="111869" y="4394"/>
                </a:lnTo>
                <a:lnTo>
                  <a:pt x="111461" y="4547"/>
                </a:lnTo>
                <a:lnTo>
                  <a:pt x="111103" y="4751"/>
                </a:lnTo>
                <a:lnTo>
                  <a:pt x="110745" y="5007"/>
                </a:lnTo>
                <a:lnTo>
                  <a:pt x="110490" y="5313"/>
                </a:lnTo>
                <a:lnTo>
                  <a:pt x="110286" y="5722"/>
                </a:lnTo>
                <a:lnTo>
                  <a:pt x="110132" y="6130"/>
                </a:lnTo>
                <a:lnTo>
                  <a:pt x="110081" y="6590"/>
                </a:lnTo>
                <a:lnTo>
                  <a:pt x="110030" y="7101"/>
                </a:lnTo>
                <a:lnTo>
                  <a:pt x="110081" y="7714"/>
                </a:lnTo>
                <a:lnTo>
                  <a:pt x="110132" y="8327"/>
                </a:lnTo>
                <a:lnTo>
                  <a:pt x="110286" y="8991"/>
                </a:lnTo>
                <a:lnTo>
                  <a:pt x="110490" y="9706"/>
                </a:lnTo>
                <a:lnTo>
                  <a:pt x="110745" y="10472"/>
                </a:lnTo>
                <a:lnTo>
                  <a:pt x="111103" y="11239"/>
                </a:lnTo>
                <a:lnTo>
                  <a:pt x="111461" y="12056"/>
                </a:lnTo>
                <a:lnTo>
                  <a:pt x="111869" y="12771"/>
                </a:lnTo>
                <a:lnTo>
                  <a:pt x="112227" y="13486"/>
                </a:lnTo>
                <a:lnTo>
                  <a:pt x="112687" y="14099"/>
                </a:lnTo>
                <a:lnTo>
                  <a:pt x="113095" y="14712"/>
                </a:lnTo>
                <a:lnTo>
                  <a:pt x="113555" y="15274"/>
                </a:lnTo>
                <a:lnTo>
                  <a:pt x="114015" y="15734"/>
                </a:lnTo>
                <a:lnTo>
                  <a:pt x="114474" y="16193"/>
                </a:lnTo>
                <a:lnTo>
                  <a:pt x="114985" y="16602"/>
                </a:lnTo>
                <a:lnTo>
                  <a:pt x="115496" y="16909"/>
                </a:lnTo>
                <a:lnTo>
                  <a:pt x="115956" y="17215"/>
                </a:lnTo>
                <a:lnTo>
                  <a:pt x="116467" y="17470"/>
                </a:lnTo>
                <a:lnTo>
                  <a:pt x="116977" y="17675"/>
                </a:lnTo>
                <a:lnTo>
                  <a:pt x="117539" y="17777"/>
                </a:lnTo>
                <a:lnTo>
                  <a:pt x="118050" y="17879"/>
                </a:lnTo>
                <a:lnTo>
                  <a:pt x="118867" y="17879"/>
                </a:lnTo>
                <a:lnTo>
                  <a:pt x="119378" y="17828"/>
                </a:lnTo>
                <a:lnTo>
                  <a:pt x="119838" y="17726"/>
                </a:lnTo>
                <a:lnTo>
                  <a:pt x="120247" y="17522"/>
                </a:lnTo>
                <a:lnTo>
                  <a:pt x="120604" y="17317"/>
                </a:lnTo>
                <a:lnTo>
                  <a:pt x="120911" y="17062"/>
                </a:lnTo>
                <a:lnTo>
                  <a:pt x="121166" y="16704"/>
                </a:lnTo>
                <a:lnTo>
                  <a:pt x="121370" y="16347"/>
                </a:lnTo>
                <a:lnTo>
                  <a:pt x="121524" y="15887"/>
                </a:lnTo>
                <a:lnTo>
                  <a:pt x="121626" y="15427"/>
                </a:lnTo>
                <a:lnTo>
                  <a:pt x="121677" y="14916"/>
                </a:lnTo>
                <a:lnTo>
                  <a:pt x="121626" y="14303"/>
                </a:lnTo>
                <a:lnTo>
                  <a:pt x="121524" y="13690"/>
                </a:lnTo>
                <a:lnTo>
                  <a:pt x="121370" y="13026"/>
                </a:lnTo>
                <a:lnTo>
                  <a:pt x="121166" y="12311"/>
                </a:lnTo>
                <a:lnTo>
                  <a:pt x="120911" y="11494"/>
                </a:lnTo>
                <a:lnTo>
                  <a:pt x="120553" y="10728"/>
                </a:lnTo>
                <a:lnTo>
                  <a:pt x="120196" y="9910"/>
                </a:lnTo>
                <a:lnTo>
                  <a:pt x="119838" y="9195"/>
                </a:lnTo>
                <a:lnTo>
                  <a:pt x="119429" y="8531"/>
                </a:lnTo>
                <a:lnTo>
                  <a:pt x="119021" y="7867"/>
                </a:lnTo>
                <a:lnTo>
                  <a:pt x="118561" y="7305"/>
                </a:lnTo>
                <a:lnTo>
                  <a:pt x="118152" y="6743"/>
                </a:lnTo>
                <a:lnTo>
                  <a:pt x="117693" y="6284"/>
                </a:lnTo>
                <a:lnTo>
                  <a:pt x="117182" y="5824"/>
                </a:lnTo>
                <a:lnTo>
                  <a:pt x="116722" y="5466"/>
                </a:lnTo>
                <a:lnTo>
                  <a:pt x="116211" y="5109"/>
                </a:lnTo>
                <a:lnTo>
                  <a:pt x="115751" y="4853"/>
                </a:lnTo>
                <a:lnTo>
                  <a:pt x="115241" y="4598"/>
                </a:lnTo>
                <a:lnTo>
                  <a:pt x="114730" y="4445"/>
                </a:lnTo>
                <a:lnTo>
                  <a:pt x="114219" y="4291"/>
                </a:lnTo>
                <a:lnTo>
                  <a:pt x="113657" y="4240"/>
                </a:lnTo>
                <a:lnTo>
                  <a:pt x="113146" y="4189"/>
                </a:lnTo>
                <a:close/>
                <a:moveTo>
                  <a:pt x="75652" y="8327"/>
                </a:moveTo>
                <a:lnTo>
                  <a:pt x="76163" y="8378"/>
                </a:lnTo>
                <a:lnTo>
                  <a:pt x="76674" y="8531"/>
                </a:lnTo>
                <a:lnTo>
                  <a:pt x="77185" y="8889"/>
                </a:lnTo>
                <a:lnTo>
                  <a:pt x="77747" y="9348"/>
                </a:lnTo>
                <a:lnTo>
                  <a:pt x="78258" y="10013"/>
                </a:lnTo>
                <a:lnTo>
                  <a:pt x="78820" y="10830"/>
                </a:lnTo>
                <a:lnTo>
                  <a:pt x="79432" y="11851"/>
                </a:lnTo>
                <a:lnTo>
                  <a:pt x="79994" y="13077"/>
                </a:lnTo>
                <a:lnTo>
                  <a:pt x="80505" y="14354"/>
                </a:lnTo>
                <a:lnTo>
                  <a:pt x="80863" y="15427"/>
                </a:lnTo>
                <a:lnTo>
                  <a:pt x="81067" y="16347"/>
                </a:lnTo>
                <a:lnTo>
                  <a:pt x="81067" y="16704"/>
                </a:lnTo>
                <a:lnTo>
                  <a:pt x="81067" y="17011"/>
                </a:lnTo>
                <a:lnTo>
                  <a:pt x="81016" y="17317"/>
                </a:lnTo>
                <a:lnTo>
                  <a:pt x="80965" y="17573"/>
                </a:lnTo>
                <a:lnTo>
                  <a:pt x="80863" y="17777"/>
                </a:lnTo>
                <a:lnTo>
                  <a:pt x="80710" y="17930"/>
                </a:lnTo>
                <a:lnTo>
                  <a:pt x="80556" y="18083"/>
                </a:lnTo>
                <a:lnTo>
                  <a:pt x="80352" y="18134"/>
                </a:lnTo>
                <a:lnTo>
                  <a:pt x="80148" y="18237"/>
                </a:lnTo>
                <a:lnTo>
                  <a:pt x="79535" y="18237"/>
                </a:lnTo>
                <a:lnTo>
                  <a:pt x="79279" y="18186"/>
                </a:lnTo>
                <a:lnTo>
                  <a:pt x="79024" y="18083"/>
                </a:lnTo>
                <a:lnTo>
                  <a:pt x="78768" y="17981"/>
                </a:lnTo>
                <a:lnTo>
                  <a:pt x="78207" y="17675"/>
                </a:lnTo>
                <a:lnTo>
                  <a:pt x="77645" y="17164"/>
                </a:lnTo>
                <a:lnTo>
                  <a:pt x="77083" y="16500"/>
                </a:lnTo>
                <a:lnTo>
                  <a:pt x="76521" y="15631"/>
                </a:lnTo>
                <a:lnTo>
                  <a:pt x="75959" y="14610"/>
                </a:lnTo>
                <a:lnTo>
                  <a:pt x="75346" y="13333"/>
                </a:lnTo>
                <a:lnTo>
                  <a:pt x="74835" y="12056"/>
                </a:lnTo>
                <a:lnTo>
                  <a:pt x="74529" y="10983"/>
                </a:lnTo>
                <a:lnTo>
                  <a:pt x="74375" y="10574"/>
                </a:lnTo>
                <a:lnTo>
                  <a:pt x="74324" y="10166"/>
                </a:lnTo>
                <a:lnTo>
                  <a:pt x="74324" y="9808"/>
                </a:lnTo>
                <a:lnTo>
                  <a:pt x="74324" y="9451"/>
                </a:lnTo>
                <a:lnTo>
                  <a:pt x="74375" y="9195"/>
                </a:lnTo>
                <a:lnTo>
                  <a:pt x="74427" y="8940"/>
                </a:lnTo>
                <a:lnTo>
                  <a:pt x="74580" y="8787"/>
                </a:lnTo>
                <a:lnTo>
                  <a:pt x="74682" y="8633"/>
                </a:lnTo>
                <a:lnTo>
                  <a:pt x="74886" y="8480"/>
                </a:lnTo>
                <a:lnTo>
                  <a:pt x="75091" y="8378"/>
                </a:lnTo>
                <a:lnTo>
                  <a:pt x="75295" y="8327"/>
                </a:lnTo>
                <a:close/>
                <a:moveTo>
                  <a:pt x="101602" y="4853"/>
                </a:moveTo>
                <a:lnTo>
                  <a:pt x="101091" y="4904"/>
                </a:lnTo>
                <a:lnTo>
                  <a:pt x="100631" y="5007"/>
                </a:lnTo>
                <a:lnTo>
                  <a:pt x="100172" y="5211"/>
                </a:lnTo>
                <a:lnTo>
                  <a:pt x="99814" y="5415"/>
                </a:lnTo>
                <a:lnTo>
                  <a:pt x="99508" y="5671"/>
                </a:lnTo>
                <a:lnTo>
                  <a:pt x="99252" y="5977"/>
                </a:lnTo>
                <a:lnTo>
                  <a:pt x="99048" y="6386"/>
                </a:lnTo>
                <a:lnTo>
                  <a:pt x="98895" y="6794"/>
                </a:lnTo>
                <a:lnTo>
                  <a:pt x="98792" y="7254"/>
                </a:lnTo>
                <a:lnTo>
                  <a:pt x="98792" y="7765"/>
                </a:lnTo>
                <a:lnTo>
                  <a:pt x="98792" y="8327"/>
                </a:lnTo>
                <a:lnTo>
                  <a:pt x="98895" y="8991"/>
                </a:lnTo>
                <a:lnTo>
                  <a:pt x="99048" y="9655"/>
                </a:lnTo>
                <a:lnTo>
                  <a:pt x="99252" y="10370"/>
                </a:lnTo>
                <a:lnTo>
                  <a:pt x="99508" y="11085"/>
                </a:lnTo>
                <a:lnTo>
                  <a:pt x="99814" y="11903"/>
                </a:lnTo>
                <a:lnTo>
                  <a:pt x="100223" y="12720"/>
                </a:lnTo>
                <a:lnTo>
                  <a:pt x="100580" y="13435"/>
                </a:lnTo>
                <a:lnTo>
                  <a:pt x="100989" y="14150"/>
                </a:lnTo>
                <a:lnTo>
                  <a:pt x="101398" y="14763"/>
                </a:lnTo>
                <a:lnTo>
                  <a:pt x="101857" y="15376"/>
                </a:lnTo>
                <a:lnTo>
                  <a:pt x="102317" y="15938"/>
                </a:lnTo>
                <a:lnTo>
                  <a:pt x="102777" y="16398"/>
                </a:lnTo>
                <a:lnTo>
                  <a:pt x="103236" y="16857"/>
                </a:lnTo>
                <a:lnTo>
                  <a:pt x="103696" y="17266"/>
                </a:lnTo>
                <a:lnTo>
                  <a:pt x="104207" y="17573"/>
                </a:lnTo>
                <a:lnTo>
                  <a:pt x="104718" y="17879"/>
                </a:lnTo>
                <a:lnTo>
                  <a:pt x="105229" y="18134"/>
                </a:lnTo>
                <a:lnTo>
                  <a:pt x="105739" y="18288"/>
                </a:lnTo>
                <a:lnTo>
                  <a:pt x="106250" y="18441"/>
                </a:lnTo>
                <a:lnTo>
                  <a:pt x="106812" y="18543"/>
                </a:lnTo>
                <a:lnTo>
                  <a:pt x="107629" y="18543"/>
                </a:lnTo>
                <a:lnTo>
                  <a:pt x="108140" y="18492"/>
                </a:lnTo>
                <a:lnTo>
                  <a:pt x="108600" y="18390"/>
                </a:lnTo>
                <a:lnTo>
                  <a:pt x="109009" y="18186"/>
                </a:lnTo>
                <a:lnTo>
                  <a:pt x="109366" y="17981"/>
                </a:lnTo>
                <a:lnTo>
                  <a:pt x="109673" y="17726"/>
                </a:lnTo>
                <a:lnTo>
                  <a:pt x="109928" y="17368"/>
                </a:lnTo>
                <a:lnTo>
                  <a:pt x="110132" y="17011"/>
                </a:lnTo>
                <a:lnTo>
                  <a:pt x="110286" y="16551"/>
                </a:lnTo>
                <a:lnTo>
                  <a:pt x="110388" y="16091"/>
                </a:lnTo>
                <a:lnTo>
                  <a:pt x="110388" y="15529"/>
                </a:lnTo>
                <a:lnTo>
                  <a:pt x="110388" y="14967"/>
                </a:lnTo>
                <a:lnTo>
                  <a:pt x="110286" y="14354"/>
                </a:lnTo>
                <a:lnTo>
                  <a:pt x="110132" y="13690"/>
                </a:lnTo>
                <a:lnTo>
                  <a:pt x="109928" y="12924"/>
                </a:lnTo>
                <a:lnTo>
                  <a:pt x="109673" y="12158"/>
                </a:lnTo>
                <a:lnTo>
                  <a:pt x="109315" y="11341"/>
                </a:lnTo>
                <a:lnTo>
                  <a:pt x="108958" y="10574"/>
                </a:lnTo>
                <a:lnTo>
                  <a:pt x="108549" y="9859"/>
                </a:lnTo>
                <a:lnTo>
                  <a:pt x="108191" y="9195"/>
                </a:lnTo>
                <a:lnTo>
                  <a:pt x="107732" y="8531"/>
                </a:lnTo>
                <a:lnTo>
                  <a:pt x="107323" y="7969"/>
                </a:lnTo>
                <a:lnTo>
                  <a:pt x="106863" y="7407"/>
                </a:lnTo>
                <a:lnTo>
                  <a:pt x="106404" y="6948"/>
                </a:lnTo>
                <a:lnTo>
                  <a:pt x="105944" y="6488"/>
                </a:lnTo>
                <a:lnTo>
                  <a:pt x="105484" y="6130"/>
                </a:lnTo>
                <a:lnTo>
                  <a:pt x="104973" y="5773"/>
                </a:lnTo>
                <a:lnTo>
                  <a:pt x="104462" y="5517"/>
                </a:lnTo>
                <a:lnTo>
                  <a:pt x="104003" y="5262"/>
                </a:lnTo>
                <a:lnTo>
                  <a:pt x="103492" y="5109"/>
                </a:lnTo>
                <a:lnTo>
                  <a:pt x="102930" y="4955"/>
                </a:lnTo>
                <a:lnTo>
                  <a:pt x="102419" y="4853"/>
                </a:lnTo>
                <a:close/>
                <a:moveTo>
                  <a:pt x="64415" y="8991"/>
                </a:moveTo>
                <a:lnTo>
                  <a:pt x="64925" y="9042"/>
                </a:lnTo>
                <a:lnTo>
                  <a:pt x="65181" y="9093"/>
                </a:lnTo>
                <a:lnTo>
                  <a:pt x="65436" y="9195"/>
                </a:lnTo>
                <a:lnTo>
                  <a:pt x="65947" y="9553"/>
                </a:lnTo>
                <a:lnTo>
                  <a:pt x="66509" y="10013"/>
                </a:lnTo>
                <a:lnTo>
                  <a:pt x="67020" y="10626"/>
                </a:lnTo>
                <a:lnTo>
                  <a:pt x="67582" y="11494"/>
                </a:lnTo>
                <a:lnTo>
                  <a:pt x="68195" y="12516"/>
                </a:lnTo>
                <a:lnTo>
                  <a:pt x="68756" y="13741"/>
                </a:lnTo>
                <a:lnTo>
                  <a:pt x="69267" y="15019"/>
                </a:lnTo>
                <a:lnTo>
                  <a:pt x="69625" y="16091"/>
                </a:lnTo>
                <a:lnTo>
                  <a:pt x="69778" y="17011"/>
                </a:lnTo>
                <a:lnTo>
                  <a:pt x="69829" y="17368"/>
                </a:lnTo>
                <a:lnTo>
                  <a:pt x="69829" y="17675"/>
                </a:lnTo>
                <a:lnTo>
                  <a:pt x="69778" y="17981"/>
                </a:lnTo>
                <a:lnTo>
                  <a:pt x="69727" y="18237"/>
                </a:lnTo>
                <a:lnTo>
                  <a:pt x="69574" y="18441"/>
                </a:lnTo>
                <a:lnTo>
                  <a:pt x="69472" y="18594"/>
                </a:lnTo>
                <a:lnTo>
                  <a:pt x="69318" y="18696"/>
                </a:lnTo>
                <a:lnTo>
                  <a:pt x="69114" y="18799"/>
                </a:lnTo>
                <a:lnTo>
                  <a:pt x="68859" y="18901"/>
                </a:lnTo>
                <a:lnTo>
                  <a:pt x="68297" y="18901"/>
                </a:lnTo>
                <a:lnTo>
                  <a:pt x="68041" y="18850"/>
                </a:lnTo>
                <a:lnTo>
                  <a:pt x="67786" y="18747"/>
                </a:lnTo>
                <a:lnTo>
                  <a:pt x="67479" y="18645"/>
                </a:lnTo>
                <a:lnTo>
                  <a:pt x="66969" y="18339"/>
                </a:lnTo>
                <a:lnTo>
                  <a:pt x="66407" y="17828"/>
                </a:lnTo>
                <a:lnTo>
                  <a:pt x="65845" y="17164"/>
                </a:lnTo>
                <a:lnTo>
                  <a:pt x="65283" y="16296"/>
                </a:lnTo>
                <a:lnTo>
                  <a:pt x="64721" y="15274"/>
                </a:lnTo>
                <a:lnTo>
                  <a:pt x="64108" y="13997"/>
                </a:lnTo>
                <a:lnTo>
                  <a:pt x="63597" y="12720"/>
                </a:lnTo>
                <a:lnTo>
                  <a:pt x="63240" y="11647"/>
                </a:lnTo>
                <a:lnTo>
                  <a:pt x="63086" y="10779"/>
                </a:lnTo>
                <a:lnTo>
                  <a:pt x="63086" y="10421"/>
                </a:lnTo>
                <a:lnTo>
                  <a:pt x="63086" y="10115"/>
                </a:lnTo>
                <a:lnTo>
                  <a:pt x="63137" y="9859"/>
                </a:lnTo>
                <a:lnTo>
                  <a:pt x="63189" y="9604"/>
                </a:lnTo>
                <a:lnTo>
                  <a:pt x="63291" y="9451"/>
                </a:lnTo>
                <a:lnTo>
                  <a:pt x="63444" y="9246"/>
                </a:lnTo>
                <a:lnTo>
                  <a:pt x="63648" y="9144"/>
                </a:lnTo>
                <a:lnTo>
                  <a:pt x="63802" y="9042"/>
                </a:lnTo>
                <a:lnTo>
                  <a:pt x="64057" y="8991"/>
                </a:lnTo>
                <a:close/>
                <a:moveTo>
                  <a:pt x="85971" y="5773"/>
                </a:moveTo>
                <a:lnTo>
                  <a:pt x="85409" y="5824"/>
                </a:lnTo>
                <a:lnTo>
                  <a:pt x="84949" y="5926"/>
                </a:lnTo>
                <a:lnTo>
                  <a:pt x="84541" y="6130"/>
                </a:lnTo>
                <a:lnTo>
                  <a:pt x="84183" y="6335"/>
                </a:lnTo>
                <a:lnTo>
                  <a:pt x="83877" y="6590"/>
                </a:lnTo>
                <a:lnTo>
                  <a:pt x="83621" y="6897"/>
                </a:lnTo>
                <a:lnTo>
                  <a:pt x="83417" y="7305"/>
                </a:lnTo>
                <a:lnTo>
                  <a:pt x="83264" y="7714"/>
                </a:lnTo>
                <a:lnTo>
                  <a:pt x="83161" y="8174"/>
                </a:lnTo>
                <a:lnTo>
                  <a:pt x="83110" y="8684"/>
                </a:lnTo>
                <a:lnTo>
                  <a:pt x="83161" y="9246"/>
                </a:lnTo>
                <a:lnTo>
                  <a:pt x="83264" y="9859"/>
                </a:lnTo>
                <a:lnTo>
                  <a:pt x="83366" y="10574"/>
                </a:lnTo>
                <a:lnTo>
                  <a:pt x="83621" y="11290"/>
                </a:lnTo>
                <a:lnTo>
                  <a:pt x="83877" y="12005"/>
                </a:lnTo>
                <a:lnTo>
                  <a:pt x="84183" y="12822"/>
                </a:lnTo>
                <a:lnTo>
                  <a:pt x="84541" y="13639"/>
                </a:lnTo>
                <a:lnTo>
                  <a:pt x="84949" y="14354"/>
                </a:lnTo>
                <a:lnTo>
                  <a:pt x="85358" y="15070"/>
                </a:lnTo>
                <a:lnTo>
                  <a:pt x="85767" y="15683"/>
                </a:lnTo>
                <a:lnTo>
                  <a:pt x="86226" y="16296"/>
                </a:lnTo>
                <a:lnTo>
                  <a:pt x="86635" y="16806"/>
                </a:lnTo>
                <a:lnTo>
                  <a:pt x="87146" y="17317"/>
                </a:lnTo>
                <a:lnTo>
                  <a:pt x="87606" y="17777"/>
                </a:lnTo>
                <a:lnTo>
                  <a:pt x="88065" y="18186"/>
                </a:lnTo>
                <a:lnTo>
                  <a:pt x="88576" y="18492"/>
                </a:lnTo>
                <a:lnTo>
                  <a:pt x="89087" y="18799"/>
                </a:lnTo>
                <a:lnTo>
                  <a:pt x="89598" y="19054"/>
                </a:lnTo>
                <a:lnTo>
                  <a:pt x="90109" y="19207"/>
                </a:lnTo>
                <a:lnTo>
                  <a:pt x="90619" y="19360"/>
                </a:lnTo>
                <a:lnTo>
                  <a:pt x="91130" y="19463"/>
                </a:lnTo>
                <a:lnTo>
                  <a:pt x="91947" y="19463"/>
                </a:lnTo>
                <a:lnTo>
                  <a:pt x="92458" y="19412"/>
                </a:lnTo>
                <a:lnTo>
                  <a:pt x="92969" y="19309"/>
                </a:lnTo>
                <a:lnTo>
                  <a:pt x="93378" y="19105"/>
                </a:lnTo>
                <a:lnTo>
                  <a:pt x="93735" y="18901"/>
                </a:lnTo>
                <a:lnTo>
                  <a:pt x="94042" y="18594"/>
                </a:lnTo>
                <a:lnTo>
                  <a:pt x="94297" y="18288"/>
                </a:lnTo>
                <a:lnTo>
                  <a:pt x="94502" y="17930"/>
                </a:lnTo>
                <a:lnTo>
                  <a:pt x="94655" y="17470"/>
                </a:lnTo>
                <a:lnTo>
                  <a:pt x="94706" y="17011"/>
                </a:lnTo>
                <a:lnTo>
                  <a:pt x="94757" y="16449"/>
                </a:lnTo>
                <a:lnTo>
                  <a:pt x="94757" y="15887"/>
                </a:lnTo>
                <a:lnTo>
                  <a:pt x="94655" y="15274"/>
                </a:lnTo>
                <a:lnTo>
                  <a:pt x="94502" y="14610"/>
                </a:lnTo>
                <a:lnTo>
                  <a:pt x="94297" y="13844"/>
                </a:lnTo>
                <a:lnTo>
                  <a:pt x="93991" y="13077"/>
                </a:lnTo>
                <a:lnTo>
                  <a:pt x="93684" y="12260"/>
                </a:lnTo>
                <a:lnTo>
                  <a:pt x="93327" y="11494"/>
                </a:lnTo>
                <a:lnTo>
                  <a:pt x="92918" y="10779"/>
                </a:lnTo>
                <a:lnTo>
                  <a:pt x="92509" y="10115"/>
                </a:lnTo>
                <a:lnTo>
                  <a:pt x="92101" y="9451"/>
                </a:lnTo>
                <a:lnTo>
                  <a:pt x="91692" y="8889"/>
                </a:lnTo>
                <a:lnTo>
                  <a:pt x="91232" y="8327"/>
                </a:lnTo>
                <a:lnTo>
                  <a:pt x="90773" y="7867"/>
                </a:lnTo>
                <a:lnTo>
                  <a:pt x="90313" y="7407"/>
                </a:lnTo>
                <a:lnTo>
                  <a:pt x="89853" y="7050"/>
                </a:lnTo>
                <a:lnTo>
                  <a:pt x="89342" y="6692"/>
                </a:lnTo>
                <a:lnTo>
                  <a:pt x="88831" y="6437"/>
                </a:lnTo>
                <a:lnTo>
                  <a:pt x="88321" y="6181"/>
                </a:lnTo>
                <a:lnTo>
                  <a:pt x="87810" y="6028"/>
                </a:lnTo>
                <a:lnTo>
                  <a:pt x="87299" y="5875"/>
                </a:lnTo>
                <a:lnTo>
                  <a:pt x="86788" y="5773"/>
                </a:lnTo>
                <a:close/>
                <a:moveTo>
                  <a:pt x="53177" y="9604"/>
                </a:moveTo>
                <a:lnTo>
                  <a:pt x="53636" y="9706"/>
                </a:lnTo>
                <a:lnTo>
                  <a:pt x="54147" y="9859"/>
                </a:lnTo>
                <a:lnTo>
                  <a:pt x="54709" y="10166"/>
                </a:lnTo>
                <a:lnTo>
                  <a:pt x="55220" y="10677"/>
                </a:lnTo>
                <a:lnTo>
                  <a:pt x="55782" y="11290"/>
                </a:lnTo>
                <a:lnTo>
                  <a:pt x="56344" y="12158"/>
                </a:lnTo>
                <a:lnTo>
                  <a:pt x="56906" y="13180"/>
                </a:lnTo>
                <a:lnTo>
                  <a:pt x="57519" y="14406"/>
                </a:lnTo>
                <a:lnTo>
                  <a:pt x="58029" y="15683"/>
                </a:lnTo>
                <a:lnTo>
                  <a:pt x="58387" y="16755"/>
                </a:lnTo>
                <a:lnTo>
                  <a:pt x="58540" y="17675"/>
                </a:lnTo>
                <a:lnTo>
                  <a:pt x="58591" y="18032"/>
                </a:lnTo>
                <a:lnTo>
                  <a:pt x="58591" y="18339"/>
                </a:lnTo>
                <a:lnTo>
                  <a:pt x="58540" y="18645"/>
                </a:lnTo>
                <a:lnTo>
                  <a:pt x="58438" y="18901"/>
                </a:lnTo>
                <a:lnTo>
                  <a:pt x="58336" y="19105"/>
                </a:lnTo>
                <a:lnTo>
                  <a:pt x="58234" y="19258"/>
                </a:lnTo>
                <a:lnTo>
                  <a:pt x="58029" y="19360"/>
                </a:lnTo>
                <a:lnTo>
                  <a:pt x="57876" y="19463"/>
                </a:lnTo>
                <a:lnTo>
                  <a:pt x="57621" y="19514"/>
                </a:lnTo>
                <a:lnTo>
                  <a:pt x="57416" y="19565"/>
                </a:lnTo>
                <a:lnTo>
                  <a:pt x="57008" y="19565"/>
                </a:lnTo>
                <a:lnTo>
                  <a:pt x="56752" y="19514"/>
                </a:lnTo>
                <a:lnTo>
                  <a:pt x="56497" y="19412"/>
                </a:lnTo>
                <a:lnTo>
                  <a:pt x="56241" y="19309"/>
                </a:lnTo>
                <a:lnTo>
                  <a:pt x="55731" y="18952"/>
                </a:lnTo>
                <a:lnTo>
                  <a:pt x="55169" y="18492"/>
                </a:lnTo>
                <a:lnTo>
                  <a:pt x="54607" y="17828"/>
                </a:lnTo>
                <a:lnTo>
                  <a:pt x="54045" y="16960"/>
                </a:lnTo>
                <a:lnTo>
                  <a:pt x="53432" y="15938"/>
                </a:lnTo>
                <a:lnTo>
                  <a:pt x="52870" y="14661"/>
                </a:lnTo>
                <a:lnTo>
                  <a:pt x="52359" y="13384"/>
                </a:lnTo>
                <a:lnTo>
                  <a:pt x="52002" y="12311"/>
                </a:lnTo>
                <a:lnTo>
                  <a:pt x="51900" y="11851"/>
                </a:lnTo>
                <a:lnTo>
                  <a:pt x="51848" y="11443"/>
                </a:lnTo>
                <a:lnTo>
                  <a:pt x="51797" y="11085"/>
                </a:lnTo>
                <a:lnTo>
                  <a:pt x="51848" y="10779"/>
                </a:lnTo>
                <a:lnTo>
                  <a:pt x="51848" y="10523"/>
                </a:lnTo>
                <a:lnTo>
                  <a:pt x="51951" y="10268"/>
                </a:lnTo>
                <a:lnTo>
                  <a:pt x="52053" y="10064"/>
                </a:lnTo>
                <a:lnTo>
                  <a:pt x="52206" y="9910"/>
                </a:lnTo>
                <a:lnTo>
                  <a:pt x="52359" y="9808"/>
                </a:lnTo>
                <a:lnTo>
                  <a:pt x="52564" y="9706"/>
                </a:lnTo>
                <a:lnTo>
                  <a:pt x="52768" y="9655"/>
                </a:lnTo>
                <a:lnTo>
                  <a:pt x="53023" y="9655"/>
                </a:lnTo>
                <a:lnTo>
                  <a:pt x="53177" y="9604"/>
                </a:lnTo>
                <a:close/>
                <a:moveTo>
                  <a:pt x="74733" y="6437"/>
                </a:moveTo>
                <a:lnTo>
                  <a:pt x="74171" y="6488"/>
                </a:lnTo>
                <a:lnTo>
                  <a:pt x="73711" y="6590"/>
                </a:lnTo>
                <a:lnTo>
                  <a:pt x="73303" y="6794"/>
                </a:lnTo>
                <a:lnTo>
                  <a:pt x="72945" y="6999"/>
                </a:lnTo>
                <a:lnTo>
                  <a:pt x="72639" y="7254"/>
                </a:lnTo>
                <a:lnTo>
                  <a:pt x="72383" y="7561"/>
                </a:lnTo>
                <a:lnTo>
                  <a:pt x="72179" y="7969"/>
                </a:lnTo>
                <a:lnTo>
                  <a:pt x="72026" y="8378"/>
                </a:lnTo>
                <a:lnTo>
                  <a:pt x="71924" y="8838"/>
                </a:lnTo>
                <a:lnTo>
                  <a:pt x="71872" y="9348"/>
                </a:lnTo>
                <a:lnTo>
                  <a:pt x="71924" y="9910"/>
                </a:lnTo>
                <a:lnTo>
                  <a:pt x="71975" y="10523"/>
                </a:lnTo>
                <a:lnTo>
                  <a:pt x="72128" y="11187"/>
                </a:lnTo>
                <a:lnTo>
                  <a:pt x="72332" y="11903"/>
                </a:lnTo>
                <a:lnTo>
                  <a:pt x="72588" y="12669"/>
                </a:lnTo>
                <a:lnTo>
                  <a:pt x="72945" y="13486"/>
                </a:lnTo>
                <a:lnTo>
                  <a:pt x="73303" y="14303"/>
                </a:lnTo>
                <a:lnTo>
                  <a:pt x="73711" y="15019"/>
                </a:lnTo>
                <a:lnTo>
                  <a:pt x="74120" y="15734"/>
                </a:lnTo>
                <a:lnTo>
                  <a:pt x="74529" y="16347"/>
                </a:lnTo>
                <a:lnTo>
                  <a:pt x="74937" y="16960"/>
                </a:lnTo>
                <a:lnTo>
                  <a:pt x="75397" y="17470"/>
                </a:lnTo>
                <a:lnTo>
                  <a:pt x="75857" y="17981"/>
                </a:lnTo>
                <a:lnTo>
                  <a:pt x="76368" y="18441"/>
                </a:lnTo>
                <a:lnTo>
                  <a:pt x="76827" y="18799"/>
                </a:lnTo>
                <a:lnTo>
                  <a:pt x="77338" y="19156"/>
                </a:lnTo>
                <a:lnTo>
                  <a:pt x="77849" y="19463"/>
                </a:lnTo>
                <a:lnTo>
                  <a:pt x="78360" y="19718"/>
                </a:lnTo>
                <a:lnTo>
                  <a:pt x="78871" y="19871"/>
                </a:lnTo>
                <a:lnTo>
                  <a:pt x="79381" y="20024"/>
                </a:lnTo>
                <a:lnTo>
                  <a:pt x="79892" y="20127"/>
                </a:lnTo>
                <a:lnTo>
                  <a:pt x="80710" y="20127"/>
                </a:lnTo>
                <a:lnTo>
                  <a:pt x="81220" y="20076"/>
                </a:lnTo>
                <a:lnTo>
                  <a:pt x="81680" y="19922"/>
                </a:lnTo>
                <a:lnTo>
                  <a:pt x="82140" y="19769"/>
                </a:lnTo>
                <a:lnTo>
                  <a:pt x="82497" y="19565"/>
                </a:lnTo>
                <a:lnTo>
                  <a:pt x="82804" y="19258"/>
                </a:lnTo>
                <a:lnTo>
                  <a:pt x="83059" y="18952"/>
                </a:lnTo>
                <a:lnTo>
                  <a:pt x="83264" y="18594"/>
                </a:lnTo>
                <a:lnTo>
                  <a:pt x="83366" y="18134"/>
                </a:lnTo>
                <a:lnTo>
                  <a:pt x="83468" y="17675"/>
                </a:lnTo>
                <a:lnTo>
                  <a:pt x="83519" y="17113"/>
                </a:lnTo>
                <a:lnTo>
                  <a:pt x="83468" y="16551"/>
                </a:lnTo>
                <a:lnTo>
                  <a:pt x="83366" y="15938"/>
                </a:lnTo>
                <a:lnTo>
                  <a:pt x="83213" y="15223"/>
                </a:lnTo>
                <a:lnTo>
                  <a:pt x="83008" y="14508"/>
                </a:lnTo>
                <a:lnTo>
                  <a:pt x="82753" y="13741"/>
                </a:lnTo>
                <a:lnTo>
                  <a:pt x="82395" y="12924"/>
                </a:lnTo>
                <a:lnTo>
                  <a:pt x="82038" y="12158"/>
                </a:lnTo>
                <a:lnTo>
                  <a:pt x="81680" y="11443"/>
                </a:lnTo>
                <a:lnTo>
                  <a:pt x="81271" y="10728"/>
                </a:lnTo>
                <a:lnTo>
                  <a:pt x="80863" y="10115"/>
                </a:lnTo>
                <a:lnTo>
                  <a:pt x="80403" y="9553"/>
                </a:lnTo>
                <a:lnTo>
                  <a:pt x="79994" y="8991"/>
                </a:lnTo>
                <a:lnTo>
                  <a:pt x="79535" y="8531"/>
                </a:lnTo>
                <a:lnTo>
                  <a:pt x="79075" y="8071"/>
                </a:lnTo>
                <a:lnTo>
                  <a:pt x="78564" y="7714"/>
                </a:lnTo>
                <a:lnTo>
                  <a:pt x="78104" y="7356"/>
                </a:lnTo>
                <a:lnTo>
                  <a:pt x="77594" y="7101"/>
                </a:lnTo>
                <a:lnTo>
                  <a:pt x="77083" y="6846"/>
                </a:lnTo>
                <a:lnTo>
                  <a:pt x="76572" y="6641"/>
                </a:lnTo>
                <a:lnTo>
                  <a:pt x="76061" y="6539"/>
                </a:lnTo>
                <a:lnTo>
                  <a:pt x="75550" y="6437"/>
                </a:lnTo>
                <a:close/>
                <a:moveTo>
                  <a:pt x="37546" y="10523"/>
                </a:moveTo>
                <a:lnTo>
                  <a:pt x="38005" y="10626"/>
                </a:lnTo>
                <a:lnTo>
                  <a:pt x="38516" y="10779"/>
                </a:lnTo>
                <a:lnTo>
                  <a:pt x="39078" y="11085"/>
                </a:lnTo>
                <a:lnTo>
                  <a:pt x="39589" y="11596"/>
                </a:lnTo>
                <a:lnTo>
                  <a:pt x="40151" y="12209"/>
                </a:lnTo>
                <a:lnTo>
                  <a:pt x="40713" y="13077"/>
                </a:lnTo>
                <a:lnTo>
                  <a:pt x="41275" y="14099"/>
                </a:lnTo>
                <a:lnTo>
                  <a:pt x="41888" y="15325"/>
                </a:lnTo>
                <a:lnTo>
                  <a:pt x="42398" y="16602"/>
                </a:lnTo>
                <a:lnTo>
                  <a:pt x="42705" y="17675"/>
                </a:lnTo>
                <a:lnTo>
                  <a:pt x="42909" y="18594"/>
                </a:lnTo>
                <a:lnTo>
                  <a:pt x="42960" y="18952"/>
                </a:lnTo>
                <a:lnTo>
                  <a:pt x="42909" y="19258"/>
                </a:lnTo>
                <a:lnTo>
                  <a:pt x="42909" y="19565"/>
                </a:lnTo>
                <a:lnTo>
                  <a:pt x="42807" y="19820"/>
                </a:lnTo>
                <a:lnTo>
                  <a:pt x="42705" y="20024"/>
                </a:lnTo>
                <a:lnTo>
                  <a:pt x="42552" y="20178"/>
                </a:lnTo>
                <a:lnTo>
                  <a:pt x="42398" y="20280"/>
                </a:lnTo>
                <a:lnTo>
                  <a:pt x="42194" y="20382"/>
                </a:lnTo>
                <a:lnTo>
                  <a:pt x="41990" y="20433"/>
                </a:lnTo>
                <a:lnTo>
                  <a:pt x="41785" y="20484"/>
                </a:lnTo>
                <a:lnTo>
                  <a:pt x="41377" y="20484"/>
                </a:lnTo>
                <a:lnTo>
                  <a:pt x="41121" y="20433"/>
                </a:lnTo>
                <a:lnTo>
                  <a:pt x="40866" y="20331"/>
                </a:lnTo>
                <a:lnTo>
                  <a:pt x="40611" y="20229"/>
                </a:lnTo>
                <a:lnTo>
                  <a:pt x="40100" y="19871"/>
                </a:lnTo>
                <a:lnTo>
                  <a:pt x="39538" y="19412"/>
                </a:lnTo>
                <a:lnTo>
                  <a:pt x="38976" y="18747"/>
                </a:lnTo>
                <a:lnTo>
                  <a:pt x="38414" y="17879"/>
                </a:lnTo>
                <a:lnTo>
                  <a:pt x="37801" y="16857"/>
                </a:lnTo>
                <a:lnTo>
                  <a:pt x="37239" y="15580"/>
                </a:lnTo>
                <a:lnTo>
                  <a:pt x="36728" y="14303"/>
                </a:lnTo>
                <a:lnTo>
                  <a:pt x="36371" y="13231"/>
                </a:lnTo>
                <a:lnTo>
                  <a:pt x="36269" y="12771"/>
                </a:lnTo>
                <a:lnTo>
                  <a:pt x="36218" y="12362"/>
                </a:lnTo>
                <a:lnTo>
                  <a:pt x="36166" y="12005"/>
                </a:lnTo>
                <a:lnTo>
                  <a:pt x="36166" y="11698"/>
                </a:lnTo>
                <a:lnTo>
                  <a:pt x="36218" y="11443"/>
                </a:lnTo>
                <a:lnTo>
                  <a:pt x="36320" y="11187"/>
                </a:lnTo>
                <a:lnTo>
                  <a:pt x="36422" y="10983"/>
                </a:lnTo>
                <a:lnTo>
                  <a:pt x="36575" y="10830"/>
                </a:lnTo>
                <a:lnTo>
                  <a:pt x="36728" y="10728"/>
                </a:lnTo>
                <a:lnTo>
                  <a:pt x="36933" y="10626"/>
                </a:lnTo>
                <a:lnTo>
                  <a:pt x="37137" y="10574"/>
                </a:lnTo>
                <a:lnTo>
                  <a:pt x="37392" y="10523"/>
                </a:lnTo>
                <a:close/>
                <a:moveTo>
                  <a:pt x="63444" y="7101"/>
                </a:moveTo>
                <a:lnTo>
                  <a:pt x="62933" y="7152"/>
                </a:lnTo>
                <a:lnTo>
                  <a:pt x="62473" y="7254"/>
                </a:lnTo>
                <a:lnTo>
                  <a:pt x="62065" y="7407"/>
                </a:lnTo>
                <a:lnTo>
                  <a:pt x="61707" y="7663"/>
                </a:lnTo>
                <a:lnTo>
                  <a:pt x="61350" y="7918"/>
                </a:lnTo>
                <a:lnTo>
                  <a:pt x="61094" y="8225"/>
                </a:lnTo>
                <a:lnTo>
                  <a:pt x="60890" y="8582"/>
                </a:lnTo>
                <a:lnTo>
                  <a:pt x="60737" y="9042"/>
                </a:lnTo>
                <a:lnTo>
                  <a:pt x="60686" y="9502"/>
                </a:lnTo>
                <a:lnTo>
                  <a:pt x="60634" y="10013"/>
                </a:lnTo>
                <a:lnTo>
                  <a:pt x="60686" y="10574"/>
                </a:lnTo>
                <a:lnTo>
                  <a:pt x="60737" y="11187"/>
                </a:lnTo>
                <a:lnTo>
                  <a:pt x="60890" y="11851"/>
                </a:lnTo>
                <a:lnTo>
                  <a:pt x="61094" y="12567"/>
                </a:lnTo>
                <a:lnTo>
                  <a:pt x="61350" y="13333"/>
                </a:lnTo>
                <a:lnTo>
                  <a:pt x="61707" y="14150"/>
                </a:lnTo>
                <a:lnTo>
                  <a:pt x="62065" y="14916"/>
                </a:lnTo>
                <a:lnTo>
                  <a:pt x="62473" y="15683"/>
                </a:lnTo>
                <a:lnTo>
                  <a:pt x="62831" y="16347"/>
                </a:lnTo>
                <a:lnTo>
                  <a:pt x="63291" y="17011"/>
                </a:lnTo>
                <a:lnTo>
                  <a:pt x="63699" y="17624"/>
                </a:lnTo>
                <a:lnTo>
                  <a:pt x="64159" y="18134"/>
                </a:lnTo>
                <a:lnTo>
                  <a:pt x="64619" y="18645"/>
                </a:lnTo>
                <a:lnTo>
                  <a:pt x="65079" y="19105"/>
                </a:lnTo>
                <a:lnTo>
                  <a:pt x="65589" y="19463"/>
                </a:lnTo>
                <a:lnTo>
                  <a:pt x="66100" y="19820"/>
                </a:lnTo>
                <a:lnTo>
                  <a:pt x="66560" y="20127"/>
                </a:lnTo>
                <a:lnTo>
                  <a:pt x="67071" y="20382"/>
                </a:lnTo>
                <a:lnTo>
                  <a:pt x="67582" y="20535"/>
                </a:lnTo>
                <a:lnTo>
                  <a:pt x="68143" y="20689"/>
                </a:lnTo>
                <a:lnTo>
                  <a:pt x="68654" y="20740"/>
                </a:lnTo>
                <a:lnTo>
                  <a:pt x="69165" y="20791"/>
                </a:lnTo>
                <a:lnTo>
                  <a:pt x="69472" y="20791"/>
                </a:lnTo>
                <a:lnTo>
                  <a:pt x="69982" y="20740"/>
                </a:lnTo>
                <a:lnTo>
                  <a:pt x="70442" y="20586"/>
                </a:lnTo>
                <a:lnTo>
                  <a:pt x="70851" y="20433"/>
                </a:lnTo>
                <a:lnTo>
                  <a:pt x="71208" y="20229"/>
                </a:lnTo>
                <a:lnTo>
                  <a:pt x="71515" y="19922"/>
                </a:lnTo>
                <a:lnTo>
                  <a:pt x="71770" y="19616"/>
                </a:lnTo>
                <a:lnTo>
                  <a:pt x="71975" y="19207"/>
                </a:lnTo>
                <a:lnTo>
                  <a:pt x="72128" y="18799"/>
                </a:lnTo>
                <a:lnTo>
                  <a:pt x="72230" y="18339"/>
                </a:lnTo>
                <a:lnTo>
                  <a:pt x="72281" y="17777"/>
                </a:lnTo>
                <a:lnTo>
                  <a:pt x="72230" y="17215"/>
                </a:lnTo>
                <a:lnTo>
                  <a:pt x="72128" y="16602"/>
                </a:lnTo>
                <a:lnTo>
                  <a:pt x="71975" y="15887"/>
                </a:lnTo>
                <a:lnTo>
                  <a:pt x="71770" y="15172"/>
                </a:lnTo>
                <a:lnTo>
                  <a:pt x="71515" y="14406"/>
                </a:lnTo>
                <a:lnTo>
                  <a:pt x="71157" y="13588"/>
                </a:lnTo>
                <a:lnTo>
                  <a:pt x="70800" y="12822"/>
                </a:lnTo>
                <a:lnTo>
                  <a:pt x="70442" y="12107"/>
                </a:lnTo>
                <a:lnTo>
                  <a:pt x="70033" y="11392"/>
                </a:lnTo>
                <a:lnTo>
                  <a:pt x="69625" y="10779"/>
                </a:lnTo>
                <a:lnTo>
                  <a:pt x="69165" y="10217"/>
                </a:lnTo>
                <a:lnTo>
                  <a:pt x="68756" y="9655"/>
                </a:lnTo>
                <a:lnTo>
                  <a:pt x="68297" y="9195"/>
                </a:lnTo>
                <a:lnTo>
                  <a:pt x="67786" y="8736"/>
                </a:lnTo>
                <a:lnTo>
                  <a:pt x="67326" y="8378"/>
                </a:lnTo>
                <a:lnTo>
                  <a:pt x="66815" y="8020"/>
                </a:lnTo>
                <a:lnTo>
                  <a:pt x="66356" y="7714"/>
                </a:lnTo>
                <a:lnTo>
                  <a:pt x="65845" y="7510"/>
                </a:lnTo>
                <a:lnTo>
                  <a:pt x="65334" y="7305"/>
                </a:lnTo>
                <a:lnTo>
                  <a:pt x="64823" y="7203"/>
                </a:lnTo>
                <a:lnTo>
                  <a:pt x="64261" y="7101"/>
                </a:lnTo>
                <a:close/>
                <a:moveTo>
                  <a:pt x="26257" y="11187"/>
                </a:moveTo>
                <a:lnTo>
                  <a:pt x="26767" y="11239"/>
                </a:lnTo>
                <a:lnTo>
                  <a:pt x="27023" y="11341"/>
                </a:lnTo>
                <a:lnTo>
                  <a:pt x="27278" y="11443"/>
                </a:lnTo>
                <a:lnTo>
                  <a:pt x="27789" y="11749"/>
                </a:lnTo>
                <a:lnTo>
                  <a:pt x="28351" y="12260"/>
                </a:lnTo>
                <a:lnTo>
                  <a:pt x="28913" y="12873"/>
                </a:lnTo>
                <a:lnTo>
                  <a:pt x="29475" y="13690"/>
                </a:lnTo>
                <a:lnTo>
                  <a:pt x="30037" y="14763"/>
                </a:lnTo>
                <a:lnTo>
                  <a:pt x="30599" y="15989"/>
                </a:lnTo>
                <a:lnTo>
                  <a:pt x="31160" y="17266"/>
                </a:lnTo>
                <a:lnTo>
                  <a:pt x="31467" y="18339"/>
                </a:lnTo>
                <a:lnTo>
                  <a:pt x="31671" y="19207"/>
                </a:lnTo>
                <a:lnTo>
                  <a:pt x="31671" y="19616"/>
                </a:lnTo>
                <a:lnTo>
                  <a:pt x="31671" y="19922"/>
                </a:lnTo>
                <a:lnTo>
                  <a:pt x="31620" y="20229"/>
                </a:lnTo>
                <a:lnTo>
                  <a:pt x="31569" y="20433"/>
                </a:lnTo>
                <a:lnTo>
                  <a:pt x="31467" y="20637"/>
                </a:lnTo>
                <a:lnTo>
                  <a:pt x="31314" y="20842"/>
                </a:lnTo>
                <a:lnTo>
                  <a:pt x="31160" y="20944"/>
                </a:lnTo>
                <a:lnTo>
                  <a:pt x="30956" y="21046"/>
                </a:lnTo>
                <a:lnTo>
                  <a:pt x="30752" y="21097"/>
                </a:lnTo>
                <a:lnTo>
                  <a:pt x="30496" y="21148"/>
                </a:lnTo>
                <a:lnTo>
                  <a:pt x="30139" y="21148"/>
                </a:lnTo>
                <a:lnTo>
                  <a:pt x="29883" y="21097"/>
                </a:lnTo>
                <a:lnTo>
                  <a:pt x="29628" y="20995"/>
                </a:lnTo>
                <a:lnTo>
                  <a:pt x="29373" y="20893"/>
                </a:lnTo>
                <a:lnTo>
                  <a:pt x="28811" y="20535"/>
                </a:lnTo>
                <a:lnTo>
                  <a:pt x="28249" y="20076"/>
                </a:lnTo>
                <a:lnTo>
                  <a:pt x="27687" y="19412"/>
                </a:lnTo>
                <a:lnTo>
                  <a:pt x="27125" y="18543"/>
                </a:lnTo>
                <a:lnTo>
                  <a:pt x="26563" y="17522"/>
                </a:lnTo>
                <a:lnTo>
                  <a:pt x="25950" y="16244"/>
                </a:lnTo>
                <a:lnTo>
                  <a:pt x="25439" y="14967"/>
                </a:lnTo>
                <a:lnTo>
                  <a:pt x="25133" y="13895"/>
                </a:lnTo>
                <a:lnTo>
                  <a:pt x="25031" y="13435"/>
                </a:lnTo>
                <a:lnTo>
                  <a:pt x="24929" y="13026"/>
                </a:lnTo>
                <a:lnTo>
                  <a:pt x="24929" y="12669"/>
                </a:lnTo>
                <a:lnTo>
                  <a:pt x="24929" y="12362"/>
                </a:lnTo>
                <a:lnTo>
                  <a:pt x="24980" y="12107"/>
                </a:lnTo>
                <a:lnTo>
                  <a:pt x="25031" y="11851"/>
                </a:lnTo>
                <a:lnTo>
                  <a:pt x="25184" y="11647"/>
                </a:lnTo>
                <a:lnTo>
                  <a:pt x="25286" y="11494"/>
                </a:lnTo>
                <a:lnTo>
                  <a:pt x="25490" y="11392"/>
                </a:lnTo>
                <a:lnTo>
                  <a:pt x="25695" y="11290"/>
                </a:lnTo>
                <a:lnTo>
                  <a:pt x="25899" y="11239"/>
                </a:lnTo>
                <a:lnTo>
                  <a:pt x="26154" y="11187"/>
                </a:lnTo>
                <a:close/>
                <a:moveTo>
                  <a:pt x="52206" y="7765"/>
                </a:moveTo>
                <a:lnTo>
                  <a:pt x="51695" y="7816"/>
                </a:lnTo>
                <a:lnTo>
                  <a:pt x="51235" y="7918"/>
                </a:lnTo>
                <a:lnTo>
                  <a:pt x="50827" y="8071"/>
                </a:lnTo>
                <a:lnTo>
                  <a:pt x="50418" y="8327"/>
                </a:lnTo>
                <a:lnTo>
                  <a:pt x="50112" y="8582"/>
                </a:lnTo>
                <a:lnTo>
                  <a:pt x="49856" y="8889"/>
                </a:lnTo>
                <a:lnTo>
                  <a:pt x="49652" y="9246"/>
                </a:lnTo>
                <a:lnTo>
                  <a:pt x="49499" y="9706"/>
                </a:lnTo>
                <a:lnTo>
                  <a:pt x="49397" y="10166"/>
                </a:lnTo>
                <a:lnTo>
                  <a:pt x="49397" y="10677"/>
                </a:lnTo>
                <a:lnTo>
                  <a:pt x="49397" y="11239"/>
                </a:lnTo>
                <a:lnTo>
                  <a:pt x="49499" y="11851"/>
                </a:lnTo>
                <a:lnTo>
                  <a:pt x="49652" y="12516"/>
                </a:lnTo>
                <a:lnTo>
                  <a:pt x="49856" y="13231"/>
                </a:lnTo>
                <a:lnTo>
                  <a:pt x="50112" y="13997"/>
                </a:lnTo>
                <a:lnTo>
                  <a:pt x="50469" y="14814"/>
                </a:lnTo>
                <a:lnTo>
                  <a:pt x="50827" y="15580"/>
                </a:lnTo>
                <a:lnTo>
                  <a:pt x="51184" y="16347"/>
                </a:lnTo>
                <a:lnTo>
                  <a:pt x="51593" y="17011"/>
                </a:lnTo>
                <a:lnTo>
                  <a:pt x="52002" y="17675"/>
                </a:lnTo>
                <a:lnTo>
                  <a:pt x="52461" y="18288"/>
                </a:lnTo>
                <a:lnTo>
                  <a:pt x="52921" y="18799"/>
                </a:lnTo>
                <a:lnTo>
                  <a:pt x="53381" y="19309"/>
                </a:lnTo>
                <a:lnTo>
                  <a:pt x="53841" y="19769"/>
                </a:lnTo>
                <a:lnTo>
                  <a:pt x="54351" y="20127"/>
                </a:lnTo>
                <a:lnTo>
                  <a:pt x="54811" y="20484"/>
                </a:lnTo>
                <a:lnTo>
                  <a:pt x="55322" y="20791"/>
                </a:lnTo>
                <a:lnTo>
                  <a:pt x="55833" y="20995"/>
                </a:lnTo>
                <a:lnTo>
                  <a:pt x="56344" y="21199"/>
                </a:lnTo>
                <a:lnTo>
                  <a:pt x="56854" y="21353"/>
                </a:lnTo>
                <a:lnTo>
                  <a:pt x="57416" y="21404"/>
                </a:lnTo>
                <a:lnTo>
                  <a:pt x="57927" y="21455"/>
                </a:lnTo>
                <a:lnTo>
                  <a:pt x="58234" y="21455"/>
                </a:lnTo>
                <a:lnTo>
                  <a:pt x="58744" y="21404"/>
                </a:lnTo>
                <a:lnTo>
                  <a:pt x="59204" y="21250"/>
                </a:lnTo>
                <a:lnTo>
                  <a:pt x="59613" y="21097"/>
                </a:lnTo>
                <a:lnTo>
                  <a:pt x="59970" y="20893"/>
                </a:lnTo>
                <a:lnTo>
                  <a:pt x="60277" y="20586"/>
                </a:lnTo>
                <a:lnTo>
                  <a:pt x="60532" y="20280"/>
                </a:lnTo>
                <a:lnTo>
                  <a:pt x="60737" y="19871"/>
                </a:lnTo>
                <a:lnTo>
                  <a:pt x="60890" y="19463"/>
                </a:lnTo>
                <a:lnTo>
                  <a:pt x="60992" y="19003"/>
                </a:lnTo>
                <a:lnTo>
                  <a:pt x="60992" y="18441"/>
                </a:lnTo>
                <a:lnTo>
                  <a:pt x="60992" y="17879"/>
                </a:lnTo>
                <a:lnTo>
                  <a:pt x="60890" y="17266"/>
                </a:lnTo>
                <a:lnTo>
                  <a:pt x="60737" y="16551"/>
                </a:lnTo>
                <a:lnTo>
                  <a:pt x="60532" y="15836"/>
                </a:lnTo>
                <a:lnTo>
                  <a:pt x="60277" y="15070"/>
                </a:lnTo>
                <a:lnTo>
                  <a:pt x="59919" y="14252"/>
                </a:lnTo>
                <a:lnTo>
                  <a:pt x="59562" y="13486"/>
                </a:lnTo>
                <a:lnTo>
                  <a:pt x="59153" y="12771"/>
                </a:lnTo>
                <a:lnTo>
                  <a:pt x="58796" y="12056"/>
                </a:lnTo>
                <a:lnTo>
                  <a:pt x="58336" y="11443"/>
                </a:lnTo>
                <a:lnTo>
                  <a:pt x="57927" y="10830"/>
                </a:lnTo>
                <a:lnTo>
                  <a:pt x="57467" y="10319"/>
                </a:lnTo>
                <a:lnTo>
                  <a:pt x="57008" y="9808"/>
                </a:lnTo>
                <a:lnTo>
                  <a:pt x="56548" y="9400"/>
                </a:lnTo>
                <a:lnTo>
                  <a:pt x="56088" y="8991"/>
                </a:lnTo>
                <a:lnTo>
                  <a:pt x="55577" y="8684"/>
                </a:lnTo>
                <a:lnTo>
                  <a:pt x="55067" y="8378"/>
                </a:lnTo>
                <a:lnTo>
                  <a:pt x="54607" y="8174"/>
                </a:lnTo>
                <a:lnTo>
                  <a:pt x="54096" y="7969"/>
                </a:lnTo>
                <a:lnTo>
                  <a:pt x="53534" y="7867"/>
                </a:lnTo>
                <a:lnTo>
                  <a:pt x="53023" y="7765"/>
                </a:lnTo>
                <a:close/>
                <a:moveTo>
                  <a:pt x="15019" y="11851"/>
                </a:moveTo>
                <a:lnTo>
                  <a:pt x="15530" y="11903"/>
                </a:lnTo>
                <a:lnTo>
                  <a:pt x="15785" y="12005"/>
                </a:lnTo>
                <a:lnTo>
                  <a:pt x="16040" y="12107"/>
                </a:lnTo>
                <a:lnTo>
                  <a:pt x="16551" y="12413"/>
                </a:lnTo>
                <a:lnTo>
                  <a:pt x="17113" y="12924"/>
                </a:lnTo>
                <a:lnTo>
                  <a:pt x="17624" y="13537"/>
                </a:lnTo>
                <a:lnTo>
                  <a:pt x="18186" y="14354"/>
                </a:lnTo>
                <a:lnTo>
                  <a:pt x="18799" y="15376"/>
                </a:lnTo>
                <a:lnTo>
                  <a:pt x="19361" y="16653"/>
                </a:lnTo>
                <a:lnTo>
                  <a:pt x="19871" y="17930"/>
                </a:lnTo>
                <a:lnTo>
                  <a:pt x="20229" y="19003"/>
                </a:lnTo>
                <a:lnTo>
                  <a:pt x="20382" y="19871"/>
                </a:lnTo>
                <a:lnTo>
                  <a:pt x="20433" y="20280"/>
                </a:lnTo>
                <a:lnTo>
                  <a:pt x="20433" y="20586"/>
                </a:lnTo>
                <a:lnTo>
                  <a:pt x="20382" y="20893"/>
                </a:lnTo>
                <a:lnTo>
                  <a:pt x="20331" y="21097"/>
                </a:lnTo>
                <a:lnTo>
                  <a:pt x="20229" y="21302"/>
                </a:lnTo>
                <a:lnTo>
                  <a:pt x="20076" y="21506"/>
                </a:lnTo>
                <a:lnTo>
                  <a:pt x="19923" y="21608"/>
                </a:lnTo>
                <a:lnTo>
                  <a:pt x="19718" y="21710"/>
                </a:lnTo>
                <a:lnTo>
                  <a:pt x="19463" y="21761"/>
                </a:lnTo>
                <a:lnTo>
                  <a:pt x="19258" y="21812"/>
                </a:lnTo>
                <a:lnTo>
                  <a:pt x="18901" y="21812"/>
                </a:lnTo>
                <a:lnTo>
                  <a:pt x="18645" y="21761"/>
                </a:lnTo>
                <a:lnTo>
                  <a:pt x="18390" y="21659"/>
                </a:lnTo>
                <a:lnTo>
                  <a:pt x="18084" y="21557"/>
                </a:lnTo>
                <a:lnTo>
                  <a:pt x="17573" y="21199"/>
                </a:lnTo>
                <a:lnTo>
                  <a:pt x="17011" y="20740"/>
                </a:lnTo>
                <a:lnTo>
                  <a:pt x="16449" y="20076"/>
                </a:lnTo>
                <a:lnTo>
                  <a:pt x="15887" y="19207"/>
                </a:lnTo>
                <a:lnTo>
                  <a:pt x="15325" y="18134"/>
                </a:lnTo>
                <a:lnTo>
                  <a:pt x="14712" y="16909"/>
                </a:lnTo>
                <a:lnTo>
                  <a:pt x="14201" y="15631"/>
                </a:lnTo>
                <a:lnTo>
                  <a:pt x="13844" y="14559"/>
                </a:lnTo>
                <a:lnTo>
                  <a:pt x="13691" y="13690"/>
                </a:lnTo>
                <a:lnTo>
                  <a:pt x="13691" y="13333"/>
                </a:lnTo>
                <a:lnTo>
                  <a:pt x="13691" y="13026"/>
                </a:lnTo>
                <a:lnTo>
                  <a:pt x="13742" y="12771"/>
                </a:lnTo>
                <a:lnTo>
                  <a:pt x="13793" y="12516"/>
                </a:lnTo>
                <a:lnTo>
                  <a:pt x="13946" y="12311"/>
                </a:lnTo>
                <a:lnTo>
                  <a:pt x="14048" y="12158"/>
                </a:lnTo>
                <a:lnTo>
                  <a:pt x="14252" y="12056"/>
                </a:lnTo>
                <a:lnTo>
                  <a:pt x="14406" y="11954"/>
                </a:lnTo>
                <a:lnTo>
                  <a:pt x="14661" y="11903"/>
                </a:lnTo>
                <a:lnTo>
                  <a:pt x="14865" y="11851"/>
                </a:lnTo>
                <a:close/>
                <a:moveTo>
                  <a:pt x="36575" y="8684"/>
                </a:moveTo>
                <a:lnTo>
                  <a:pt x="36064" y="8736"/>
                </a:lnTo>
                <a:lnTo>
                  <a:pt x="35605" y="8838"/>
                </a:lnTo>
                <a:lnTo>
                  <a:pt x="35145" y="8991"/>
                </a:lnTo>
                <a:lnTo>
                  <a:pt x="34787" y="9246"/>
                </a:lnTo>
                <a:lnTo>
                  <a:pt x="34481" y="9502"/>
                </a:lnTo>
                <a:lnTo>
                  <a:pt x="34225" y="9808"/>
                </a:lnTo>
                <a:lnTo>
                  <a:pt x="34021" y="10166"/>
                </a:lnTo>
                <a:lnTo>
                  <a:pt x="33868" y="10626"/>
                </a:lnTo>
                <a:lnTo>
                  <a:pt x="33766" y="11085"/>
                </a:lnTo>
                <a:lnTo>
                  <a:pt x="33766" y="11596"/>
                </a:lnTo>
                <a:lnTo>
                  <a:pt x="33766" y="12158"/>
                </a:lnTo>
                <a:lnTo>
                  <a:pt x="33868" y="12771"/>
                </a:lnTo>
                <a:lnTo>
                  <a:pt x="34021" y="13435"/>
                </a:lnTo>
                <a:lnTo>
                  <a:pt x="34225" y="14150"/>
                </a:lnTo>
                <a:lnTo>
                  <a:pt x="34481" y="14916"/>
                </a:lnTo>
                <a:lnTo>
                  <a:pt x="34787" y="15734"/>
                </a:lnTo>
                <a:lnTo>
                  <a:pt x="35196" y="16500"/>
                </a:lnTo>
                <a:lnTo>
                  <a:pt x="35553" y="17266"/>
                </a:lnTo>
                <a:lnTo>
                  <a:pt x="35962" y="17930"/>
                </a:lnTo>
                <a:lnTo>
                  <a:pt x="36371" y="18594"/>
                </a:lnTo>
                <a:lnTo>
                  <a:pt x="36831" y="19156"/>
                </a:lnTo>
                <a:lnTo>
                  <a:pt x="37290" y="19718"/>
                </a:lnTo>
                <a:lnTo>
                  <a:pt x="37750" y="20229"/>
                </a:lnTo>
                <a:lnTo>
                  <a:pt x="38210" y="20689"/>
                </a:lnTo>
                <a:lnTo>
                  <a:pt x="38721" y="21046"/>
                </a:lnTo>
                <a:lnTo>
                  <a:pt x="39180" y="21404"/>
                </a:lnTo>
                <a:lnTo>
                  <a:pt x="39691" y="21710"/>
                </a:lnTo>
                <a:lnTo>
                  <a:pt x="40202" y="21915"/>
                </a:lnTo>
                <a:lnTo>
                  <a:pt x="40713" y="22119"/>
                </a:lnTo>
                <a:lnTo>
                  <a:pt x="41224" y="22272"/>
                </a:lnTo>
                <a:lnTo>
                  <a:pt x="41785" y="22323"/>
                </a:lnTo>
                <a:lnTo>
                  <a:pt x="42296" y="22374"/>
                </a:lnTo>
                <a:lnTo>
                  <a:pt x="42603" y="22374"/>
                </a:lnTo>
                <a:lnTo>
                  <a:pt x="43114" y="22272"/>
                </a:lnTo>
                <a:lnTo>
                  <a:pt x="43573" y="22170"/>
                </a:lnTo>
                <a:lnTo>
                  <a:pt x="43982" y="22017"/>
                </a:lnTo>
                <a:lnTo>
                  <a:pt x="44339" y="21812"/>
                </a:lnTo>
                <a:lnTo>
                  <a:pt x="44646" y="21506"/>
                </a:lnTo>
                <a:lnTo>
                  <a:pt x="44901" y="21199"/>
                </a:lnTo>
                <a:lnTo>
                  <a:pt x="45106" y="20791"/>
                </a:lnTo>
                <a:lnTo>
                  <a:pt x="45259" y="20382"/>
                </a:lnTo>
                <a:lnTo>
                  <a:pt x="45361" y="19871"/>
                </a:lnTo>
                <a:lnTo>
                  <a:pt x="45361" y="19360"/>
                </a:lnTo>
                <a:lnTo>
                  <a:pt x="45361" y="18799"/>
                </a:lnTo>
                <a:lnTo>
                  <a:pt x="45259" y="18134"/>
                </a:lnTo>
                <a:lnTo>
                  <a:pt x="45106" y="17470"/>
                </a:lnTo>
                <a:lnTo>
                  <a:pt x="44901" y="16755"/>
                </a:lnTo>
                <a:lnTo>
                  <a:pt x="44595" y="15989"/>
                </a:lnTo>
                <a:lnTo>
                  <a:pt x="44288" y="15172"/>
                </a:lnTo>
                <a:lnTo>
                  <a:pt x="43931" y="14406"/>
                </a:lnTo>
                <a:lnTo>
                  <a:pt x="43522" y="13690"/>
                </a:lnTo>
                <a:lnTo>
                  <a:pt x="43114" y="12975"/>
                </a:lnTo>
                <a:lnTo>
                  <a:pt x="42705" y="12362"/>
                </a:lnTo>
                <a:lnTo>
                  <a:pt x="42296" y="11749"/>
                </a:lnTo>
                <a:lnTo>
                  <a:pt x="41836" y="11239"/>
                </a:lnTo>
                <a:lnTo>
                  <a:pt x="41377" y="10728"/>
                </a:lnTo>
                <a:lnTo>
                  <a:pt x="40917" y="10319"/>
                </a:lnTo>
                <a:lnTo>
                  <a:pt x="40457" y="9910"/>
                </a:lnTo>
                <a:lnTo>
                  <a:pt x="39946" y="9604"/>
                </a:lnTo>
                <a:lnTo>
                  <a:pt x="39436" y="9297"/>
                </a:lnTo>
                <a:lnTo>
                  <a:pt x="38925" y="9093"/>
                </a:lnTo>
                <a:lnTo>
                  <a:pt x="38414" y="8889"/>
                </a:lnTo>
                <a:lnTo>
                  <a:pt x="37903" y="8787"/>
                </a:lnTo>
                <a:lnTo>
                  <a:pt x="37392" y="8684"/>
                </a:lnTo>
                <a:close/>
                <a:moveTo>
                  <a:pt x="3781" y="12516"/>
                </a:moveTo>
                <a:lnTo>
                  <a:pt x="4241" y="12567"/>
                </a:lnTo>
                <a:lnTo>
                  <a:pt x="4751" y="12771"/>
                </a:lnTo>
                <a:lnTo>
                  <a:pt x="5313" y="13077"/>
                </a:lnTo>
                <a:lnTo>
                  <a:pt x="5824" y="13537"/>
                </a:lnTo>
                <a:lnTo>
                  <a:pt x="6386" y="14201"/>
                </a:lnTo>
                <a:lnTo>
                  <a:pt x="6948" y="15019"/>
                </a:lnTo>
                <a:lnTo>
                  <a:pt x="7510" y="16040"/>
                </a:lnTo>
                <a:lnTo>
                  <a:pt x="8123" y="17317"/>
                </a:lnTo>
                <a:lnTo>
                  <a:pt x="8634" y="18594"/>
                </a:lnTo>
                <a:lnTo>
                  <a:pt x="8991" y="19667"/>
                </a:lnTo>
                <a:lnTo>
                  <a:pt x="9144" y="20535"/>
                </a:lnTo>
                <a:lnTo>
                  <a:pt x="9195" y="20944"/>
                </a:lnTo>
                <a:lnTo>
                  <a:pt x="9195" y="21250"/>
                </a:lnTo>
                <a:lnTo>
                  <a:pt x="9144" y="21557"/>
                </a:lnTo>
                <a:lnTo>
                  <a:pt x="9042" y="21761"/>
                </a:lnTo>
                <a:lnTo>
                  <a:pt x="8940" y="21966"/>
                </a:lnTo>
                <a:lnTo>
                  <a:pt x="8838" y="22170"/>
                </a:lnTo>
                <a:lnTo>
                  <a:pt x="8634" y="22272"/>
                </a:lnTo>
                <a:lnTo>
                  <a:pt x="8480" y="22374"/>
                </a:lnTo>
                <a:lnTo>
                  <a:pt x="8225" y="22425"/>
                </a:lnTo>
                <a:lnTo>
                  <a:pt x="8021" y="22476"/>
                </a:lnTo>
                <a:lnTo>
                  <a:pt x="7867" y="22476"/>
                </a:lnTo>
                <a:lnTo>
                  <a:pt x="7612" y="22425"/>
                </a:lnTo>
                <a:lnTo>
                  <a:pt x="7356" y="22425"/>
                </a:lnTo>
                <a:lnTo>
                  <a:pt x="7101" y="22323"/>
                </a:lnTo>
                <a:lnTo>
                  <a:pt x="6846" y="22221"/>
                </a:lnTo>
                <a:lnTo>
                  <a:pt x="6335" y="21863"/>
                </a:lnTo>
                <a:lnTo>
                  <a:pt x="5773" y="21353"/>
                </a:lnTo>
                <a:lnTo>
                  <a:pt x="5211" y="20689"/>
                </a:lnTo>
                <a:lnTo>
                  <a:pt x="4649" y="19871"/>
                </a:lnTo>
                <a:lnTo>
                  <a:pt x="4036" y="18799"/>
                </a:lnTo>
                <a:lnTo>
                  <a:pt x="3474" y="17573"/>
                </a:lnTo>
                <a:lnTo>
                  <a:pt x="2963" y="16296"/>
                </a:lnTo>
                <a:lnTo>
                  <a:pt x="2606" y="15223"/>
                </a:lnTo>
                <a:lnTo>
                  <a:pt x="2504" y="14763"/>
                </a:lnTo>
                <a:lnTo>
                  <a:pt x="2453" y="14354"/>
                </a:lnTo>
                <a:lnTo>
                  <a:pt x="2402" y="13997"/>
                </a:lnTo>
                <a:lnTo>
                  <a:pt x="2453" y="13690"/>
                </a:lnTo>
                <a:lnTo>
                  <a:pt x="2453" y="13384"/>
                </a:lnTo>
                <a:lnTo>
                  <a:pt x="2555" y="13180"/>
                </a:lnTo>
                <a:lnTo>
                  <a:pt x="2657" y="12975"/>
                </a:lnTo>
                <a:lnTo>
                  <a:pt x="2810" y="12822"/>
                </a:lnTo>
                <a:lnTo>
                  <a:pt x="2963" y="12720"/>
                </a:lnTo>
                <a:lnTo>
                  <a:pt x="3168" y="12618"/>
                </a:lnTo>
                <a:lnTo>
                  <a:pt x="3372" y="12567"/>
                </a:lnTo>
                <a:lnTo>
                  <a:pt x="3628" y="12516"/>
                </a:lnTo>
                <a:close/>
                <a:moveTo>
                  <a:pt x="25337" y="9348"/>
                </a:moveTo>
                <a:lnTo>
                  <a:pt x="24775" y="9400"/>
                </a:lnTo>
                <a:lnTo>
                  <a:pt x="24316" y="9502"/>
                </a:lnTo>
                <a:lnTo>
                  <a:pt x="23907" y="9655"/>
                </a:lnTo>
                <a:lnTo>
                  <a:pt x="23549" y="9859"/>
                </a:lnTo>
                <a:lnTo>
                  <a:pt x="23243" y="10166"/>
                </a:lnTo>
                <a:lnTo>
                  <a:pt x="22987" y="10472"/>
                </a:lnTo>
                <a:lnTo>
                  <a:pt x="22783" y="10830"/>
                </a:lnTo>
                <a:lnTo>
                  <a:pt x="22630" y="11239"/>
                </a:lnTo>
                <a:lnTo>
                  <a:pt x="22528" y="11749"/>
                </a:lnTo>
                <a:lnTo>
                  <a:pt x="22477" y="12260"/>
                </a:lnTo>
                <a:lnTo>
                  <a:pt x="22528" y="12822"/>
                </a:lnTo>
                <a:lnTo>
                  <a:pt x="22630" y="13435"/>
                </a:lnTo>
                <a:lnTo>
                  <a:pt x="22732" y="14099"/>
                </a:lnTo>
                <a:lnTo>
                  <a:pt x="22987" y="14814"/>
                </a:lnTo>
                <a:lnTo>
                  <a:pt x="23243" y="15580"/>
                </a:lnTo>
                <a:lnTo>
                  <a:pt x="23549" y="16398"/>
                </a:lnTo>
                <a:lnTo>
                  <a:pt x="23907" y="17164"/>
                </a:lnTo>
                <a:lnTo>
                  <a:pt x="24316" y="17930"/>
                </a:lnTo>
                <a:lnTo>
                  <a:pt x="24724" y="18594"/>
                </a:lnTo>
                <a:lnTo>
                  <a:pt x="25133" y="19258"/>
                </a:lnTo>
                <a:lnTo>
                  <a:pt x="25593" y="19820"/>
                </a:lnTo>
                <a:lnTo>
                  <a:pt x="26001" y="20382"/>
                </a:lnTo>
                <a:lnTo>
                  <a:pt x="26461" y="20893"/>
                </a:lnTo>
                <a:lnTo>
                  <a:pt x="26972" y="21302"/>
                </a:lnTo>
                <a:lnTo>
                  <a:pt x="27432" y="21710"/>
                </a:lnTo>
                <a:lnTo>
                  <a:pt x="27942" y="22068"/>
                </a:lnTo>
                <a:lnTo>
                  <a:pt x="28453" y="22374"/>
                </a:lnTo>
                <a:lnTo>
                  <a:pt x="28964" y="22579"/>
                </a:lnTo>
                <a:lnTo>
                  <a:pt x="29475" y="22783"/>
                </a:lnTo>
                <a:lnTo>
                  <a:pt x="29986" y="22936"/>
                </a:lnTo>
                <a:lnTo>
                  <a:pt x="30496" y="22987"/>
                </a:lnTo>
                <a:lnTo>
                  <a:pt x="31007" y="23038"/>
                </a:lnTo>
                <a:lnTo>
                  <a:pt x="31314" y="23038"/>
                </a:lnTo>
                <a:lnTo>
                  <a:pt x="31825" y="22936"/>
                </a:lnTo>
                <a:lnTo>
                  <a:pt x="32284" y="22834"/>
                </a:lnTo>
                <a:lnTo>
                  <a:pt x="32744" y="22681"/>
                </a:lnTo>
                <a:lnTo>
                  <a:pt x="33102" y="22425"/>
                </a:lnTo>
                <a:lnTo>
                  <a:pt x="33408" y="22170"/>
                </a:lnTo>
                <a:lnTo>
                  <a:pt x="33663" y="21863"/>
                </a:lnTo>
                <a:lnTo>
                  <a:pt x="33868" y="21455"/>
                </a:lnTo>
                <a:lnTo>
                  <a:pt x="33970" y="21046"/>
                </a:lnTo>
                <a:lnTo>
                  <a:pt x="34072" y="20535"/>
                </a:lnTo>
                <a:lnTo>
                  <a:pt x="34123" y="20024"/>
                </a:lnTo>
                <a:lnTo>
                  <a:pt x="34072" y="19463"/>
                </a:lnTo>
                <a:lnTo>
                  <a:pt x="33970" y="18799"/>
                </a:lnTo>
                <a:lnTo>
                  <a:pt x="33817" y="18134"/>
                </a:lnTo>
                <a:lnTo>
                  <a:pt x="33612" y="17419"/>
                </a:lnTo>
                <a:lnTo>
                  <a:pt x="33357" y="16653"/>
                </a:lnTo>
                <a:lnTo>
                  <a:pt x="32999" y="15836"/>
                </a:lnTo>
                <a:lnTo>
                  <a:pt x="32642" y="15070"/>
                </a:lnTo>
                <a:lnTo>
                  <a:pt x="32284" y="14303"/>
                </a:lnTo>
                <a:lnTo>
                  <a:pt x="31876" y="13639"/>
                </a:lnTo>
                <a:lnTo>
                  <a:pt x="31467" y="13026"/>
                </a:lnTo>
                <a:lnTo>
                  <a:pt x="31058" y="12413"/>
                </a:lnTo>
                <a:lnTo>
                  <a:pt x="30599" y="11903"/>
                </a:lnTo>
                <a:lnTo>
                  <a:pt x="30139" y="11392"/>
                </a:lnTo>
                <a:lnTo>
                  <a:pt x="29679" y="10983"/>
                </a:lnTo>
                <a:lnTo>
                  <a:pt x="29168" y="10574"/>
                </a:lnTo>
                <a:lnTo>
                  <a:pt x="28709" y="10268"/>
                </a:lnTo>
                <a:lnTo>
                  <a:pt x="28198" y="9961"/>
                </a:lnTo>
                <a:lnTo>
                  <a:pt x="27687" y="9757"/>
                </a:lnTo>
                <a:lnTo>
                  <a:pt x="27176" y="9553"/>
                </a:lnTo>
                <a:lnTo>
                  <a:pt x="26665" y="9451"/>
                </a:lnTo>
                <a:lnTo>
                  <a:pt x="26154" y="9348"/>
                </a:lnTo>
                <a:close/>
                <a:moveTo>
                  <a:pt x="14355" y="9961"/>
                </a:moveTo>
                <a:lnTo>
                  <a:pt x="14048" y="10013"/>
                </a:lnTo>
                <a:lnTo>
                  <a:pt x="13537" y="10064"/>
                </a:lnTo>
                <a:lnTo>
                  <a:pt x="13078" y="10166"/>
                </a:lnTo>
                <a:lnTo>
                  <a:pt x="12669" y="10319"/>
                </a:lnTo>
                <a:lnTo>
                  <a:pt x="12311" y="10523"/>
                </a:lnTo>
                <a:lnTo>
                  <a:pt x="11954" y="10830"/>
                </a:lnTo>
                <a:lnTo>
                  <a:pt x="11698" y="11136"/>
                </a:lnTo>
                <a:lnTo>
                  <a:pt x="11494" y="11494"/>
                </a:lnTo>
                <a:lnTo>
                  <a:pt x="11392" y="11903"/>
                </a:lnTo>
                <a:lnTo>
                  <a:pt x="11290" y="12413"/>
                </a:lnTo>
                <a:lnTo>
                  <a:pt x="11239" y="12924"/>
                </a:lnTo>
                <a:lnTo>
                  <a:pt x="11290" y="13486"/>
                </a:lnTo>
                <a:lnTo>
                  <a:pt x="11341" y="14099"/>
                </a:lnTo>
                <a:lnTo>
                  <a:pt x="11494" y="14763"/>
                </a:lnTo>
                <a:lnTo>
                  <a:pt x="11698" y="15478"/>
                </a:lnTo>
                <a:lnTo>
                  <a:pt x="11954" y="16244"/>
                </a:lnTo>
                <a:lnTo>
                  <a:pt x="12311" y="17062"/>
                </a:lnTo>
                <a:lnTo>
                  <a:pt x="12669" y="17828"/>
                </a:lnTo>
                <a:lnTo>
                  <a:pt x="13078" y="18594"/>
                </a:lnTo>
                <a:lnTo>
                  <a:pt x="13486" y="19258"/>
                </a:lnTo>
                <a:lnTo>
                  <a:pt x="13895" y="19922"/>
                </a:lnTo>
                <a:lnTo>
                  <a:pt x="14304" y="20484"/>
                </a:lnTo>
                <a:lnTo>
                  <a:pt x="14763" y="21046"/>
                </a:lnTo>
                <a:lnTo>
                  <a:pt x="15223" y="21557"/>
                </a:lnTo>
                <a:lnTo>
                  <a:pt x="15683" y="21966"/>
                </a:lnTo>
                <a:lnTo>
                  <a:pt x="16194" y="22374"/>
                </a:lnTo>
                <a:lnTo>
                  <a:pt x="16704" y="22732"/>
                </a:lnTo>
                <a:lnTo>
                  <a:pt x="17164" y="23038"/>
                </a:lnTo>
                <a:lnTo>
                  <a:pt x="17675" y="23243"/>
                </a:lnTo>
                <a:lnTo>
                  <a:pt x="18186" y="23447"/>
                </a:lnTo>
                <a:lnTo>
                  <a:pt x="18748" y="23600"/>
                </a:lnTo>
                <a:lnTo>
                  <a:pt x="19258" y="23651"/>
                </a:lnTo>
                <a:lnTo>
                  <a:pt x="19769" y="23702"/>
                </a:lnTo>
                <a:lnTo>
                  <a:pt x="20076" y="23651"/>
                </a:lnTo>
                <a:lnTo>
                  <a:pt x="20587" y="23600"/>
                </a:lnTo>
                <a:lnTo>
                  <a:pt x="21046" y="23498"/>
                </a:lnTo>
                <a:lnTo>
                  <a:pt x="21455" y="23345"/>
                </a:lnTo>
                <a:lnTo>
                  <a:pt x="21864" y="23089"/>
                </a:lnTo>
                <a:lnTo>
                  <a:pt x="22170" y="22834"/>
                </a:lnTo>
                <a:lnTo>
                  <a:pt x="22426" y="22527"/>
                </a:lnTo>
                <a:lnTo>
                  <a:pt x="22630" y="22119"/>
                </a:lnTo>
                <a:lnTo>
                  <a:pt x="22732" y="21710"/>
                </a:lnTo>
                <a:lnTo>
                  <a:pt x="22834" y="21199"/>
                </a:lnTo>
                <a:lnTo>
                  <a:pt x="22885" y="20689"/>
                </a:lnTo>
                <a:lnTo>
                  <a:pt x="22834" y="20127"/>
                </a:lnTo>
                <a:lnTo>
                  <a:pt x="22732" y="19463"/>
                </a:lnTo>
                <a:lnTo>
                  <a:pt x="22579" y="18799"/>
                </a:lnTo>
                <a:lnTo>
                  <a:pt x="22374" y="18083"/>
                </a:lnTo>
                <a:lnTo>
                  <a:pt x="22119" y="17317"/>
                </a:lnTo>
                <a:lnTo>
                  <a:pt x="21761" y="16500"/>
                </a:lnTo>
                <a:lnTo>
                  <a:pt x="21404" y="15734"/>
                </a:lnTo>
                <a:lnTo>
                  <a:pt x="21046" y="14967"/>
                </a:lnTo>
                <a:lnTo>
                  <a:pt x="20638" y="14303"/>
                </a:lnTo>
                <a:lnTo>
                  <a:pt x="20229" y="13690"/>
                </a:lnTo>
                <a:lnTo>
                  <a:pt x="19769" y="13077"/>
                </a:lnTo>
                <a:lnTo>
                  <a:pt x="19361" y="12567"/>
                </a:lnTo>
                <a:lnTo>
                  <a:pt x="18901" y="12056"/>
                </a:lnTo>
                <a:lnTo>
                  <a:pt x="18441" y="11647"/>
                </a:lnTo>
                <a:lnTo>
                  <a:pt x="17930" y="11239"/>
                </a:lnTo>
                <a:lnTo>
                  <a:pt x="17471" y="10932"/>
                </a:lnTo>
                <a:lnTo>
                  <a:pt x="16960" y="10626"/>
                </a:lnTo>
                <a:lnTo>
                  <a:pt x="16449" y="10421"/>
                </a:lnTo>
                <a:lnTo>
                  <a:pt x="15938" y="10217"/>
                </a:lnTo>
                <a:lnTo>
                  <a:pt x="15427" y="10064"/>
                </a:lnTo>
                <a:lnTo>
                  <a:pt x="14917" y="10013"/>
                </a:lnTo>
                <a:lnTo>
                  <a:pt x="14355" y="9961"/>
                </a:lnTo>
                <a:close/>
                <a:moveTo>
                  <a:pt x="3117" y="10626"/>
                </a:moveTo>
                <a:lnTo>
                  <a:pt x="2810" y="10677"/>
                </a:lnTo>
                <a:lnTo>
                  <a:pt x="2299" y="10728"/>
                </a:lnTo>
                <a:lnTo>
                  <a:pt x="1840" y="10830"/>
                </a:lnTo>
                <a:lnTo>
                  <a:pt x="1431" y="10983"/>
                </a:lnTo>
                <a:lnTo>
                  <a:pt x="1022" y="11187"/>
                </a:lnTo>
                <a:lnTo>
                  <a:pt x="716" y="11494"/>
                </a:lnTo>
                <a:lnTo>
                  <a:pt x="460" y="11800"/>
                </a:lnTo>
                <a:lnTo>
                  <a:pt x="256" y="12158"/>
                </a:lnTo>
                <a:lnTo>
                  <a:pt x="103" y="12567"/>
                </a:lnTo>
                <a:lnTo>
                  <a:pt x="1" y="13026"/>
                </a:lnTo>
                <a:lnTo>
                  <a:pt x="1" y="13588"/>
                </a:lnTo>
                <a:lnTo>
                  <a:pt x="1" y="14150"/>
                </a:lnTo>
                <a:lnTo>
                  <a:pt x="103" y="14763"/>
                </a:lnTo>
                <a:lnTo>
                  <a:pt x="256" y="15427"/>
                </a:lnTo>
                <a:lnTo>
                  <a:pt x="460" y="16142"/>
                </a:lnTo>
                <a:lnTo>
                  <a:pt x="716" y="16909"/>
                </a:lnTo>
                <a:lnTo>
                  <a:pt x="1073" y="17726"/>
                </a:lnTo>
                <a:lnTo>
                  <a:pt x="1431" y="18492"/>
                </a:lnTo>
                <a:lnTo>
                  <a:pt x="1789" y="19258"/>
                </a:lnTo>
                <a:lnTo>
                  <a:pt x="2197" y="19922"/>
                </a:lnTo>
                <a:lnTo>
                  <a:pt x="2606" y="20586"/>
                </a:lnTo>
                <a:lnTo>
                  <a:pt x="3066" y="21148"/>
                </a:lnTo>
                <a:lnTo>
                  <a:pt x="3525" y="21710"/>
                </a:lnTo>
                <a:lnTo>
                  <a:pt x="3985" y="22221"/>
                </a:lnTo>
                <a:lnTo>
                  <a:pt x="4445" y="22630"/>
                </a:lnTo>
                <a:lnTo>
                  <a:pt x="4956" y="23038"/>
                </a:lnTo>
                <a:lnTo>
                  <a:pt x="5415" y="23396"/>
                </a:lnTo>
                <a:lnTo>
                  <a:pt x="5926" y="23651"/>
                </a:lnTo>
                <a:lnTo>
                  <a:pt x="6437" y="23907"/>
                </a:lnTo>
                <a:lnTo>
                  <a:pt x="6948" y="24111"/>
                </a:lnTo>
                <a:lnTo>
                  <a:pt x="7510" y="24213"/>
                </a:lnTo>
                <a:lnTo>
                  <a:pt x="8021" y="24315"/>
                </a:lnTo>
                <a:lnTo>
                  <a:pt x="8531" y="24366"/>
                </a:lnTo>
                <a:lnTo>
                  <a:pt x="8838" y="24315"/>
                </a:lnTo>
                <a:lnTo>
                  <a:pt x="9349" y="24264"/>
                </a:lnTo>
                <a:lnTo>
                  <a:pt x="9808" y="24162"/>
                </a:lnTo>
                <a:lnTo>
                  <a:pt x="10217" y="24009"/>
                </a:lnTo>
                <a:lnTo>
                  <a:pt x="10575" y="23753"/>
                </a:lnTo>
                <a:lnTo>
                  <a:pt x="10881" y="23498"/>
                </a:lnTo>
                <a:lnTo>
                  <a:pt x="11137" y="23192"/>
                </a:lnTo>
                <a:lnTo>
                  <a:pt x="11341" y="22783"/>
                </a:lnTo>
                <a:lnTo>
                  <a:pt x="11494" y="22374"/>
                </a:lnTo>
                <a:lnTo>
                  <a:pt x="11596" y="21863"/>
                </a:lnTo>
                <a:lnTo>
                  <a:pt x="11596" y="21353"/>
                </a:lnTo>
                <a:lnTo>
                  <a:pt x="11596" y="20740"/>
                </a:lnTo>
                <a:lnTo>
                  <a:pt x="11494" y="20127"/>
                </a:lnTo>
                <a:lnTo>
                  <a:pt x="11341" y="19463"/>
                </a:lnTo>
                <a:lnTo>
                  <a:pt x="11137" y="18747"/>
                </a:lnTo>
                <a:lnTo>
                  <a:pt x="10881" y="17981"/>
                </a:lnTo>
                <a:lnTo>
                  <a:pt x="10524" y="17164"/>
                </a:lnTo>
                <a:lnTo>
                  <a:pt x="10166" y="16398"/>
                </a:lnTo>
                <a:lnTo>
                  <a:pt x="9757" y="15631"/>
                </a:lnTo>
                <a:lnTo>
                  <a:pt x="9400" y="14967"/>
                </a:lnTo>
                <a:lnTo>
                  <a:pt x="8940" y="14354"/>
                </a:lnTo>
                <a:lnTo>
                  <a:pt x="8531" y="13741"/>
                </a:lnTo>
                <a:lnTo>
                  <a:pt x="8072" y="13231"/>
                </a:lnTo>
                <a:lnTo>
                  <a:pt x="7612" y="12720"/>
                </a:lnTo>
                <a:lnTo>
                  <a:pt x="7152" y="12311"/>
                </a:lnTo>
                <a:lnTo>
                  <a:pt x="6692" y="11903"/>
                </a:lnTo>
                <a:lnTo>
                  <a:pt x="6182" y="11596"/>
                </a:lnTo>
                <a:lnTo>
                  <a:pt x="5671" y="11290"/>
                </a:lnTo>
                <a:lnTo>
                  <a:pt x="5211" y="11034"/>
                </a:lnTo>
                <a:lnTo>
                  <a:pt x="4700" y="10881"/>
                </a:lnTo>
                <a:lnTo>
                  <a:pt x="4138" y="10728"/>
                </a:lnTo>
                <a:lnTo>
                  <a:pt x="3628" y="10677"/>
                </a:lnTo>
                <a:lnTo>
                  <a:pt x="3117" y="10626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4" name="Google Shape;194;p9"/>
          <p:cNvSpPr>
            <a:spLocks noGrp="1"/>
          </p:cNvSpPr>
          <p:nvPr/>
        </p:nvSpPr>
        <p:spPr>
          <a:xfrm>
            <a:off x="-84136" y="2212963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10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1" y="1482"/>
                </a:lnTo>
                <a:lnTo>
                  <a:pt x="52" y="1175"/>
                </a:lnTo>
                <a:lnTo>
                  <a:pt x="52" y="869"/>
                </a:lnTo>
                <a:lnTo>
                  <a:pt x="154" y="665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80" y="1"/>
                </a:lnTo>
                <a:lnTo>
                  <a:pt x="1380" y="1"/>
                </a:lnTo>
                <a:lnTo>
                  <a:pt x="1840" y="52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25"/>
                </a:lnTo>
                <a:lnTo>
                  <a:pt x="5722" y="4802"/>
                </a:lnTo>
                <a:lnTo>
                  <a:pt x="5722" y="4802"/>
                </a:lnTo>
                <a:lnTo>
                  <a:pt x="6233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429"/>
                </a:lnTo>
                <a:lnTo>
                  <a:pt x="6794" y="8735"/>
                </a:lnTo>
                <a:lnTo>
                  <a:pt x="6743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437" y="9655"/>
                </a:lnTo>
                <a:lnTo>
                  <a:pt x="6233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20" y="9961"/>
                </a:lnTo>
                <a:lnTo>
                  <a:pt x="5620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5" name="Google Shape;195;p9"/>
          <p:cNvSpPr>
            <a:spLocks noGrp="1"/>
          </p:cNvSpPr>
          <p:nvPr/>
        </p:nvSpPr>
        <p:spPr>
          <a:xfrm>
            <a:off x="-96384" y="2203321"/>
            <a:ext cx="59160" cy="70103"/>
          </a:xfrm>
          <a:custGeom>
            <a:avLst/>
            <a:gdLst/>
            <a:ahLst/>
            <a:cxnLst/>
            <a:rect l="l" t="t" r="r" b="b"/>
            <a:pathLst>
              <a:path w="11597" h="13742">
                <a:moveTo>
                  <a:pt x="3117" y="1"/>
                </a:moveTo>
                <a:lnTo>
                  <a:pt x="3117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22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03" y="1942"/>
                </a:lnTo>
                <a:lnTo>
                  <a:pt x="1" y="2401"/>
                </a:lnTo>
                <a:lnTo>
                  <a:pt x="1" y="2963"/>
                </a:lnTo>
                <a:lnTo>
                  <a:pt x="1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789" y="8633"/>
                </a:lnTo>
                <a:lnTo>
                  <a:pt x="2197" y="9297"/>
                </a:lnTo>
                <a:lnTo>
                  <a:pt x="2606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588"/>
                </a:lnTo>
                <a:lnTo>
                  <a:pt x="8021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5" y="13128"/>
                </a:lnTo>
                <a:lnTo>
                  <a:pt x="10881" y="12873"/>
                </a:lnTo>
                <a:lnTo>
                  <a:pt x="11137" y="12567"/>
                </a:lnTo>
                <a:lnTo>
                  <a:pt x="11341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838"/>
                </a:lnTo>
                <a:lnTo>
                  <a:pt x="11137" y="8122"/>
                </a:lnTo>
                <a:lnTo>
                  <a:pt x="10881" y="7356"/>
                </a:lnTo>
                <a:lnTo>
                  <a:pt x="10524" y="6539"/>
                </a:lnTo>
                <a:lnTo>
                  <a:pt x="10524" y="6539"/>
                </a:lnTo>
                <a:lnTo>
                  <a:pt x="10166" y="5773"/>
                </a:lnTo>
                <a:lnTo>
                  <a:pt x="9757" y="5006"/>
                </a:lnTo>
                <a:lnTo>
                  <a:pt x="9400" y="4342"/>
                </a:lnTo>
                <a:lnTo>
                  <a:pt x="8940" y="3729"/>
                </a:lnTo>
                <a:lnTo>
                  <a:pt x="8531" y="3116"/>
                </a:lnTo>
                <a:lnTo>
                  <a:pt x="8072" y="2606"/>
                </a:lnTo>
                <a:lnTo>
                  <a:pt x="7612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2" y="971"/>
                </a:lnTo>
                <a:lnTo>
                  <a:pt x="567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8" y="52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6" name="Google Shape;196;p9"/>
          <p:cNvSpPr>
            <a:spLocks noGrp="1"/>
          </p:cNvSpPr>
          <p:nvPr/>
        </p:nvSpPr>
        <p:spPr>
          <a:xfrm>
            <a:off x="-26547" y="2209575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15" y="9961"/>
                </a:moveTo>
                <a:lnTo>
                  <a:pt x="5415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394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0"/>
                </a:lnTo>
                <a:lnTo>
                  <a:pt x="154" y="270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16" y="103"/>
                </a:lnTo>
                <a:lnTo>
                  <a:pt x="971" y="52"/>
                </a:lnTo>
                <a:lnTo>
                  <a:pt x="1175" y="0"/>
                </a:lnTo>
                <a:lnTo>
                  <a:pt x="1175" y="0"/>
                </a:lnTo>
                <a:lnTo>
                  <a:pt x="1329" y="0"/>
                </a:lnTo>
                <a:lnTo>
                  <a:pt x="1329" y="0"/>
                </a:lnTo>
                <a:lnTo>
                  <a:pt x="1840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3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8" y="9859"/>
                </a:lnTo>
                <a:lnTo>
                  <a:pt x="577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15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7" name="Google Shape;197;p9"/>
          <p:cNvSpPr>
            <a:spLocks noGrp="1"/>
          </p:cNvSpPr>
          <p:nvPr/>
        </p:nvSpPr>
        <p:spPr>
          <a:xfrm>
            <a:off x="-39055" y="2199933"/>
            <a:ext cx="59420" cy="70103"/>
          </a:xfrm>
          <a:custGeom>
            <a:avLst/>
            <a:gdLst/>
            <a:ahLst/>
            <a:cxnLst/>
            <a:rect l="l" t="t" r="r" b="b"/>
            <a:pathLst>
              <a:path w="11648" h="13742">
                <a:moveTo>
                  <a:pt x="3117" y="0"/>
                </a:moveTo>
                <a:lnTo>
                  <a:pt x="3117" y="0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54" y="1942"/>
                </a:lnTo>
                <a:lnTo>
                  <a:pt x="52" y="2452"/>
                </a:lnTo>
                <a:lnTo>
                  <a:pt x="1" y="2963"/>
                </a:lnTo>
                <a:lnTo>
                  <a:pt x="52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3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840" y="8633"/>
                </a:lnTo>
                <a:lnTo>
                  <a:pt x="2248" y="9297"/>
                </a:lnTo>
                <a:lnTo>
                  <a:pt x="2657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66" y="12771"/>
                </a:lnTo>
                <a:lnTo>
                  <a:pt x="5926" y="13077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626" y="13128"/>
                </a:lnTo>
                <a:lnTo>
                  <a:pt x="10932" y="12873"/>
                </a:lnTo>
                <a:lnTo>
                  <a:pt x="11188" y="12566"/>
                </a:lnTo>
                <a:lnTo>
                  <a:pt x="11392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4" y="9502"/>
                </a:lnTo>
                <a:lnTo>
                  <a:pt x="11341" y="8838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73"/>
                </a:lnTo>
                <a:lnTo>
                  <a:pt x="9808" y="5006"/>
                </a:lnTo>
                <a:lnTo>
                  <a:pt x="9400" y="4342"/>
                </a:lnTo>
                <a:lnTo>
                  <a:pt x="8991" y="3729"/>
                </a:lnTo>
                <a:lnTo>
                  <a:pt x="8531" y="3116"/>
                </a:lnTo>
                <a:lnTo>
                  <a:pt x="8123" y="2606"/>
                </a:lnTo>
                <a:lnTo>
                  <a:pt x="7663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3" y="971"/>
                </a:lnTo>
                <a:lnTo>
                  <a:pt x="5722" y="665"/>
                </a:lnTo>
                <a:lnTo>
                  <a:pt x="5211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9" y="52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8" name="Google Shape;198;p9"/>
          <p:cNvSpPr>
            <a:spLocks noGrp="1"/>
          </p:cNvSpPr>
          <p:nvPr/>
        </p:nvSpPr>
        <p:spPr>
          <a:xfrm>
            <a:off x="30783" y="2206188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335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5" y="2708"/>
                </a:lnTo>
                <a:lnTo>
                  <a:pt x="103" y="224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0"/>
                </a:lnTo>
                <a:lnTo>
                  <a:pt x="1226" y="0"/>
                </a:lnTo>
                <a:lnTo>
                  <a:pt x="1329" y="0"/>
                </a:lnTo>
                <a:lnTo>
                  <a:pt x="1329" y="0"/>
                </a:lnTo>
                <a:lnTo>
                  <a:pt x="1839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3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0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9" name="Google Shape;199;p9"/>
          <p:cNvSpPr>
            <a:spLocks noGrp="1"/>
          </p:cNvSpPr>
          <p:nvPr/>
        </p:nvSpPr>
        <p:spPr>
          <a:xfrm>
            <a:off x="18275" y="2196807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8" y="0"/>
                </a:moveTo>
                <a:lnTo>
                  <a:pt x="3168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2"/>
                </a:lnTo>
                <a:lnTo>
                  <a:pt x="1840" y="154"/>
                </a:lnTo>
                <a:lnTo>
                  <a:pt x="1431" y="307"/>
                </a:lnTo>
                <a:lnTo>
                  <a:pt x="1073" y="511"/>
                </a:lnTo>
                <a:lnTo>
                  <a:pt x="767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4" y="1891"/>
                </a:lnTo>
                <a:lnTo>
                  <a:pt x="52" y="2401"/>
                </a:lnTo>
                <a:lnTo>
                  <a:pt x="1" y="2912"/>
                </a:lnTo>
                <a:lnTo>
                  <a:pt x="52" y="3474"/>
                </a:lnTo>
                <a:lnTo>
                  <a:pt x="154" y="4087"/>
                </a:lnTo>
                <a:lnTo>
                  <a:pt x="256" y="4751"/>
                </a:lnTo>
                <a:lnTo>
                  <a:pt x="511" y="5466"/>
                </a:lnTo>
                <a:lnTo>
                  <a:pt x="767" y="6232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40" y="8582"/>
                </a:lnTo>
                <a:lnTo>
                  <a:pt x="2248" y="9246"/>
                </a:lnTo>
                <a:lnTo>
                  <a:pt x="2657" y="9910"/>
                </a:lnTo>
                <a:lnTo>
                  <a:pt x="3117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1954"/>
                </a:lnTo>
                <a:lnTo>
                  <a:pt x="4956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8" y="13231"/>
                </a:lnTo>
                <a:lnTo>
                  <a:pt x="6999" y="13435"/>
                </a:lnTo>
                <a:lnTo>
                  <a:pt x="7510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68" y="13333"/>
                </a:lnTo>
                <a:lnTo>
                  <a:pt x="10626" y="13077"/>
                </a:lnTo>
                <a:lnTo>
                  <a:pt x="10932" y="12822"/>
                </a:lnTo>
                <a:lnTo>
                  <a:pt x="11187" y="12515"/>
                </a:lnTo>
                <a:lnTo>
                  <a:pt x="11392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647" y="10676"/>
                </a:lnTo>
                <a:lnTo>
                  <a:pt x="11596" y="10115"/>
                </a:lnTo>
                <a:lnTo>
                  <a:pt x="11494" y="9451"/>
                </a:lnTo>
                <a:lnTo>
                  <a:pt x="11341" y="8786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4955"/>
                </a:lnTo>
                <a:lnTo>
                  <a:pt x="9400" y="4291"/>
                </a:lnTo>
                <a:lnTo>
                  <a:pt x="8991" y="3678"/>
                </a:lnTo>
                <a:lnTo>
                  <a:pt x="8582" y="3065"/>
                </a:lnTo>
                <a:lnTo>
                  <a:pt x="8123" y="2555"/>
                </a:lnTo>
                <a:lnTo>
                  <a:pt x="7663" y="2044"/>
                </a:lnTo>
                <a:lnTo>
                  <a:pt x="7203" y="1635"/>
                </a:lnTo>
                <a:lnTo>
                  <a:pt x="6692" y="1226"/>
                </a:lnTo>
                <a:lnTo>
                  <a:pt x="6233" y="920"/>
                </a:lnTo>
                <a:lnTo>
                  <a:pt x="5722" y="613"/>
                </a:lnTo>
                <a:lnTo>
                  <a:pt x="5211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0"/>
                </a:lnTo>
                <a:lnTo>
                  <a:pt x="316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" name="Google Shape;200;p9"/>
          <p:cNvSpPr>
            <a:spLocks noGrp="1"/>
          </p:cNvSpPr>
          <p:nvPr/>
        </p:nvSpPr>
        <p:spPr>
          <a:xfrm>
            <a:off x="88112" y="2202800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89"/>
                </a:lnTo>
                <a:lnTo>
                  <a:pt x="2810" y="8224"/>
                </a:lnTo>
                <a:lnTo>
                  <a:pt x="2248" y="7356"/>
                </a:lnTo>
                <a:lnTo>
                  <a:pt x="1635" y="6334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80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0" y="1482"/>
                </a:lnTo>
                <a:lnTo>
                  <a:pt x="0" y="1175"/>
                </a:lnTo>
                <a:lnTo>
                  <a:pt x="52" y="920"/>
                </a:lnTo>
                <a:lnTo>
                  <a:pt x="154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80" y="0"/>
                </a:lnTo>
                <a:lnTo>
                  <a:pt x="1380" y="0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54"/>
                </a:lnTo>
                <a:lnTo>
                  <a:pt x="5109" y="3576"/>
                </a:lnTo>
                <a:lnTo>
                  <a:pt x="5722" y="4802"/>
                </a:lnTo>
                <a:lnTo>
                  <a:pt x="5722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71"/>
                </a:lnTo>
                <a:lnTo>
                  <a:pt x="6794" y="8429"/>
                </a:lnTo>
                <a:lnTo>
                  <a:pt x="6743" y="8735"/>
                </a:lnTo>
                <a:lnTo>
                  <a:pt x="6743" y="9042"/>
                </a:lnTo>
                <a:lnTo>
                  <a:pt x="6641" y="9297"/>
                </a:lnTo>
                <a:lnTo>
                  <a:pt x="6539" y="9501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619" y="9961"/>
                </a:lnTo>
                <a:lnTo>
                  <a:pt x="5619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" name="Google Shape;201;p9"/>
          <p:cNvSpPr>
            <a:spLocks noGrp="1"/>
          </p:cNvSpPr>
          <p:nvPr/>
        </p:nvSpPr>
        <p:spPr>
          <a:xfrm>
            <a:off x="75864" y="2193419"/>
            <a:ext cx="59160" cy="69843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0"/>
                </a:moveTo>
                <a:lnTo>
                  <a:pt x="3117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2"/>
                </a:lnTo>
                <a:lnTo>
                  <a:pt x="1840" y="154"/>
                </a:lnTo>
                <a:lnTo>
                  <a:pt x="1380" y="307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482"/>
                </a:lnTo>
                <a:lnTo>
                  <a:pt x="103" y="1942"/>
                </a:lnTo>
                <a:lnTo>
                  <a:pt x="1" y="2401"/>
                </a:lnTo>
                <a:lnTo>
                  <a:pt x="1" y="2912"/>
                </a:lnTo>
                <a:lnTo>
                  <a:pt x="1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6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16"/>
                </a:lnTo>
                <a:lnTo>
                  <a:pt x="1788" y="8582"/>
                </a:lnTo>
                <a:lnTo>
                  <a:pt x="2197" y="9246"/>
                </a:lnTo>
                <a:lnTo>
                  <a:pt x="2606" y="9910"/>
                </a:lnTo>
                <a:lnTo>
                  <a:pt x="3066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6" y="12362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31"/>
                </a:lnTo>
                <a:lnTo>
                  <a:pt x="6948" y="13435"/>
                </a:lnTo>
                <a:lnTo>
                  <a:pt x="745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22"/>
                </a:lnTo>
                <a:lnTo>
                  <a:pt x="11136" y="12515"/>
                </a:lnTo>
                <a:lnTo>
                  <a:pt x="11341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596" y="10676"/>
                </a:lnTo>
                <a:lnTo>
                  <a:pt x="11596" y="10115"/>
                </a:lnTo>
                <a:lnTo>
                  <a:pt x="11494" y="9450"/>
                </a:lnTo>
                <a:lnTo>
                  <a:pt x="11341" y="8786"/>
                </a:lnTo>
                <a:lnTo>
                  <a:pt x="11136" y="8071"/>
                </a:lnTo>
                <a:lnTo>
                  <a:pt x="10830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6"/>
                </a:lnTo>
                <a:lnTo>
                  <a:pt x="9349" y="4291"/>
                </a:lnTo>
                <a:lnTo>
                  <a:pt x="8940" y="3678"/>
                </a:lnTo>
                <a:lnTo>
                  <a:pt x="8531" y="3065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5"/>
                </a:lnTo>
                <a:lnTo>
                  <a:pt x="6692" y="1226"/>
                </a:lnTo>
                <a:lnTo>
                  <a:pt x="6181" y="920"/>
                </a:lnTo>
                <a:lnTo>
                  <a:pt x="5671" y="613"/>
                </a:lnTo>
                <a:lnTo>
                  <a:pt x="5160" y="409"/>
                </a:lnTo>
                <a:lnTo>
                  <a:pt x="4649" y="205"/>
                </a:lnTo>
                <a:lnTo>
                  <a:pt x="4138" y="103"/>
                </a:lnTo>
                <a:lnTo>
                  <a:pt x="3627" y="0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" name="Google Shape;202;p9"/>
          <p:cNvSpPr>
            <a:spLocks noGrp="1"/>
          </p:cNvSpPr>
          <p:nvPr/>
        </p:nvSpPr>
        <p:spPr>
          <a:xfrm>
            <a:off x="167852" y="2198108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2"/>
                </a:moveTo>
                <a:lnTo>
                  <a:pt x="5466" y="9962"/>
                </a:lnTo>
                <a:lnTo>
                  <a:pt x="5211" y="9962"/>
                </a:lnTo>
                <a:lnTo>
                  <a:pt x="4955" y="9911"/>
                </a:lnTo>
                <a:lnTo>
                  <a:pt x="4700" y="9809"/>
                </a:lnTo>
                <a:lnTo>
                  <a:pt x="4444" y="9706"/>
                </a:lnTo>
                <a:lnTo>
                  <a:pt x="3934" y="9349"/>
                </a:lnTo>
                <a:lnTo>
                  <a:pt x="3372" y="8889"/>
                </a:lnTo>
                <a:lnTo>
                  <a:pt x="2810" y="8225"/>
                </a:lnTo>
                <a:lnTo>
                  <a:pt x="2248" y="7357"/>
                </a:lnTo>
                <a:lnTo>
                  <a:pt x="1635" y="6335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1" y="1840"/>
                </a:lnTo>
                <a:lnTo>
                  <a:pt x="0" y="1482"/>
                </a:lnTo>
                <a:lnTo>
                  <a:pt x="51" y="1176"/>
                </a:lnTo>
                <a:lnTo>
                  <a:pt x="51" y="920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52"/>
                </a:lnTo>
                <a:lnTo>
                  <a:pt x="1226" y="52"/>
                </a:lnTo>
                <a:lnTo>
                  <a:pt x="1380" y="1"/>
                </a:lnTo>
                <a:lnTo>
                  <a:pt x="1380" y="1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74"/>
                </a:lnTo>
                <a:lnTo>
                  <a:pt x="3985" y="1687"/>
                </a:lnTo>
                <a:lnTo>
                  <a:pt x="4547" y="2555"/>
                </a:lnTo>
                <a:lnTo>
                  <a:pt x="5109" y="3577"/>
                </a:lnTo>
                <a:lnTo>
                  <a:pt x="5722" y="4803"/>
                </a:lnTo>
                <a:lnTo>
                  <a:pt x="5722" y="4803"/>
                </a:lnTo>
                <a:lnTo>
                  <a:pt x="6232" y="6080"/>
                </a:lnTo>
                <a:lnTo>
                  <a:pt x="6590" y="7152"/>
                </a:lnTo>
                <a:lnTo>
                  <a:pt x="6743" y="8072"/>
                </a:lnTo>
                <a:lnTo>
                  <a:pt x="6794" y="8429"/>
                </a:lnTo>
                <a:lnTo>
                  <a:pt x="6794" y="8736"/>
                </a:lnTo>
                <a:lnTo>
                  <a:pt x="6743" y="9042"/>
                </a:lnTo>
                <a:lnTo>
                  <a:pt x="6641" y="9298"/>
                </a:lnTo>
                <a:lnTo>
                  <a:pt x="6539" y="9502"/>
                </a:lnTo>
                <a:lnTo>
                  <a:pt x="6437" y="9655"/>
                </a:lnTo>
                <a:lnTo>
                  <a:pt x="6232" y="9757"/>
                </a:lnTo>
                <a:lnTo>
                  <a:pt x="6079" y="9860"/>
                </a:lnTo>
                <a:lnTo>
                  <a:pt x="5824" y="9911"/>
                </a:lnTo>
                <a:lnTo>
                  <a:pt x="5619" y="9962"/>
                </a:lnTo>
                <a:lnTo>
                  <a:pt x="5619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3" name="Google Shape;203;p9"/>
          <p:cNvSpPr>
            <a:spLocks noGrp="1"/>
          </p:cNvSpPr>
          <p:nvPr/>
        </p:nvSpPr>
        <p:spPr>
          <a:xfrm>
            <a:off x="155603" y="2188725"/>
            <a:ext cx="59160" cy="69843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1"/>
                </a:moveTo>
                <a:lnTo>
                  <a:pt x="3117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22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1" y="2402"/>
                </a:lnTo>
                <a:lnTo>
                  <a:pt x="1" y="2913"/>
                </a:lnTo>
                <a:lnTo>
                  <a:pt x="1" y="3475"/>
                </a:lnTo>
                <a:lnTo>
                  <a:pt x="103" y="4087"/>
                </a:lnTo>
                <a:lnTo>
                  <a:pt x="256" y="4752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788" y="8583"/>
                </a:lnTo>
                <a:lnTo>
                  <a:pt x="2197" y="9247"/>
                </a:lnTo>
                <a:lnTo>
                  <a:pt x="2606" y="9911"/>
                </a:lnTo>
                <a:lnTo>
                  <a:pt x="3065" y="10524"/>
                </a:lnTo>
                <a:lnTo>
                  <a:pt x="3525" y="11035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15" y="12720"/>
                </a:lnTo>
                <a:lnTo>
                  <a:pt x="5926" y="13027"/>
                </a:lnTo>
                <a:lnTo>
                  <a:pt x="6437" y="13231"/>
                </a:lnTo>
                <a:lnTo>
                  <a:pt x="6948" y="13435"/>
                </a:lnTo>
                <a:lnTo>
                  <a:pt x="7458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596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7"/>
                </a:lnTo>
                <a:lnTo>
                  <a:pt x="9400" y="4292"/>
                </a:lnTo>
                <a:lnTo>
                  <a:pt x="8940" y="3679"/>
                </a:lnTo>
                <a:lnTo>
                  <a:pt x="8531" y="3066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6"/>
                </a:lnTo>
                <a:lnTo>
                  <a:pt x="6692" y="1227"/>
                </a:lnTo>
                <a:lnTo>
                  <a:pt x="6181" y="920"/>
                </a:lnTo>
                <a:lnTo>
                  <a:pt x="5671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38" y="103"/>
                </a:lnTo>
                <a:lnTo>
                  <a:pt x="3627" y="1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4" name="Google Shape;204;p9"/>
          <p:cNvSpPr>
            <a:spLocks noGrp="1"/>
          </p:cNvSpPr>
          <p:nvPr/>
        </p:nvSpPr>
        <p:spPr>
          <a:xfrm>
            <a:off x="225441" y="2194980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15" y="9911"/>
                </a:moveTo>
                <a:lnTo>
                  <a:pt x="5415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393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6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154" y="2657"/>
                </a:lnTo>
                <a:lnTo>
                  <a:pt x="0" y="1789"/>
                </a:lnTo>
                <a:lnTo>
                  <a:pt x="0" y="1431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05" y="461"/>
                </a:lnTo>
                <a:lnTo>
                  <a:pt x="358" y="256"/>
                </a:lnTo>
                <a:lnTo>
                  <a:pt x="562" y="154"/>
                </a:lnTo>
                <a:lnTo>
                  <a:pt x="716" y="52"/>
                </a:lnTo>
                <a:lnTo>
                  <a:pt x="971" y="1"/>
                </a:lnTo>
                <a:lnTo>
                  <a:pt x="1175" y="1"/>
                </a:lnTo>
                <a:lnTo>
                  <a:pt x="1175" y="1"/>
                </a:lnTo>
                <a:lnTo>
                  <a:pt x="1329" y="1"/>
                </a:lnTo>
                <a:lnTo>
                  <a:pt x="1329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3"/>
                </a:lnTo>
                <a:lnTo>
                  <a:pt x="3934" y="1636"/>
                </a:lnTo>
                <a:lnTo>
                  <a:pt x="4496" y="2504"/>
                </a:lnTo>
                <a:lnTo>
                  <a:pt x="5109" y="3526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9"/>
                </a:lnTo>
                <a:lnTo>
                  <a:pt x="6539" y="7101"/>
                </a:lnTo>
                <a:lnTo>
                  <a:pt x="6692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488" y="9451"/>
                </a:lnTo>
                <a:lnTo>
                  <a:pt x="6386" y="9604"/>
                </a:lnTo>
                <a:lnTo>
                  <a:pt x="6232" y="9706"/>
                </a:lnTo>
                <a:lnTo>
                  <a:pt x="6028" y="9809"/>
                </a:lnTo>
                <a:lnTo>
                  <a:pt x="5773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15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5" name="Google Shape;205;p9"/>
          <p:cNvSpPr>
            <a:spLocks noGrp="1"/>
          </p:cNvSpPr>
          <p:nvPr/>
        </p:nvSpPr>
        <p:spPr>
          <a:xfrm>
            <a:off x="212932" y="2185339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73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52" y="2402"/>
                </a:lnTo>
                <a:lnTo>
                  <a:pt x="0" y="2913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39" y="8583"/>
                </a:lnTo>
                <a:lnTo>
                  <a:pt x="2197" y="9247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26" y="13027"/>
                </a:lnTo>
                <a:lnTo>
                  <a:pt x="6437" y="13282"/>
                </a:lnTo>
                <a:lnTo>
                  <a:pt x="6948" y="13435"/>
                </a:lnTo>
                <a:lnTo>
                  <a:pt x="7509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152" y="1636"/>
                </a:lnTo>
                <a:lnTo>
                  <a:pt x="6692" y="1278"/>
                </a:lnTo>
                <a:lnTo>
                  <a:pt x="6181" y="920"/>
                </a:lnTo>
                <a:lnTo>
                  <a:pt x="5722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27" y="1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6" name="Google Shape;206;p9"/>
          <p:cNvSpPr>
            <a:spLocks noGrp="1"/>
          </p:cNvSpPr>
          <p:nvPr/>
        </p:nvSpPr>
        <p:spPr>
          <a:xfrm>
            <a:off x="282771" y="2191593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444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5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205" y="2657"/>
                </a:lnTo>
                <a:lnTo>
                  <a:pt x="51" y="2248"/>
                </a:lnTo>
                <a:lnTo>
                  <a:pt x="0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56" y="461"/>
                </a:lnTo>
                <a:lnTo>
                  <a:pt x="358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34" y="1687"/>
                </a:lnTo>
                <a:lnTo>
                  <a:pt x="4496" y="2504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8"/>
                </a:lnTo>
                <a:lnTo>
                  <a:pt x="6539" y="7101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6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7" name="Google Shape;207;p9"/>
          <p:cNvSpPr>
            <a:spLocks noGrp="1"/>
          </p:cNvSpPr>
          <p:nvPr/>
        </p:nvSpPr>
        <p:spPr>
          <a:xfrm>
            <a:off x="270261" y="2181951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2" y="2402"/>
                </a:lnTo>
                <a:lnTo>
                  <a:pt x="0" y="2912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3"/>
                </a:lnTo>
                <a:lnTo>
                  <a:pt x="2248" y="9298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494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692" y="1278"/>
                </a:lnTo>
                <a:lnTo>
                  <a:pt x="6232" y="920"/>
                </a:lnTo>
                <a:lnTo>
                  <a:pt x="5722" y="665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8" name="Google Shape;208;p9"/>
          <p:cNvSpPr>
            <a:spLocks noGrp="1"/>
          </p:cNvSpPr>
          <p:nvPr/>
        </p:nvSpPr>
        <p:spPr>
          <a:xfrm>
            <a:off x="340099" y="2188205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808"/>
                </a:lnTo>
                <a:lnTo>
                  <a:pt x="4444" y="9655"/>
                </a:lnTo>
                <a:lnTo>
                  <a:pt x="3882" y="9349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05"/>
                </a:lnTo>
                <a:lnTo>
                  <a:pt x="1635" y="6284"/>
                </a:lnTo>
                <a:lnTo>
                  <a:pt x="1073" y="5007"/>
                </a:lnTo>
                <a:lnTo>
                  <a:pt x="1073" y="5007"/>
                </a:lnTo>
                <a:lnTo>
                  <a:pt x="511" y="3730"/>
                </a:lnTo>
                <a:lnTo>
                  <a:pt x="205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39" y="7152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9" name="Google Shape;209;p9"/>
          <p:cNvSpPr>
            <a:spLocks noGrp="1"/>
          </p:cNvSpPr>
          <p:nvPr/>
        </p:nvSpPr>
        <p:spPr>
          <a:xfrm>
            <a:off x="327591" y="2178564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1" y="2402"/>
                </a:lnTo>
                <a:lnTo>
                  <a:pt x="0" y="2912"/>
                </a:lnTo>
                <a:lnTo>
                  <a:pt x="51" y="3474"/>
                </a:lnTo>
                <a:lnTo>
                  <a:pt x="154" y="4087"/>
                </a:lnTo>
                <a:lnTo>
                  <a:pt x="256" y="4802"/>
                </a:lnTo>
                <a:lnTo>
                  <a:pt x="511" y="5518"/>
                </a:lnTo>
                <a:lnTo>
                  <a:pt x="767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8"/>
                </a:lnTo>
                <a:lnTo>
                  <a:pt x="2657" y="9911"/>
                </a:lnTo>
                <a:lnTo>
                  <a:pt x="3116" y="10524"/>
                </a:lnTo>
                <a:lnTo>
                  <a:pt x="3525" y="11034"/>
                </a:lnTo>
                <a:lnTo>
                  <a:pt x="4036" y="11545"/>
                </a:lnTo>
                <a:lnTo>
                  <a:pt x="4496" y="12005"/>
                </a:lnTo>
                <a:lnTo>
                  <a:pt x="4955" y="12414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7" y="13691"/>
                </a:lnTo>
                <a:lnTo>
                  <a:pt x="8837" y="13691"/>
                </a:lnTo>
                <a:lnTo>
                  <a:pt x="9348" y="13640"/>
                </a:lnTo>
                <a:lnTo>
                  <a:pt x="9859" y="13537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545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647" y="10115"/>
                </a:lnTo>
                <a:lnTo>
                  <a:pt x="11545" y="9502"/>
                </a:lnTo>
                <a:lnTo>
                  <a:pt x="11392" y="8838"/>
                </a:lnTo>
                <a:lnTo>
                  <a:pt x="11187" y="8072"/>
                </a:lnTo>
                <a:lnTo>
                  <a:pt x="10881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7" y="5722"/>
                </a:lnTo>
                <a:lnTo>
                  <a:pt x="9808" y="5007"/>
                </a:lnTo>
                <a:lnTo>
                  <a:pt x="9399" y="4343"/>
                </a:lnTo>
                <a:lnTo>
                  <a:pt x="8991" y="3679"/>
                </a:lnTo>
                <a:lnTo>
                  <a:pt x="8582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743" y="1278"/>
                </a:lnTo>
                <a:lnTo>
                  <a:pt x="6232" y="920"/>
                </a:lnTo>
                <a:lnTo>
                  <a:pt x="572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0" name="Google Shape;210;p9"/>
          <p:cNvSpPr>
            <a:spLocks noGrp="1"/>
          </p:cNvSpPr>
          <p:nvPr/>
        </p:nvSpPr>
        <p:spPr>
          <a:xfrm>
            <a:off x="419839" y="2183517"/>
            <a:ext cx="34663" cy="50559"/>
          </a:xfrm>
          <a:custGeom>
            <a:avLst/>
            <a:gdLst/>
            <a:ahLst/>
            <a:cxnLst/>
            <a:rect l="l" t="t" r="r" b="b"/>
            <a:pathLst>
              <a:path w="6795" h="9911">
                <a:moveTo>
                  <a:pt x="5466" y="9910"/>
                </a:moveTo>
                <a:lnTo>
                  <a:pt x="5466" y="9910"/>
                </a:lnTo>
                <a:lnTo>
                  <a:pt x="5211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655"/>
                </a:lnTo>
                <a:lnTo>
                  <a:pt x="3933" y="9348"/>
                </a:lnTo>
                <a:lnTo>
                  <a:pt x="3372" y="8837"/>
                </a:lnTo>
                <a:lnTo>
                  <a:pt x="2810" y="8173"/>
                </a:lnTo>
                <a:lnTo>
                  <a:pt x="2248" y="7305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29"/>
                </a:lnTo>
                <a:lnTo>
                  <a:pt x="205" y="2708"/>
                </a:lnTo>
                <a:lnTo>
                  <a:pt x="102" y="2248"/>
                </a:lnTo>
                <a:lnTo>
                  <a:pt x="51" y="1839"/>
                </a:lnTo>
                <a:lnTo>
                  <a:pt x="0" y="1482"/>
                </a:lnTo>
                <a:lnTo>
                  <a:pt x="51" y="1124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154"/>
                </a:lnTo>
                <a:lnTo>
                  <a:pt x="766" y="103"/>
                </a:lnTo>
                <a:lnTo>
                  <a:pt x="971" y="0"/>
                </a:lnTo>
                <a:lnTo>
                  <a:pt x="1226" y="0"/>
                </a:lnTo>
                <a:lnTo>
                  <a:pt x="1226" y="0"/>
                </a:lnTo>
                <a:lnTo>
                  <a:pt x="1379" y="0"/>
                </a:lnTo>
                <a:lnTo>
                  <a:pt x="1379" y="0"/>
                </a:lnTo>
                <a:lnTo>
                  <a:pt x="1839" y="51"/>
                </a:lnTo>
                <a:lnTo>
                  <a:pt x="2350" y="205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94" y="8735"/>
                </a:lnTo>
                <a:lnTo>
                  <a:pt x="6743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436" y="9604"/>
                </a:lnTo>
                <a:lnTo>
                  <a:pt x="6232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19" y="9910"/>
                </a:lnTo>
                <a:lnTo>
                  <a:pt x="5619" y="9910"/>
                </a:lnTo>
                <a:lnTo>
                  <a:pt x="5466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1" name="Google Shape;211;p9"/>
          <p:cNvSpPr>
            <a:spLocks noGrp="1"/>
          </p:cNvSpPr>
          <p:nvPr/>
        </p:nvSpPr>
        <p:spPr>
          <a:xfrm>
            <a:off x="407591" y="2173876"/>
            <a:ext cx="59155" cy="69843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154"/>
                </a:lnTo>
                <a:lnTo>
                  <a:pt x="1380" y="358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3" y="1941"/>
                </a:lnTo>
                <a:lnTo>
                  <a:pt x="0" y="2401"/>
                </a:lnTo>
                <a:lnTo>
                  <a:pt x="0" y="2912"/>
                </a:lnTo>
                <a:lnTo>
                  <a:pt x="0" y="3474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67"/>
                </a:lnTo>
                <a:lnTo>
                  <a:pt x="1788" y="8582"/>
                </a:lnTo>
                <a:lnTo>
                  <a:pt x="2197" y="9297"/>
                </a:lnTo>
                <a:lnTo>
                  <a:pt x="260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04" y="12413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35"/>
                </a:lnTo>
                <a:lnTo>
                  <a:pt x="7458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596" y="10676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1"/>
                </a:lnTo>
                <a:lnTo>
                  <a:pt x="9757" y="5006"/>
                </a:lnTo>
                <a:lnTo>
                  <a:pt x="9399" y="4342"/>
                </a:lnTo>
                <a:lnTo>
                  <a:pt x="8940" y="3678"/>
                </a:lnTo>
                <a:lnTo>
                  <a:pt x="8531" y="3116"/>
                </a:lnTo>
                <a:lnTo>
                  <a:pt x="8071" y="2554"/>
                </a:lnTo>
                <a:lnTo>
                  <a:pt x="7612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670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2"/>
                </a:lnTo>
                <a:lnTo>
                  <a:pt x="3627" y="0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2" name="Google Shape;212;p9"/>
          <p:cNvSpPr>
            <a:spLocks noGrp="1"/>
          </p:cNvSpPr>
          <p:nvPr/>
        </p:nvSpPr>
        <p:spPr>
          <a:xfrm>
            <a:off x="477428" y="2180131"/>
            <a:ext cx="34397" cy="50559"/>
          </a:xfrm>
          <a:custGeom>
            <a:avLst/>
            <a:gdLst/>
            <a:ahLst/>
            <a:cxnLst/>
            <a:rect l="l" t="t" r="r" b="b"/>
            <a:pathLst>
              <a:path w="6743" h="9911">
                <a:moveTo>
                  <a:pt x="5415" y="9910"/>
                </a:moveTo>
                <a:lnTo>
                  <a:pt x="5415" y="9910"/>
                </a:lnTo>
                <a:lnTo>
                  <a:pt x="5159" y="9910"/>
                </a:lnTo>
                <a:lnTo>
                  <a:pt x="4904" y="9859"/>
                </a:lnTo>
                <a:lnTo>
                  <a:pt x="4649" y="9808"/>
                </a:lnTo>
                <a:lnTo>
                  <a:pt x="4393" y="9655"/>
                </a:lnTo>
                <a:lnTo>
                  <a:pt x="3882" y="9348"/>
                </a:lnTo>
                <a:lnTo>
                  <a:pt x="3321" y="8837"/>
                </a:lnTo>
                <a:lnTo>
                  <a:pt x="2759" y="8173"/>
                </a:lnTo>
                <a:lnTo>
                  <a:pt x="2197" y="7305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153" y="270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05" y="460"/>
                </a:lnTo>
                <a:lnTo>
                  <a:pt x="358" y="307"/>
                </a:lnTo>
                <a:lnTo>
                  <a:pt x="511" y="154"/>
                </a:lnTo>
                <a:lnTo>
                  <a:pt x="715" y="102"/>
                </a:lnTo>
                <a:lnTo>
                  <a:pt x="920" y="0"/>
                </a:lnTo>
                <a:lnTo>
                  <a:pt x="1175" y="0"/>
                </a:lnTo>
                <a:lnTo>
                  <a:pt x="1175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095" y="102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4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488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15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3" name="Google Shape;213;p9"/>
          <p:cNvSpPr>
            <a:spLocks noGrp="1"/>
          </p:cNvSpPr>
          <p:nvPr/>
        </p:nvSpPr>
        <p:spPr>
          <a:xfrm>
            <a:off x="464920" y="2170488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5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2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197" y="9297"/>
                </a:lnTo>
                <a:lnTo>
                  <a:pt x="2657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55" y="12413"/>
                </a:lnTo>
                <a:lnTo>
                  <a:pt x="5466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05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3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27" y="51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4" name="Google Shape;214;p9"/>
          <p:cNvSpPr>
            <a:spLocks noGrp="1"/>
          </p:cNvSpPr>
          <p:nvPr/>
        </p:nvSpPr>
        <p:spPr>
          <a:xfrm>
            <a:off x="534757" y="2176743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20" y="8837"/>
                </a:lnTo>
                <a:lnTo>
                  <a:pt x="2759" y="8173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4" y="2708"/>
                </a:lnTo>
                <a:lnTo>
                  <a:pt x="51" y="224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153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5" name="Google Shape;215;p9"/>
          <p:cNvSpPr>
            <a:spLocks noGrp="1"/>
          </p:cNvSpPr>
          <p:nvPr/>
        </p:nvSpPr>
        <p:spPr>
          <a:xfrm>
            <a:off x="522249" y="2167101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66" y="818"/>
                </a:lnTo>
                <a:lnTo>
                  <a:pt x="511" y="1175"/>
                </a:lnTo>
                <a:lnTo>
                  <a:pt x="307" y="1533"/>
                </a:lnTo>
                <a:lnTo>
                  <a:pt x="154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49"/>
                </a:lnTo>
                <a:lnTo>
                  <a:pt x="1073" y="7049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8" y="13332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2" y="2095"/>
                </a:lnTo>
                <a:lnTo>
                  <a:pt x="7203" y="1635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6" name="Google Shape;216;p9"/>
          <p:cNvSpPr>
            <a:spLocks noGrp="1"/>
          </p:cNvSpPr>
          <p:nvPr/>
        </p:nvSpPr>
        <p:spPr>
          <a:xfrm>
            <a:off x="592087" y="2173356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71" y="8837"/>
                </a:lnTo>
                <a:lnTo>
                  <a:pt x="2810" y="8173"/>
                </a:lnTo>
                <a:lnTo>
                  <a:pt x="2248" y="7356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11" y="3780"/>
                </a:lnTo>
                <a:lnTo>
                  <a:pt x="204" y="2707"/>
                </a:lnTo>
                <a:lnTo>
                  <a:pt x="51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4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0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3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7" name="Google Shape;217;p9"/>
          <p:cNvSpPr>
            <a:spLocks noGrp="1"/>
          </p:cNvSpPr>
          <p:nvPr/>
        </p:nvSpPr>
        <p:spPr>
          <a:xfrm>
            <a:off x="579579" y="2163713"/>
            <a:ext cx="59415" cy="69837"/>
          </a:xfrm>
          <a:custGeom>
            <a:avLst/>
            <a:gdLst/>
            <a:ahLst/>
            <a:cxnLst/>
            <a:rect l="l" t="t" r="r" b="b"/>
            <a:pathLst>
              <a:path w="11647" h="13690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102"/>
                </a:lnTo>
                <a:lnTo>
                  <a:pt x="1839" y="204"/>
                </a:lnTo>
                <a:lnTo>
                  <a:pt x="1430" y="358"/>
                </a:lnTo>
                <a:lnTo>
                  <a:pt x="1073" y="562"/>
                </a:lnTo>
                <a:lnTo>
                  <a:pt x="766" y="817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1"/>
                </a:lnTo>
                <a:lnTo>
                  <a:pt x="51" y="2401"/>
                </a:lnTo>
                <a:lnTo>
                  <a:pt x="0" y="2963"/>
                </a:lnTo>
                <a:lnTo>
                  <a:pt x="51" y="3525"/>
                </a:lnTo>
                <a:lnTo>
                  <a:pt x="153" y="4138"/>
                </a:lnTo>
                <a:lnTo>
                  <a:pt x="256" y="4802"/>
                </a:lnTo>
                <a:lnTo>
                  <a:pt x="511" y="5517"/>
                </a:lnTo>
                <a:lnTo>
                  <a:pt x="766" y="6283"/>
                </a:lnTo>
                <a:lnTo>
                  <a:pt x="1073" y="7100"/>
                </a:lnTo>
                <a:lnTo>
                  <a:pt x="1073" y="7100"/>
                </a:lnTo>
                <a:lnTo>
                  <a:pt x="1430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116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0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59" y="13537"/>
                </a:lnTo>
                <a:lnTo>
                  <a:pt x="10268" y="13383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545" y="11749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545" y="9501"/>
                </a:lnTo>
                <a:lnTo>
                  <a:pt x="11391" y="8837"/>
                </a:lnTo>
                <a:lnTo>
                  <a:pt x="11187" y="8122"/>
                </a:lnTo>
                <a:lnTo>
                  <a:pt x="10881" y="7356"/>
                </a:lnTo>
                <a:lnTo>
                  <a:pt x="10574" y="6539"/>
                </a:lnTo>
                <a:lnTo>
                  <a:pt x="10574" y="6539"/>
                </a:lnTo>
                <a:lnTo>
                  <a:pt x="1021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82" y="3116"/>
                </a:lnTo>
                <a:lnTo>
                  <a:pt x="8122" y="2605"/>
                </a:lnTo>
                <a:lnTo>
                  <a:pt x="7662" y="2094"/>
                </a:lnTo>
                <a:lnTo>
                  <a:pt x="7203" y="1686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8" name="Google Shape;218;p9"/>
          <p:cNvSpPr>
            <a:spLocks noGrp="1"/>
          </p:cNvSpPr>
          <p:nvPr/>
        </p:nvSpPr>
        <p:spPr>
          <a:xfrm>
            <a:off x="671827" y="2168663"/>
            <a:ext cx="34659" cy="50819"/>
          </a:xfrm>
          <a:custGeom>
            <a:avLst/>
            <a:gdLst/>
            <a:ahLst/>
            <a:cxnLst/>
            <a:rect l="l" t="t" r="r" b="b"/>
            <a:pathLst>
              <a:path w="6794" h="9962">
                <a:moveTo>
                  <a:pt x="5466" y="9962"/>
                </a:moveTo>
                <a:lnTo>
                  <a:pt x="5466" y="9962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933" y="9349"/>
                </a:lnTo>
                <a:lnTo>
                  <a:pt x="3371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4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869"/>
                </a:lnTo>
                <a:lnTo>
                  <a:pt x="153" y="665"/>
                </a:lnTo>
                <a:lnTo>
                  <a:pt x="255" y="460"/>
                </a:lnTo>
                <a:lnTo>
                  <a:pt x="409" y="307"/>
                </a:lnTo>
                <a:lnTo>
                  <a:pt x="562" y="205"/>
                </a:lnTo>
                <a:lnTo>
                  <a:pt x="766" y="103"/>
                </a:lnTo>
                <a:lnTo>
                  <a:pt x="971" y="52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4"/>
                </a:lnTo>
                <a:lnTo>
                  <a:pt x="5108" y="3525"/>
                </a:lnTo>
                <a:lnTo>
                  <a:pt x="5721" y="4802"/>
                </a:lnTo>
                <a:lnTo>
                  <a:pt x="5721" y="4802"/>
                </a:lnTo>
                <a:lnTo>
                  <a:pt x="6232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6"/>
                </a:lnTo>
                <a:lnTo>
                  <a:pt x="6538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9" name="Google Shape;219;p9"/>
          <p:cNvSpPr>
            <a:spLocks noGrp="1"/>
          </p:cNvSpPr>
          <p:nvPr/>
        </p:nvSpPr>
        <p:spPr>
          <a:xfrm>
            <a:off x="659577" y="2159020"/>
            <a:ext cx="59155" cy="69843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103"/>
                </a:lnTo>
                <a:lnTo>
                  <a:pt x="1788" y="205"/>
                </a:lnTo>
                <a:lnTo>
                  <a:pt x="1379" y="358"/>
                </a:lnTo>
                <a:lnTo>
                  <a:pt x="1022" y="563"/>
                </a:lnTo>
                <a:lnTo>
                  <a:pt x="715" y="818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0" y="2402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22" y="7101"/>
                </a:lnTo>
                <a:lnTo>
                  <a:pt x="1022" y="7101"/>
                </a:lnTo>
                <a:lnTo>
                  <a:pt x="1430" y="7867"/>
                </a:lnTo>
                <a:lnTo>
                  <a:pt x="1788" y="8582"/>
                </a:lnTo>
                <a:lnTo>
                  <a:pt x="2197" y="9298"/>
                </a:lnTo>
                <a:lnTo>
                  <a:pt x="2605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04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458" y="13588"/>
                </a:lnTo>
                <a:lnTo>
                  <a:pt x="7969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786" y="13690"/>
                </a:lnTo>
                <a:lnTo>
                  <a:pt x="8786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16"/>
                </a:lnTo>
                <a:lnTo>
                  <a:pt x="11340" y="12158"/>
                </a:lnTo>
                <a:lnTo>
                  <a:pt x="11494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29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2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679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159" y="409"/>
                </a:lnTo>
                <a:lnTo>
                  <a:pt x="4649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0" name="Google Shape;220;p9"/>
          <p:cNvSpPr>
            <a:spLocks noGrp="1"/>
          </p:cNvSpPr>
          <p:nvPr/>
        </p:nvSpPr>
        <p:spPr>
          <a:xfrm>
            <a:off x="729416" y="2165275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15" y="9962"/>
                </a:moveTo>
                <a:lnTo>
                  <a:pt x="5415" y="9962"/>
                </a:lnTo>
                <a:lnTo>
                  <a:pt x="5159" y="9910"/>
                </a:lnTo>
                <a:lnTo>
                  <a:pt x="4904" y="9910"/>
                </a:lnTo>
                <a:lnTo>
                  <a:pt x="4648" y="9808"/>
                </a:lnTo>
                <a:lnTo>
                  <a:pt x="4393" y="9706"/>
                </a:lnTo>
                <a:lnTo>
                  <a:pt x="3882" y="9349"/>
                </a:lnTo>
                <a:lnTo>
                  <a:pt x="3320" y="8838"/>
                </a:lnTo>
                <a:lnTo>
                  <a:pt x="2758" y="8174"/>
                </a:lnTo>
                <a:lnTo>
                  <a:pt x="2197" y="7356"/>
                </a:lnTo>
                <a:lnTo>
                  <a:pt x="1635" y="6284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1"/>
                </a:lnTo>
                <a:lnTo>
                  <a:pt x="153" y="2708"/>
                </a:lnTo>
                <a:lnTo>
                  <a:pt x="0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920"/>
                </a:lnTo>
                <a:lnTo>
                  <a:pt x="102" y="665"/>
                </a:lnTo>
                <a:lnTo>
                  <a:pt x="204" y="460"/>
                </a:lnTo>
                <a:lnTo>
                  <a:pt x="358" y="307"/>
                </a:lnTo>
                <a:lnTo>
                  <a:pt x="511" y="205"/>
                </a:lnTo>
                <a:lnTo>
                  <a:pt x="715" y="103"/>
                </a:lnTo>
                <a:lnTo>
                  <a:pt x="920" y="52"/>
                </a:lnTo>
                <a:lnTo>
                  <a:pt x="1175" y="1"/>
                </a:lnTo>
                <a:lnTo>
                  <a:pt x="1175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861" y="563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4"/>
                </a:lnTo>
                <a:lnTo>
                  <a:pt x="5108" y="3525"/>
                </a:lnTo>
                <a:lnTo>
                  <a:pt x="5670" y="4802"/>
                </a:lnTo>
                <a:lnTo>
                  <a:pt x="5670" y="4802"/>
                </a:lnTo>
                <a:lnTo>
                  <a:pt x="6181" y="6079"/>
                </a:lnTo>
                <a:lnTo>
                  <a:pt x="6538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6"/>
                </a:lnTo>
                <a:lnTo>
                  <a:pt x="6692" y="9042"/>
                </a:lnTo>
                <a:lnTo>
                  <a:pt x="6641" y="9246"/>
                </a:lnTo>
                <a:lnTo>
                  <a:pt x="6487" y="9451"/>
                </a:lnTo>
                <a:lnTo>
                  <a:pt x="6385" y="9655"/>
                </a:lnTo>
                <a:lnTo>
                  <a:pt x="6181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15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1" name="Google Shape;221;p9"/>
          <p:cNvSpPr>
            <a:spLocks noGrp="1"/>
          </p:cNvSpPr>
          <p:nvPr/>
        </p:nvSpPr>
        <p:spPr>
          <a:xfrm>
            <a:off x="716907" y="2155633"/>
            <a:ext cx="59155" cy="70103"/>
          </a:xfrm>
          <a:custGeom>
            <a:avLst/>
            <a:gdLst/>
            <a:ahLst/>
            <a:cxnLst/>
            <a:rect l="l" t="t" r="r" b="b"/>
            <a:pathLst>
              <a:path w="11596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3"/>
                </a:lnTo>
                <a:lnTo>
                  <a:pt x="715" y="869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51" y="2401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197" y="9297"/>
                </a:lnTo>
                <a:lnTo>
                  <a:pt x="2656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55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742"/>
                </a:lnTo>
                <a:lnTo>
                  <a:pt x="8531" y="13742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6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67"/>
                </a:lnTo>
                <a:lnTo>
                  <a:pt x="11340" y="12158"/>
                </a:lnTo>
                <a:lnTo>
                  <a:pt x="11493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730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210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2" name="Google Shape;222;p9"/>
          <p:cNvSpPr>
            <a:spLocks noGrp="1"/>
          </p:cNvSpPr>
          <p:nvPr/>
        </p:nvSpPr>
        <p:spPr>
          <a:xfrm>
            <a:off x="786740" y="2161888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174"/>
                </a:lnTo>
                <a:lnTo>
                  <a:pt x="2198" y="7356"/>
                </a:lnTo>
                <a:lnTo>
                  <a:pt x="1636" y="6284"/>
                </a:lnTo>
                <a:lnTo>
                  <a:pt x="1023" y="5058"/>
                </a:lnTo>
                <a:lnTo>
                  <a:pt x="1023" y="5058"/>
                </a:lnTo>
                <a:lnTo>
                  <a:pt x="512" y="3781"/>
                </a:lnTo>
                <a:lnTo>
                  <a:pt x="154" y="2708"/>
                </a:lnTo>
                <a:lnTo>
                  <a:pt x="52" y="2248"/>
                </a:lnTo>
                <a:lnTo>
                  <a:pt x="1" y="1840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9" y="307"/>
                </a:lnTo>
                <a:lnTo>
                  <a:pt x="563" y="205"/>
                </a:lnTo>
                <a:lnTo>
                  <a:pt x="767" y="103"/>
                </a:lnTo>
                <a:lnTo>
                  <a:pt x="972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351" y="256"/>
                </a:lnTo>
                <a:lnTo>
                  <a:pt x="2862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4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2" y="6079"/>
                </a:lnTo>
                <a:lnTo>
                  <a:pt x="6539" y="7152"/>
                </a:lnTo>
                <a:lnTo>
                  <a:pt x="6693" y="8020"/>
                </a:lnTo>
                <a:lnTo>
                  <a:pt x="6744" y="8429"/>
                </a:lnTo>
                <a:lnTo>
                  <a:pt x="6744" y="8736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3" name="Google Shape;223;p9"/>
          <p:cNvSpPr>
            <a:spLocks noGrp="1"/>
          </p:cNvSpPr>
          <p:nvPr/>
        </p:nvSpPr>
        <p:spPr>
          <a:xfrm>
            <a:off x="774236" y="2152247"/>
            <a:ext cx="59415" cy="70103"/>
          </a:xfrm>
          <a:custGeom>
            <a:avLst/>
            <a:gdLst/>
            <a:ahLst/>
            <a:cxnLst/>
            <a:rect l="l" t="t" r="r" b="b"/>
            <a:pathLst>
              <a:path w="11647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2"/>
                </a:lnTo>
                <a:lnTo>
                  <a:pt x="766" y="869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2"/>
                </a:lnTo>
                <a:lnTo>
                  <a:pt x="51" y="2452"/>
                </a:lnTo>
                <a:lnTo>
                  <a:pt x="0" y="2963"/>
                </a:lnTo>
                <a:lnTo>
                  <a:pt x="51" y="3525"/>
                </a:lnTo>
                <a:lnTo>
                  <a:pt x="102" y="4138"/>
                </a:lnTo>
                <a:lnTo>
                  <a:pt x="255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248" y="9297"/>
                </a:lnTo>
                <a:lnTo>
                  <a:pt x="2656" y="9961"/>
                </a:lnTo>
                <a:lnTo>
                  <a:pt x="3065" y="10523"/>
                </a:lnTo>
                <a:lnTo>
                  <a:pt x="3525" y="11085"/>
                </a:lnTo>
                <a:lnTo>
                  <a:pt x="3984" y="11596"/>
                </a:lnTo>
                <a:lnTo>
                  <a:pt x="4495" y="12005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77"/>
                </a:lnTo>
                <a:lnTo>
                  <a:pt x="6487" y="13282"/>
                </a:lnTo>
                <a:lnTo>
                  <a:pt x="6998" y="13486"/>
                </a:lnTo>
                <a:lnTo>
                  <a:pt x="7509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7" y="13384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67"/>
                </a:lnTo>
                <a:lnTo>
                  <a:pt x="11391" y="12158"/>
                </a:lnTo>
                <a:lnTo>
                  <a:pt x="11493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0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808" y="5007"/>
                </a:lnTo>
                <a:lnTo>
                  <a:pt x="9399" y="4342"/>
                </a:lnTo>
                <a:lnTo>
                  <a:pt x="8990" y="3730"/>
                </a:lnTo>
                <a:lnTo>
                  <a:pt x="8531" y="3117"/>
                </a:lnTo>
                <a:lnTo>
                  <a:pt x="8122" y="2606"/>
                </a:lnTo>
                <a:lnTo>
                  <a:pt x="7662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2" y="971"/>
                </a:lnTo>
                <a:lnTo>
                  <a:pt x="5721" y="665"/>
                </a:lnTo>
                <a:lnTo>
                  <a:pt x="5210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8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4" name="Google Shape;224;p9"/>
          <p:cNvSpPr>
            <a:spLocks noGrp="1"/>
          </p:cNvSpPr>
          <p:nvPr/>
        </p:nvSpPr>
        <p:spPr>
          <a:xfrm>
            <a:off x="844069" y="2158500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72" y="8889"/>
                </a:lnTo>
                <a:lnTo>
                  <a:pt x="2810" y="8225"/>
                </a:lnTo>
                <a:lnTo>
                  <a:pt x="2249" y="7356"/>
                </a:lnTo>
                <a:lnTo>
                  <a:pt x="1636" y="6335"/>
                </a:lnTo>
                <a:lnTo>
                  <a:pt x="1074" y="5058"/>
                </a:lnTo>
                <a:lnTo>
                  <a:pt x="1074" y="5058"/>
                </a:lnTo>
                <a:lnTo>
                  <a:pt x="512" y="3781"/>
                </a:lnTo>
                <a:lnTo>
                  <a:pt x="205" y="2708"/>
                </a:lnTo>
                <a:lnTo>
                  <a:pt x="52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54" y="665"/>
                </a:lnTo>
                <a:lnTo>
                  <a:pt x="256" y="460"/>
                </a:lnTo>
                <a:lnTo>
                  <a:pt x="410" y="307"/>
                </a:lnTo>
                <a:lnTo>
                  <a:pt x="563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095" y="154"/>
                </a:lnTo>
                <a:lnTo>
                  <a:pt x="2351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3" y="6079"/>
                </a:lnTo>
                <a:lnTo>
                  <a:pt x="6539" y="7152"/>
                </a:lnTo>
                <a:lnTo>
                  <a:pt x="6744" y="8020"/>
                </a:lnTo>
                <a:lnTo>
                  <a:pt x="6744" y="8429"/>
                </a:lnTo>
                <a:lnTo>
                  <a:pt x="6744" y="8735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5" name="Google Shape;225;p9"/>
          <p:cNvSpPr>
            <a:spLocks noGrp="1"/>
          </p:cNvSpPr>
          <p:nvPr/>
        </p:nvSpPr>
        <p:spPr>
          <a:xfrm>
            <a:off x="831565" y="2149119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0" y="307"/>
                </a:lnTo>
                <a:lnTo>
                  <a:pt x="1073" y="511"/>
                </a:lnTo>
                <a:lnTo>
                  <a:pt x="766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3" y="1891"/>
                </a:lnTo>
                <a:lnTo>
                  <a:pt x="51" y="2401"/>
                </a:lnTo>
                <a:lnTo>
                  <a:pt x="0" y="2912"/>
                </a:lnTo>
                <a:lnTo>
                  <a:pt x="51" y="3474"/>
                </a:lnTo>
                <a:lnTo>
                  <a:pt x="153" y="4087"/>
                </a:lnTo>
                <a:lnTo>
                  <a:pt x="255" y="4751"/>
                </a:lnTo>
                <a:lnTo>
                  <a:pt x="460" y="5466"/>
                </a:lnTo>
                <a:lnTo>
                  <a:pt x="76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0" y="7816"/>
                </a:lnTo>
                <a:lnTo>
                  <a:pt x="1839" y="8582"/>
                </a:lnTo>
                <a:lnTo>
                  <a:pt x="2248" y="9246"/>
                </a:lnTo>
                <a:lnTo>
                  <a:pt x="2656" y="9910"/>
                </a:lnTo>
                <a:lnTo>
                  <a:pt x="3116" y="10472"/>
                </a:lnTo>
                <a:lnTo>
                  <a:pt x="3525" y="11034"/>
                </a:lnTo>
                <a:lnTo>
                  <a:pt x="3984" y="11545"/>
                </a:lnTo>
                <a:lnTo>
                  <a:pt x="4495" y="11954"/>
                </a:lnTo>
                <a:lnTo>
                  <a:pt x="4955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7" y="13231"/>
                </a:lnTo>
                <a:lnTo>
                  <a:pt x="6998" y="13435"/>
                </a:lnTo>
                <a:lnTo>
                  <a:pt x="750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588"/>
                </a:lnTo>
                <a:lnTo>
                  <a:pt x="9808" y="13486"/>
                </a:lnTo>
                <a:lnTo>
                  <a:pt x="10267" y="13333"/>
                </a:lnTo>
                <a:lnTo>
                  <a:pt x="10625" y="13077"/>
                </a:lnTo>
                <a:lnTo>
                  <a:pt x="10931" y="12822"/>
                </a:lnTo>
                <a:lnTo>
                  <a:pt x="11187" y="12516"/>
                </a:lnTo>
                <a:lnTo>
                  <a:pt x="11391" y="12107"/>
                </a:lnTo>
                <a:lnTo>
                  <a:pt x="11544" y="11698"/>
                </a:lnTo>
                <a:lnTo>
                  <a:pt x="11596" y="11187"/>
                </a:lnTo>
                <a:lnTo>
                  <a:pt x="11647" y="10677"/>
                </a:lnTo>
                <a:lnTo>
                  <a:pt x="11596" y="10115"/>
                </a:lnTo>
                <a:lnTo>
                  <a:pt x="11544" y="9451"/>
                </a:lnTo>
                <a:lnTo>
                  <a:pt x="11391" y="8787"/>
                </a:lnTo>
                <a:lnTo>
                  <a:pt x="11187" y="8071"/>
                </a:lnTo>
                <a:lnTo>
                  <a:pt x="10880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6" y="5722"/>
                </a:lnTo>
                <a:lnTo>
                  <a:pt x="9808" y="4955"/>
                </a:lnTo>
                <a:lnTo>
                  <a:pt x="9399" y="4291"/>
                </a:lnTo>
                <a:lnTo>
                  <a:pt x="8990" y="3678"/>
                </a:lnTo>
                <a:lnTo>
                  <a:pt x="8582" y="3065"/>
                </a:lnTo>
                <a:lnTo>
                  <a:pt x="8122" y="2555"/>
                </a:lnTo>
                <a:lnTo>
                  <a:pt x="7662" y="2044"/>
                </a:lnTo>
                <a:lnTo>
                  <a:pt x="7203" y="1635"/>
                </a:lnTo>
                <a:lnTo>
                  <a:pt x="6692" y="1227"/>
                </a:lnTo>
                <a:lnTo>
                  <a:pt x="6232" y="920"/>
                </a:lnTo>
                <a:lnTo>
                  <a:pt x="5721" y="614"/>
                </a:lnTo>
                <a:lnTo>
                  <a:pt x="5210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6" name="Google Shape;226;p9"/>
          <p:cNvSpPr>
            <a:spLocks noGrp="1"/>
          </p:cNvSpPr>
          <p:nvPr/>
        </p:nvSpPr>
        <p:spPr>
          <a:xfrm>
            <a:off x="-271233" y="1792640"/>
            <a:ext cx="236616" cy="71403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6830" y="0"/>
                </a:move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7" name="Google Shape;227;p9"/>
          <p:cNvSpPr>
            <a:spLocks noGrp="1"/>
          </p:cNvSpPr>
          <p:nvPr/>
        </p:nvSpPr>
        <p:spPr>
          <a:xfrm>
            <a:off x="-271233" y="1792640"/>
            <a:ext cx="236616" cy="71403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7238" y="0"/>
                </a:moveTo>
                <a:lnTo>
                  <a:pt x="37238" y="0"/>
                </a:lnTo>
                <a:lnTo>
                  <a:pt x="36830" y="0"/>
                </a:lnTo>
                <a:lnTo>
                  <a:pt x="4240" y="1941"/>
                </a:ln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8" name="Google Shape;228;p9"/>
          <p:cNvSpPr>
            <a:spLocks noGrp="1"/>
          </p:cNvSpPr>
          <p:nvPr/>
        </p:nvSpPr>
        <p:spPr>
          <a:xfrm>
            <a:off x="-216512" y="1907299"/>
            <a:ext cx="296027" cy="226709"/>
          </a:xfrm>
          <a:custGeom>
            <a:avLst/>
            <a:gdLst/>
            <a:ahLst/>
            <a:cxnLst/>
            <a:rect l="l" t="t" r="r" b="b"/>
            <a:pathLst>
              <a:path w="58029" h="44441">
                <a:moveTo>
                  <a:pt x="26256" y="409"/>
                </a:moveTo>
                <a:lnTo>
                  <a:pt x="12924" y="1175"/>
                </a:lnTo>
                <a:lnTo>
                  <a:pt x="27073" y="33407"/>
                </a:lnTo>
                <a:lnTo>
                  <a:pt x="40406" y="32590"/>
                </a:lnTo>
                <a:lnTo>
                  <a:pt x="26256" y="409"/>
                </a:lnTo>
                <a:close/>
                <a:moveTo>
                  <a:pt x="33101" y="0"/>
                </a:moveTo>
                <a:lnTo>
                  <a:pt x="28044" y="307"/>
                </a:lnTo>
                <a:lnTo>
                  <a:pt x="46892" y="43111"/>
                </a:lnTo>
                <a:lnTo>
                  <a:pt x="46892" y="43111"/>
                </a:lnTo>
                <a:lnTo>
                  <a:pt x="51899" y="42806"/>
                </a:lnTo>
                <a:lnTo>
                  <a:pt x="52818" y="42704"/>
                </a:lnTo>
                <a:lnTo>
                  <a:pt x="53687" y="42551"/>
                </a:lnTo>
                <a:lnTo>
                  <a:pt x="54453" y="42295"/>
                </a:lnTo>
                <a:lnTo>
                  <a:pt x="55168" y="41938"/>
                </a:lnTo>
                <a:lnTo>
                  <a:pt x="55832" y="41529"/>
                </a:lnTo>
                <a:lnTo>
                  <a:pt x="56394" y="41018"/>
                </a:lnTo>
                <a:lnTo>
                  <a:pt x="56854" y="40508"/>
                </a:lnTo>
                <a:lnTo>
                  <a:pt x="57263" y="39895"/>
                </a:lnTo>
                <a:lnTo>
                  <a:pt x="57569" y="39231"/>
                </a:lnTo>
                <a:lnTo>
                  <a:pt x="57824" y="38567"/>
                </a:lnTo>
                <a:lnTo>
                  <a:pt x="57978" y="37800"/>
                </a:lnTo>
                <a:lnTo>
                  <a:pt x="58029" y="37034"/>
                </a:lnTo>
                <a:lnTo>
                  <a:pt x="57978" y="36217"/>
                </a:lnTo>
                <a:lnTo>
                  <a:pt x="57824" y="35348"/>
                </a:lnTo>
                <a:lnTo>
                  <a:pt x="57620" y="34480"/>
                </a:lnTo>
                <a:lnTo>
                  <a:pt x="57263" y="33612"/>
                </a:lnTo>
                <a:lnTo>
                  <a:pt x="46076" y="8122"/>
                </a:lnTo>
                <a:lnTo>
                  <a:pt x="45667" y="7254"/>
                </a:lnTo>
                <a:lnTo>
                  <a:pt x="45156" y="6436"/>
                </a:lnTo>
                <a:lnTo>
                  <a:pt x="44594" y="5670"/>
                </a:lnTo>
                <a:lnTo>
                  <a:pt x="43981" y="4904"/>
                </a:lnTo>
                <a:lnTo>
                  <a:pt x="43266" y="4189"/>
                </a:lnTo>
                <a:lnTo>
                  <a:pt x="42551" y="3525"/>
                </a:lnTo>
                <a:lnTo>
                  <a:pt x="41785" y="2912"/>
                </a:lnTo>
                <a:lnTo>
                  <a:pt x="40968" y="2350"/>
                </a:lnTo>
                <a:lnTo>
                  <a:pt x="40099" y="1788"/>
                </a:lnTo>
                <a:lnTo>
                  <a:pt x="39231" y="1328"/>
                </a:lnTo>
                <a:lnTo>
                  <a:pt x="38311" y="920"/>
                </a:lnTo>
                <a:lnTo>
                  <a:pt x="37392" y="613"/>
                </a:lnTo>
                <a:lnTo>
                  <a:pt x="36472" y="358"/>
                </a:lnTo>
                <a:lnTo>
                  <a:pt x="35553" y="153"/>
                </a:lnTo>
                <a:lnTo>
                  <a:pt x="34582" y="0"/>
                </a:lnTo>
                <a:close/>
                <a:moveTo>
                  <a:pt x="46892" y="43111"/>
                </a:moveTo>
                <a:lnTo>
                  <a:pt x="46025" y="43164"/>
                </a:lnTo>
                <a:lnTo>
                  <a:pt x="46893" y="43113"/>
                </a:lnTo>
                <a:lnTo>
                  <a:pt x="46892" y="43111"/>
                </a:lnTo>
                <a:close/>
                <a:moveTo>
                  <a:pt x="41172" y="34276"/>
                </a:moveTo>
                <a:lnTo>
                  <a:pt x="27789" y="35093"/>
                </a:lnTo>
                <a:lnTo>
                  <a:pt x="31722" y="44032"/>
                </a:lnTo>
                <a:lnTo>
                  <a:pt x="45105" y="43215"/>
                </a:lnTo>
                <a:lnTo>
                  <a:pt x="41172" y="34276"/>
                </a:lnTo>
                <a:close/>
                <a:moveTo>
                  <a:pt x="11136" y="1277"/>
                </a:moveTo>
                <a:lnTo>
                  <a:pt x="6130" y="1584"/>
                </a:lnTo>
                <a:lnTo>
                  <a:pt x="5210" y="1686"/>
                </a:lnTo>
                <a:lnTo>
                  <a:pt x="4342" y="1839"/>
                </a:lnTo>
                <a:lnTo>
                  <a:pt x="3576" y="2146"/>
                </a:lnTo>
                <a:lnTo>
                  <a:pt x="2861" y="2452"/>
                </a:lnTo>
                <a:lnTo>
                  <a:pt x="2197" y="2861"/>
                </a:lnTo>
                <a:lnTo>
                  <a:pt x="1635" y="3371"/>
                </a:lnTo>
                <a:lnTo>
                  <a:pt x="1124" y="3882"/>
                </a:lnTo>
                <a:lnTo>
                  <a:pt x="715" y="4495"/>
                </a:lnTo>
                <a:lnTo>
                  <a:pt x="409" y="5159"/>
                </a:lnTo>
                <a:lnTo>
                  <a:pt x="153" y="5874"/>
                </a:lnTo>
                <a:lnTo>
                  <a:pt x="51" y="6590"/>
                </a:lnTo>
                <a:lnTo>
                  <a:pt x="0" y="7356"/>
                </a:lnTo>
                <a:lnTo>
                  <a:pt x="0" y="8173"/>
                </a:lnTo>
                <a:lnTo>
                  <a:pt x="153" y="9042"/>
                </a:lnTo>
                <a:lnTo>
                  <a:pt x="409" y="9910"/>
                </a:lnTo>
                <a:lnTo>
                  <a:pt x="715" y="10778"/>
                </a:lnTo>
                <a:lnTo>
                  <a:pt x="11902" y="36268"/>
                </a:lnTo>
                <a:lnTo>
                  <a:pt x="12362" y="37136"/>
                </a:lnTo>
                <a:lnTo>
                  <a:pt x="12822" y="37954"/>
                </a:lnTo>
                <a:lnTo>
                  <a:pt x="13384" y="38720"/>
                </a:lnTo>
                <a:lnTo>
                  <a:pt x="14048" y="39486"/>
                </a:lnTo>
                <a:lnTo>
                  <a:pt x="14712" y="40201"/>
                </a:lnTo>
                <a:lnTo>
                  <a:pt x="15427" y="40865"/>
                </a:lnTo>
                <a:lnTo>
                  <a:pt x="16244" y="41478"/>
                </a:lnTo>
                <a:lnTo>
                  <a:pt x="17061" y="42091"/>
                </a:lnTo>
                <a:lnTo>
                  <a:pt x="17879" y="42602"/>
                </a:lnTo>
                <a:lnTo>
                  <a:pt x="18798" y="43062"/>
                </a:lnTo>
                <a:lnTo>
                  <a:pt x="19667" y="43470"/>
                </a:lnTo>
                <a:lnTo>
                  <a:pt x="20586" y="43777"/>
                </a:lnTo>
                <a:lnTo>
                  <a:pt x="21557" y="44083"/>
                </a:lnTo>
                <a:lnTo>
                  <a:pt x="22476" y="44288"/>
                </a:lnTo>
                <a:lnTo>
                  <a:pt x="23395" y="44390"/>
                </a:lnTo>
                <a:lnTo>
                  <a:pt x="24366" y="44441"/>
                </a:lnTo>
                <a:lnTo>
                  <a:pt x="24928" y="44390"/>
                </a:lnTo>
                <a:lnTo>
                  <a:pt x="29934" y="44134"/>
                </a:lnTo>
                <a:lnTo>
                  <a:pt x="11136" y="1277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9" name="Google Shape;229;p9"/>
          <p:cNvSpPr>
            <a:spLocks noGrp="1"/>
          </p:cNvSpPr>
          <p:nvPr/>
        </p:nvSpPr>
        <p:spPr>
          <a:xfrm>
            <a:off x="-63812" y="2131923"/>
            <a:ext cx="9125" cy="525"/>
          </a:xfrm>
          <a:custGeom>
            <a:avLst/>
            <a:gdLst/>
            <a:ahLst/>
            <a:cxnLst/>
            <a:rect l="l" t="t" r="r" b="b"/>
            <a:pathLst>
              <a:path w="1789" h="103">
                <a:moveTo>
                  <a:pt x="1789" y="0"/>
                </a:moveTo>
                <a:lnTo>
                  <a:pt x="1" y="102"/>
                </a:lnTo>
                <a:lnTo>
                  <a:pt x="1" y="102"/>
                </a:lnTo>
                <a:lnTo>
                  <a:pt x="1789" y="0"/>
                </a:lnTo>
                <a:lnTo>
                  <a:pt x="178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0" name="Google Shape;230;p9"/>
          <p:cNvSpPr>
            <a:spLocks noGrp="1"/>
          </p:cNvSpPr>
          <p:nvPr/>
        </p:nvSpPr>
        <p:spPr>
          <a:xfrm>
            <a:off x="13585" y="2127489"/>
            <a:ext cx="4692" cy="264"/>
          </a:xfrm>
          <a:custGeom>
            <a:avLst/>
            <a:gdLst/>
            <a:ahLst/>
            <a:cxnLst/>
            <a:rect l="l" t="t" r="r" b="b"/>
            <a:pathLst>
              <a:path w="920" h="52">
                <a:moveTo>
                  <a:pt x="920" y="1"/>
                </a:moveTo>
                <a:lnTo>
                  <a:pt x="0" y="52"/>
                </a:lnTo>
                <a:lnTo>
                  <a:pt x="0" y="52"/>
                </a:lnTo>
                <a:lnTo>
                  <a:pt x="920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1" name="Google Shape;231;p9"/>
          <p:cNvSpPr>
            <a:spLocks noGrp="1"/>
          </p:cNvSpPr>
          <p:nvPr/>
        </p:nvSpPr>
        <p:spPr>
          <a:xfrm>
            <a:off x="-74755" y="2082148"/>
            <a:ext cx="88345" cy="49779"/>
          </a:xfrm>
          <a:custGeom>
            <a:avLst/>
            <a:gdLst/>
            <a:ahLst/>
            <a:cxnLst/>
            <a:rect l="l" t="t" r="r" b="b"/>
            <a:pathLst>
              <a:path w="17318" h="9758">
                <a:moveTo>
                  <a:pt x="13384" y="1"/>
                </a:moveTo>
                <a:lnTo>
                  <a:pt x="1" y="818"/>
                </a:lnTo>
                <a:lnTo>
                  <a:pt x="3934" y="9757"/>
                </a:lnTo>
                <a:lnTo>
                  <a:pt x="17317" y="8940"/>
                </a:lnTo>
                <a:lnTo>
                  <a:pt x="13384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2" name="Google Shape;232;p9"/>
          <p:cNvSpPr>
            <a:spLocks noGrp="1"/>
          </p:cNvSpPr>
          <p:nvPr/>
        </p:nvSpPr>
        <p:spPr>
          <a:xfrm>
            <a:off x="-216512" y="1913813"/>
            <a:ext cx="152704" cy="220195"/>
          </a:xfrm>
          <a:custGeom>
            <a:avLst/>
            <a:gdLst/>
            <a:ahLst/>
            <a:cxnLst/>
            <a:rect l="l" t="t" r="r" b="b"/>
            <a:pathLst>
              <a:path w="29934" h="43164">
                <a:moveTo>
                  <a:pt x="11136" y="0"/>
                </a:moveTo>
                <a:lnTo>
                  <a:pt x="6130" y="307"/>
                </a:lnTo>
                <a:lnTo>
                  <a:pt x="6130" y="307"/>
                </a:lnTo>
                <a:lnTo>
                  <a:pt x="5210" y="409"/>
                </a:lnTo>
                <a:lnTo>
                  <a:pt x="4342" y="562"/>
                </a:lnTo>
                <a:lnTo>
                  <a:pt x="3576" y="869"/>
                </a:lnTo>
                <a:lnTo>
                  <a:pt x="2861" y="1175"/>
                </a:lnTo>
                <a:lnTo>
                  <a:pt x="2197" y="1584"/>
                </a:lnTo>
                <a:lnTo>
                  <a:pt x="1635" y="2094"/>
                </a:lnTo>
                <a:lnTo>
                  <a:pt x="1124" y="2605"/>
                </a:lnTo>
                <a:lnTo>
                  <a:pt x="715" y="3218"/>
                </a:lnTo>
                <a:lnTo>
                  <a:pt x="409" y="3882"/>
                </a:lnTo>
                <a:lnTo>
                  <a:pt x="153" y="4597"/>
                </a:lnTo>
                <a:lnTo>
                  <a:pt x="51" y="5313"/>
                </a:lnTo>
                <a:lnTo>
                  <a:pt x="0" y="6079"/>
                </a:lnTo>
                <a:lnTo>
                  <a:pt x="0" y="6896"/>
                </a:lnTo>
                <a:lnTo>
                  <a:pt x="153" y="7765"/>
                </a:lnTo>
                <a:lnTo>
                  <a:pt x="409" y="8633"/>
                </a:lnTo>
                <a:lnTo>
                  <a:pt x="715" y="9501"/>
                </a:lnTo>
                <a:lnTo>
                  <a:pt x="11902" y="34991"/>
                </a:lnTo>
                <a:lnTo>
                  <a:pt x="11902" y="34991"/>
                </a:lnTo>
                <a:lnTo>
                  <a:pt x="12362" y="35859"/>
                </a:lnTo>
                <a:lnTo>
                  <a:pt x="12822" y="36677"/>
                </a:lnTo>
                <a:lnTo>
                  <a:pt x="13384" y="37443"/>
                </a:lnTo>
                <a:lnTo>
                  <a:pt x="14048" y="38209"/>
                </a:lnTo>
                <a:lnTo>
                  <a:pt x="14712" y="38924"/>
                </a:lnTo>
                <a:lnTo>
                  <a:pt x="15427" y="39588"/>
                </a:lnTo>
                <a:lnTo>
                  <a:pt x="16244" y="40201"/>
                </a:lnTo>
                <a:lnTo>
                  <a:pt x="17061" y="40814"/>
                </a:lnTo>
                <a:lnTo>
                  <a:pt x="17879" y="41325"/>
                </a:lnTo>
                <a:lnTo>
                  <a:pt x="18798" y="41785"/>
                </a:lnTo>
                <a:lnTo>
                  <a:pt x="19667" y="42193"/>
                </a:lnTo>
                <a:lnTo>
                  <a:pt x="20586" y="42500"/>
                </a:lnTo>
                <a:lnTo>
                  <a:pt x="21557" y="42806"/>
                </a:lnTo>
                <a:lnTo>
                  <a:pt x="22476" y="43011"/>
                </a:lnTo>
                <a:lnTo>
                  <a:pt x="23395" y="43113"/>
                </a:lnTo>
                <a:lnTo>
                  <a:pt x="24366" y="43164"/>
                </a:lnTo>
                <a:lnTo>
                  <a:pt x="24366" y="43164"/>
                </a:lnTo>
                <a:lnTo>
                  <a:pt x="24928" y="43113"/>
                </a:lnTo>
                <a:lnTo>
                  <a:pt x="29934" y="42857"/>
                </a:lnTo>
                <a:lnTo>
                  <a:pt x="1113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3" name="Google Shape;233;p9"/>
          <p:cNvSpPr>
            <a:spLocks noGrp="1"/>
          </p:cNvSpPr>
          <p:nvPr/>
        </p:nvSpPr>
        <p:spPr>
          <a:xfrm>
            <a:off x="-150587" y="1909380"/>
            <a:ext cx="140200" cy="168344"/>
          </a:xfrm>
          <a:custGeom>
            <a:avLst/>
            <a:gdLst/>
            <a:ahLst/>
            <a:cxnLst/>
            <a:rect l="l" t="t" r="r" b="b"/>
            <a:pathLst>
              <a:path w="27483" h="33000">
                <a:moveTo>
                  <a:pt x="13333" y="1"/>
                </a:moveTo>
                <a:lnTo>
                  <a:pt x="1" y="767"/>
                </a:lnTo>
                <a:lnTo>
                  <a:pt x="14150" y="32999"/>
                </a:lnTo>
                <a:lnTo>
                  <a:pt x="27483" y="32182"/>
                </a:lnTo>
                <a:lnTo>
                  <a:pt x="13333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4" name="Google Shape;234;p9"/>
          <p:cNvSpPr>
            <a:spLocks noGrp="1"/>
          </p:cNvSpPr>
          <p:nvPr/>
        </p:nvSpPr>
        <p:spPr>
          <a:xfrm>
            <a:off x="-73453" y="1907299"/>
            <a:ext cx="152969" cy="220195"/>
          </a:xfrm>
          <a:custGeom>
            <a:avLst/>
            <a:gdLst/>
            <a:ahLst/>
            <a:cxnLst/>
            <a:rect l="l" t="t" r="r" b="b"/>
            <a:pathLst>
              <a:path w="29986" h="43164">
                <a:moveTo>
                  <a:pt x="5620" y="0"/>
                </a:moveTo>
                <a:lnTo>
                  <a:pt x="5620" y="0"/>
                </a:lnTo>
                <a:lnTo>
                  <a:pt x="5058" y="0"/>
                </a:lnTo>
                <a:lnTo>
                  <a:pt x="1" y="307"/>
                </a:lnTo>
                <a:lnTo>
                  <a:pt x="18850" y="43113"/>
                </a:lnTo>
                <a:lnTo>
                  <a:pt x="17982" y="43164"/>
                </a:lnTo>
                <a:lnTo>
                  <a:pt x="23856" y="42806"/>
                </a:lnTo>
                <a:lnTo>
                  <a:pt x="23856" y="42806"/>
                </a:lnTo>
                <a:lnTo>
                  <a:pt x="24775" y="42704"/>
                </a:lnTo>
                <a:lnTo>
                  <a:pt x="25644" y="42551"/>
                </a:lnTo>
                <a:lnTo>
                  <a:pt x="26410" y="42295"/>
                </a:lnTo>
                <a:lnTo>
                  <a:pt x="27125" y="41938"/>
                </a:lnTo>
                <a:lnTo>
                  <a:pt x="27789" y="41529"/>
                </a:lnTo>
                <a:lnTo>
                  <a:pt x="28351" y="41018"/>
                </a:lnTo>
                <a:lnTo>
                  <a:pt x="28811" y="40508"/>
                </a:lnTo>
                <a:lnTo>
                  <a:pt x="29220" y="39895"/>
                </a:lnTo>
                <a:lnTo>
                  <a:pt x="29526" y="39231"/>
                </a:lnTo>
                <a:lnTo>
                  <a:pt x="29781" y="38567"/>
                </a:lnTo>
                <a:lnTo>
                  <a:pt x="29935" y="37800"/>
                </a:lnTo>
                <a:lnTo>
                  <a:pt x="29986" y="37034"/>
                </a:lnTo>
                <a:lnTo>
                  <a:pt x="29935" y="36217"/>
                </a:lnTo>
                <a:lnTo>
                  <a:pt x="29781" y="35348"/>
                </a:lnTo>
                <a:lnTo>
                  <a:pt x="29577" y="34480"/>
                </a:lnTo>
                <a:lnTo>
                  <a:pt x="29220" y="33612"/>
                </a:lnTo>
                <a:lnTo>
                  <a:pt x="18033" y="8122"/>
                </a:lnTo>
                <a:lnTo>
                  <a:pt x="18033" y="8122"/>
                </a:lnTo>
                <a:lnTo>
                  <a:pt x="17624" y="7254"/>
                </a:lnTo>
                <a:lnTo>
                  <a:pt x="17113" y="6436"/>
                </a:lnTo>
                <a:lnTo>
                  <a:pt x="16551" y="5670"/>
                </a:lnTo>
                <a:lnTo>
                  <a:pt x="15938" y="4904"/>
                </a:lnTo>
                <a:lnTo>
                  <a:pt x="15223" y="4189"/>
                </a:lnTo>
                <a:lnTo>
                  <a:pt x="14508" y="3525"/>
                </a:lnTo>
                <a:lnTo>
                  <a:pt x="13742" y="2912"/>
                </a:lnTo>
                <a:lnTo>
                  <a:pt x="12925" y="2350"/>
                </a:lnTo>
                <a:lnTo>
                  <a:pt x="12056" y="1788"/>
                </a:lnTo>
                <a:lnTo>
                  <a:pt x="11188" y="1328"/>
                </a:lnTo>
                <a:lnTo>
                  <a:pt x="10268" y="920"/>
                </a:lnTo>
                <a:lnTo>
                  <a:pt x="9349" y="613"/>
                </a:lnTo>
                <a:lnTo>
                  <a:pt x="8429" y="358"/>
                </a:lnTo>
                <a:lnTo>
                  <a:pt x="7510" y="153"/>
                </a:lnTo>
                <a:lnTo>
                  <a:pt x="6539" y="0"/>
                </a:lnTo>
                <a:lnTo>
                  <a:pt x="5620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5" name="Google Shape;235;p9"/>
          <p:cNvSpPr>
            <a:spLocks noGrp="1"/>
          </p:cNvSpPr>
          <p:nvPr/>
        </p:nvSpPr>
        <p:spPr>
          <a:xfrm>
            <a:off x="-159708" y="1908860"/>
            <a:ext cx="182415" cy="223588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6" name="Google Shape;236;p9"/>
          <p:cNvSpPr>
            <a:spLocks noGrp="1"/>
          </p:cNvSpPr>
          <p:nvPr/>
        </p:nvSpPr>
        <p:spPr>
          <a:xfrm>
            <a:off x="-159708" y="1908860"/>
            <a:ext cx="182415" cy="223588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7" name="Google Shape;237;p9"/>
          <p:cNvSpPr>
            <a:spLocks noGrp="1"/>
          </p:cNvSpPr>
          <p:nvPr/>
        </p:nvSpPr>
        <p:spPr>
          <a:xfrm>
            <a:off x="-421592" y="1725409"/>
            <a:ext cx="1452768" cy="655633"/>
          </a:xfrm>
          <a:custGeom>
            <a:avLst/>
            <a:gdLst/>
            <a:ahLst/>
            <a:cxnLst/>
            <a:rect l="l" t="t" r="r" b="b"/>
            <a:pathLst>
              <a:path w="284780" h="128521">
                <a:moveTo>
                  <a:pt x="1788" y="0"/>
                </a:moveTo>
                <a:lnTo>
                  <a:pt x="919" y="1277"/>
                </a:lnTo>
                <a:lnTo>
                  <a:pt x="511" y="1941"/>
                </a:lnTo>
                <a:lnTo>
                  <a:pt x="255" y="2708"/>
                </a:lnTo>
                <a:lnTo>
                  <a:pt x="51" y="3474"/>
                </a:lnTo>
                <a:lnTo>
                  <a:pt x="0" y="4291"/>
                </a:lnTo>
                <a:lnTo>
                  <a:pt x="0" y="5108"/>
                </a:lnTo>
                <a:lnTo>
                  <a:pt x="153" y="6028"/>
                </a:lnTo>
                <a:lnTo>
                  <a:pt x="358" y="6947"/>
                </a:lnTo>
                <a:lnTo>
                  <a:pt x="715" y="7867"/>
                </a:lnTo>
                <a:lnTo>
                  <a:pt x="50162" y="120348"/>
                </a:lnTo>
                <a:lnTo>
                  <a:pt x="50571" y="121216"/>
                </a:lnTo>
                <a:lnTo>
                  <a:pt x="51082" y="122085"/>
                </a:lnTo>
                <a:lnTo>
                  <a:pt x="51490" y="122596"/>
                </a:lnTo>
                <a:lnTo>
                  <a:pt x="51899" y="123157"/>
                </a:lnTo>
                <a:lnTo>
                  <a:pt x="52307" y="123668"/>
                </a:lnTo>
                <a:lnTo>
                  <a:pt x="52359" y="123668"/>
                </a:lnTo>
                <a:lnTo>
                  <a:pt x="52767" y="124128"/>
                </a:lnTo>
                <a:lnTo>
                  <a:pt x="53278" y="124588"/>
                </a:lnTo>
                <a:lnTo>
                  <a:pt x="54249" y="125405"/>
                </a:lnTo>
                <a:lnTo>
                  <a:pt x="54453" y="125609"/>
                </a:lnTo>
                <a:lnTo>
                  <a:pt x="55321" y="126171"/>
                </a:lnTo>
                <a:lnTo>
                  <a:pt x="55628" y="126376"/>
                </a:lnTo>
                <a:lnTo>
                  <a:pt x="56343" y="126784"/>
                </a:lnTo>
                <a:lnTo>
                  <a:pt x="57109" y="127193"/>
                </a:lnTo>
                <a:lnTo>
                  <a:pt x="57262" y="127244"/>
                </a:lnTo>
                <a:lnTo>
                  <a:pt x="57722" y="127448"/>
                </a:lnTo>
                <a:lnTo>
                  <a:pt x="58335" y="127704"/>
                </a:lnTo>
                <a:lnTo>
                  <a:pt x="58999" y="127908"/>
                </a:lnTo>
                <a:lnTo>
                  <a:pt x="59612" y="128112"/>
                </a:lnTo>
                <a:lnTo>
                  <a:pt x="60225" y="128266"/>
                </a:lnTo>
                <a:lnTo>
                  <a:pt x="60838" y="128368"/>
                </a:lnTo>
                <a:lnTo>
                  <a:pt x="61400" y="128419"/>
                </a:lnTo>
                <a:lnTo>
                  <a:pt x="62268" y="128521"/>
                </a:lnTo>
                <a:lnTo>
                  <a:pt x="63137" y="128521"/>
                </a:lnTo>
                <a:lnTo>
                  <a:pt x="278752" y="115853"/>
                </a:lnTo>
                <a:lnTo>
                  <a:pt x="279569" y="115751"/>
                </a:lnTo>
                <a:lnTo>
                  <a:pt x="280335" y="115597"/>
                </a:lnTo>
                <a:lnTo>
                  <a:pt x="280795" y="115444"/>
                </a:lnTo>
                <a:lnTo>
                  <a:pt x="281204" y="115342"/>
                </a:lnTo>
                <a:lnTo>
                  <a:pt x="281561" y="115189"/>
                </a:lnTo>
                <a:lnTo>
                  <a:pt x="281715" y="115087"/>
                </a:lnTo>
                <a:lnTo>
                  <a:pt x="282072" y="114933"/>
                </a:lnTo>
                <a:lnTo>
                  <a:pt x="282481" y="114678"/>
                </a:lnTo>
                <a:lnTo>
                  <a:pt x="282838" y="114371"/>
                </a:lnTo>
                <a:lnTo>
                  <a:pt x="283145" y="114116"/>
                </a:lnTo>
                <a:lnTo>
                  <a:pt x="283349" y="113963"/>
                </a:lnTo>
                <a:lnTo>
                  <a:pt x="283656" y="113605"/>
                </a:lnTo>
                <a:lnTo>
                  <a:pt x="283911" y="113197"/>
                </a:lnTo>
                <a:lnTo>
                  <a:pt x="284779" y="111920"/>
                </a:lnTo>
                <a:lnTo>
                  <a:pt x="284422" y="112379"/>
                </a:lnTo>
                <a:lnTo>
                  <a:pt x="284013" y="112839"/>
                </a:lnTo>
                <a:lnTo>
                  <a:pt x="283707" y="113094"/>
                </a:lnTo>
                <a:lnTo>
                  <a:pt x="283349" y="113350"/>
                </a:lnTo>
                <a:lnTo>
                  <a:pt x="282941" y="113605"/>
                </a:lnTo>
                <a:lnTo>
                  <a:pt x="282583" y="113810"/>
                </a:lnTo>
                <a:lnTo>
                  <a:pt x="282123" y="114014"/>
                </a:lnTo>
                <a:lnTo>
                  <a:pt x="281663" y="114167"/>
                </a:lnTo>
                <a:lnTo>
                  <a:pt x="281204" y="114320"/>
                </a:lnTo>
                <a:lnTo>
                  <a:pt x="280438" y="114474"/>
                </a:lnTo>
                <a:lnTo>
                  <a:pt x="279620" y="114576"/>
                </a:lnTo>
                <a:lnTo>
                  <a:pt x="64005" y="127193"/>
                </a:lnTo>
                <a:lnTo>
                  <a:pt x="63137" y="127193"/>
                </a:lnTo>
                <a:lnTo>
                  <a:pt x="62268" y="127142"/>
                </a:lnTo>
                <a:lnTo>
                  <a:pt x="61706" y="127040"/>
                </a:lnTo>
                <a:lnTo>
                  <a:pt x="61093" y="126937"/>
                </a:lnTo>
                <a:lnTo>
                  <a:pt x="60481" y="126784"/>
                </a:lnTo>
                <a:lnTo>
                  <a:pt x="59868" y="126631"/>
                </a:lnTo>
                <a:lnTo>
                  <a:pt x="59203" y="126427"/>
                </a:lnTo>
                <a:lnTo>
                  <a:pt x="58591" y="126171"/>
                </a:lnTo>
                <a:lnTo>
                  <a:pt x="58131" y="125967"/>
                </a:lnTo>
                <a:lnTo>
                  <a:pt x="57313" y="125558"/>
                </a:lnTo>
                <a:lnTo>
                  <a:pt x="56496" y="125099"/>
                </a:lnTo>
                <a:lnTo>
                  <a:pt x="56139" y="124843"/>
                </a:lnTo>
                <a:lnTo>
                  <a:pt x="55117" y="124128"/>
                </a:lnTo>
                <a:lnTo>
                  <a:pt x="54146" y="123260"/>
                </a:lnTo>
                <a:lnTo>
                  <a:pt x="53636" y="122851"/>
                </a:lnTo>
                <a:lnTo>
                  <a:pt x="53227" y="122391"/>
                </a:lnTo>
                <a:lnTo>
                  <a:pt x="52767" y="121880"/>
                </a:lnTo>
                <a:lnTo>
                  <a:pt x="52410" y="121319"/>
                </a:lnTo>
                <a:lnTo>
                  <a:pt x="51950" y="120808"/>
                </a:lnTo>
                <a:lnTo>
                  <a:pt x="51439" y="119939"/>
                </a:lnTo>
                <a:lnTo>
                  <a:pt x="51030" y="119071"/>
                </a:lnTo>
                <a:lnTo>
                  <a:pt x="1584" y="6539"/>
                </a:lnTo>
                <a:lnTo>
                  <a:pt x="1226" y="5619"/>
                </a:lnTo>
                <a:lnTo>
                  <a:pt x="1022" y="4700"/>
                </a:lnTo>
                <a:lnTo>
                  <a:pt x="868" y="3831"/>
                </a:lnTo>
                <a:lnTo>
                  <a:pt x="868" y="2963"/>
                </a:lnTo>
                <a:lnTo>
                  <a:pt x="919" y="2146"/>
                </a:lnTo>
                <a:lnTo>
                  <a:pt x="1124" y="1380"/>
                </a:lnTo>
                <a:lnTo>
                  <a:pt x="1379" y="664"/>
                </a:lnTo>
                <a:lnTo>
                  <a:pt x="1788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42875" dist="95250" dir="72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239" name="Google Shape;239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10"/>
          <p:cNvSpPr>
            <a:spLocks noGrp="1"/>
          </p:cNvSpPr>
          <p:nvPr>
            <p:ph type="title"/>
          </p:nvPr>
        </p:nvSpPr>
        <p:spPr>
          <a:xfrm>
            <a:off x="5129433" y="4790567"/>
            <a:ext cx="6111600" cy="134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dk2"/>
                </a:highlight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/>
      <p:sp>
        <p:nvSpPr>
          <p:cNvPr id="242" name="Google Shape;242;p11"/>
          <p:cNvSpPr>
            <a:spLocks noGrp="1"/>
          </p:cNvSpPr>
          <p:nvPr/>
        </p:nvSpPr>
        <p:spPr>
          <a:xfrm rot="5400000">
            <a:off x="3275816" y="-307533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3" name="Google Shape;243;p11"/>
          <p:cNvSpPr>
            <a:spLocks noGrp="1"/>
          </p:cNvSpPr>
          <p:nvPr>
            <p:ph type="title" hasCustomPrompt="1"/>
          </p:nvPr>
        </p:nvSpPr>
        <p:spPr>
          <a:xfrm>
            <a:off x="992285" y="2337133"/>
            <a:ext cx="10205200" cy="182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44" name="Google Shape;244;p11"/>
          <p:cNvSpPr>
            <a:spLocks noGrp="1"/>
          </p:cNvSpPr>
          <p:nvPr>
            <p:ph type="subTitle" idx="1"/>
          </p:nvPr>
        </p:nvSpPr>
        <p:spPr>
          <a:xfrm>
            <a:off x="2570685" y="4033267"/>
            <a:ext cx="70484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>
                <a:solidFill>
                  <a:schemeClr val="dk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5"/>
            </a:lvl9pPr>
          </a:lstStyle>
          <a:p/>
        </p:txBody>
      </p:sp>
      <p:sp>
        <p:nvSpPr>
          <p:cNvPr id="245" name="Google Shape;245;p11"/>
          <p:cNvSpPr>
            <a:spLocks noGrp="1"/>
          </p:cNvSpPr>
          <p:nvPr/>
        </p:nvSpPr>
        <p:spPr>
          <a:xfrm rot="5400000">
            <a:off x="8609816" y="30599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6" name="Google Shape;246;p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359919" flipH="1">
            <a:off x="9879251" y="4991164"/>
            <a:ext cx="3842364" cy="1543265"/>
          </a:xfrm>
          <a:prstGeom prst="rect">
            <a:avLst/>
          </a:prstGeom>
          <a:ln>
            <a:noFill/>
          </a:ln>
        </p:spPr>
      </p:pic>
      <p:pic>
        <p:nvPicPr>
          <p:cNvPr id="247" name="Google Shape;247;p11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9008797" y="1012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248" name="Google Shape;248;p11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351829" y="868217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249" name="Google Shape;249;p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207" y="-876844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250" name="Google Shape;250;p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251" name="Google Shape;251;p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651" y="6200771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252" name="Google Shape;252;p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30707">
            <a:off x="162472" y="539679"/>
            <a:ext cx="786919" cy="528441"/>
          </a:xfrm>
          <a:prstGeom prst="rect">
            <a:avLst/>
          </a:prstGeom>
          <a:ln>
            <a:noFill/>
          </a:ln>
        </p:spPr>
      </p:pic>
      <p:sp>
        <p:nvSpPr>
          <p:cNvPr id="254" name="Google Shape;254;p11"/>
          <p:cNvSpPr>
            <a:spLocks noGrp="1"/>
          </p:cNvSpPr>
          <p:nvPr/>
        </p:nvSpPr>
        <p:spPr>
          <a:xfrm flipH="1">
            <a:off x="-989023" y="5765871"/>
            <a:ext cx="1453188" cy="72685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69506" y="116517"/>
                </a:moveTo>
                <a:lnTo>
                  <a:pt x="269915" y="116568"/>
                </a:lnTo>
                <a:lnTo>
                  <a:pt x="270324" y="116619"/>
                </a:lnTo>
                <a:lnTo>
                  <a:pt x="270732" y="116772"/>
                </a:lnTo>
                <a:lnTo>
                  <a:pt x="271141" y="116874"/>
                </a:lnTo>
                <a:lnTo>
                  <a:pt x="271550" y="117078"/>
                </a:lnTo>
                <a:lnTo>
                  <a:pt x="271907" y="117283"/>
                </a:lnTo>
                <a:lnTo>
                  <a:pt x="272316" y="117538"/>
                </a:lnTo>
                <a:lnTo>
                  <a:pt x="272878" y="117998"/>
                </a:lnTo>
                <a:lnTo>
                  <a:pt x="273389" y="118509"/>
                </a:lnTo>
                <a:lnTo>
                  <a:pt x="273797" y="119071"/>
                </a:lnTo>
                <a:lnTo>
                  <a:pt x="274155" y="119684"/>
                </a:lnTo>
                <a:lnTo>
                  <a:pt x="274257" y="119990"/>
                </a:lnTo>
                <a:lnTo>
                  <a:pt x="274359" y="120297"/>
                </a:lnTo>
                <a:lnTo>
                  <a:pt x="274410" y="120603"/>
                </a:lnTo>
                <a:lnTo>
                  <a:pt x="274410" y="120910"/>
                </a:lnTo>
                <a:lnTo>
                  <a:pt x="274410" y="121165"/>
                </a:lnTo>
                <a:lnTo>
                  <a:pt x="274410" y="121420"/>
                </a:lnTo>
                <a:lnTo>
                  <a:pt x="274308" y="121676"/>
                </a:lnTo>
                <a:lnTo>
                  <a:pt x="274206" y="121931"/>
                </a:lnTo>
                <a:lnTo>
                  <a:pt x="274053" y="122187"/>
                </a:lnTo>
                <a:lnTo>
                  <a:pt x="273899" y="122442"/>
                </a:lnTo>
                <a:lnTo>
                  <a:pt x="273695" y="122646"/>
                </a:lnTo>
                <a:lnTo>
                  <a:pt x="273440" y="122851"/>
                </a:lnTo>
                <a:lnTo>
                  <a:pt x="273133" y="123004"/>
                </a:lnTo>
                <a:lnTo>
                  <a:pt x="272827" y="123106"/>
                </a:lnTo>
                <a:lnTo>
                  <a:pt x="272469" y="123208"/>
                </a:lnTo>
                <a:lnTo>
                  <a:pt x="272060" y="123259"/>
                </a:lnTo>
                <a:lnTo>
                  <a:pt x="271703" y="123259"/>
                </a:lnTo>
                <a:lnTo>
                  <a:pt x="271294" y="123208"/>
                </a:lnTo>
                <a:lnTo>
                  <a:pt x="270937" y="123157"/>
                </a:lnTo>
                <a:lnTo>
                  <a:pt x="270579" y="123055"/>
                </a:lnTo>
                <a:lnTo>
                  <a:pt x="269813" y="122800"/>
                </a:lnTo>
                <a:lnTo>
                  <a:pt x="269149" y="122391"/>
                </a:lnTo>
                <a:lnTo>
                  <a:pt x="268485" y="121931"/>
                </a:lnTo>
                <a:lnTo>
                  <a:pt x="267872" y="121369"/>
                </a:lnTo>
                <a:lnTo>
                  <a:pt x="267412" y="120756"/>
                </a:lnTo>
                <a:lnTo>
                  <a:pt x="267208" y="120450"/>
                </a:lnTo>
                <a:lnTo>
                  <a:pt x="267054" y="120092"/>
                </a:lnTo>
                <a:lnTo>
                  <a:pt x="266901" y="119735"/>
                </a:lnTo>
                <a:lnTo>
                  <a:pt x="266799" y="119428"/>
                </a:lnTo>
                <a:lnTo>
                  <a:pt x="266748" y="119071"/>
                </a:lnTo>
                <a:lnTo>
                  <a:pt x="266748" y="118764"/>
                </a:lnTo>
                <a:lnTo>
                  <a:pt x="266748" y="118458"/>
                </a:lnTo>
                <a:lnTo>
                  <a:pt x="266799" y="118202"/>
                </a:lnTo>
                <a:lnTo>
                  <a:pt x="266901" y="117896"/>
                </a:lnTo>
                <a:lnTo>
                  <a:pt x="267054" y="117640"/>
                </a:lnTo>
                <a:lnTo>
                  <a:pt x="267208" y="117436"/>
                </a:lnTo>
                <a:lnTo>
                  <a:pt x="267361" y="117232"/>
                </a:lnTo>
                <a:lnTo>
                  <a:pt x="267616" y="117027"/>
                </a:lnTo>
                <a:lnTo>
                  <a:pt x="267821" y="116874"/>
                </a:lnTo>
                <a:lnTo>
                  <a:pt x="268127" y="116772"/>
                </a:lnTo>
                <a:lnTo>
                  <a:pt x="268434" y="116670"/>
                </a:lnTo>
                <a:lnTo>
                  <a:pt x="268740" y="116568"/>
                </a:lnTo>
                <a:lnTo>
                  <a:pt x="269098" y="116517"/>
                </a:lnTo>
                <a:close/>
                <a:moveTo>
                  <a:pt x="221745" y="0"/>
                </a:move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5" name="Google Shape;255;p11"/>
          <p:cNvSpPr>
            <a:spLocks noGrp="1"/>
          </p:cNvSpPr>
          <p:nvPr/>
        </p:nvSpPr>
        <p:spPr>
          <a:xfrm flipH="1">
            <a:off x="-989023" y="5765871"/>
            <a:ext cx="1453188" cy="72685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84116" y="120603"/>
                </a:moveTo>
                <a:lnTo>
                  <a:pt x="234720" y="8122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lnTo>
                  <a:pt x="221745" y="0"/>
                </a:lnTo>
                <a:lnTo>
                  <a:pt x="6181" y="12617"/>
                </a:ln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6" name="Google Shape;256;p11"/>
          <p:cNvSpPr>
            <a:spLocks noGrp="1"/>
          </p:cNvSpPr>
          <p:nvPr/>
        </p:nvSpPr>
        <p:spPr>
          <a:xfrm flipH="1">
            <a:off x="-2349461" y="6360115"/>
            <a:ext cx="39087" cy="34395"/>
          </a:xfrm>
          <a:custGeom>
            <a:avLst/>
            <a:gdLst/>
            <a:ahLst/>
            <a:cxnLst/>
            <a:rect l="l" t="t" r="r" b="b"/>
            <a:pathLst>
              <a:path w="7664" h="6744">
                <a:moveTo>
                  <a:pt x="7459" y="5415"/>
                </a:moveTo>
                <a:lnTo>
                  <a:pt x="7459" y="5415"/>
                </a:lnTo>
                <a:lnTo>
                  <a:pt x="7306" y="5671"/>
                </a:lnTo>
                <a:lnTo>
                  <a:pt x="7152" y="5926"/>
                </a:lnTo>
                <a:lnTo>
                  <a:pt x="6948" y="6130"/>
                </a:lnTo>
                <a:lnTo>
                  <a:pt x="6693" y="6335"/>
                </a:lnTo>
                <a:lnTo>
                  <a:pt x="6386" y="6488"/>
                </a:lnTo>
                <a:lnTo>
                  <a:pt x="6080" y="6590"/>
                </a:lnTo>
                <a:lnTo>
                  <a:pt x="5722" y="6692"/>
                </a:lnTo>
                <a:lnTo>
                  <a:pt x="5313" y="6743"/>
                </a:lnTo>
                <a:lnTo>
                  <a:pt x="5313" y="6743"/>
                </a:lnTo>
                <a:lnTo>
                  <a:pt x="4956" y="6743"/>
                </a:lnTo>
                <a:lnTo>
                  <a:pt x="4547" y="6692"/>
                </a:lnTo>
                <a:lnTo>
                  <a:pt x="4190" y="6641"/>
                </a:lnTo>
                <a:lnTo>
                  <a:pt x="3832" y="6539"/>
                </a:lnTo>
                <a:lnTo>
                  <a:pt x="3066" y="6284"/>
                </a:lnTo>
                <a:lnTo>
                  <a:pt x="2402" y="5875"/>
                </a:lnTo>
                <a:lnTo>
                  <a:pt x="1738" y="5415"/>
                </a:lnTo>
                <a:lnTo>
                  <a:pt x="1125" y="4853"/>
                </a:lnTo>
                <a:lnTo>
                  <a:pt x="665" y="4240"/>
                </a:lnTo>
                <a:lnTo>
                  <a:pt x="461" y="3934"/>
                </a:lnTo>
                <a:lnTo>
                  <a:pt x="307" y="3576"/>
                </a:lnTo>
                <a:lnTo>
                  <a:pt x="307" y="3576"/>
                </a:lnTo>
                <a:lnTo>
                  <a:pt x="154" y="3219"/>
                </a:lnTo>
                <a:lnTo>
                  <a:pt x="52" y="2912"/>
                </a:lnTo>
                <a:lnTo>
                  <a:pt x="1" y="2555"/>
                </a:lnTo>
                <a:lnTo>
                  <a:pt x="1" y="2248"/>
                </a:lnTo>
                <a:lnTo>
                  <a:pt x="1" y="1942"/>
                </a:lnTo>
                <a:lnTo>
                  <a:pt x="52" y="1686"/>
                </a:lnTo>
                <a:lnTo>
                  <a:pt x="154" y="1380"/>
                </a:lnTo>
                <a:lnTo>
                  <a:pt x="307" y="1124"/>
                </a:lnTo>
                <a:lnTo>
                  <a:pt x="461" y="920"/>
                </a:lnTo>
                <a:lnTo>
                  <a:pt x="614" y="716"/>
                </a:lnTo>
                <a:lnTo>
                  <a:pt x="869" y="511"/>
                </a:lnTo>
                <a:lnTo>
                  <a:pt x="1074" y="358"/>
                </a:lnTo>
                <a:lnTo>
                  <a:pt x="1380" y="256"/>
                </a:lnTo>
                <a:lnTo>
                  <a:pt x="1687" y="154"/>
                </a:lnTo>
                <a:lnTo>
                  <a:pt x="1993" y="52"/>
                </a:lnTo>
                <a:lnTo>
                  <a:pt x="2351" y="1"/>
                </a:lnTo>
                <a:lnTo>
                  <a:pt x="2351" y="1"/>
                </a:lnTo>
                <a:lnTo>
                  <a:pt x="2759" y="1"/>
                </a:lnTo>
                <a:lnTo>
                  <a:pt x="3168" y="52"/>
                </a:lnTo>
                <a:lnTo>
                  <a:pt x="3577" y="103"/>
                </a:lnTo>
                <a:lnTo>
                  <a:pt x="3985" y="256"/>
                </a:lnTo>
                <a:lnTo>
                  <a:pt x="4394" y="358"/>
                </a:lnTo>
                <a:lnTo>
                  <a:pt x="4803" y="562"/>
                </a:lnTo>
                <a:lnTo>
                  <a:pt x="5160" y="767"/>
                </a:lnTo>
                <a:lnTo>
                  <a:pt x="5569" y="1022"/>
                </a:lnTo>
                <a:lnTo>
                  <a:pt x="5569" y="1022"/>
                </a:lnTo>
                <a:lnTo>
                  <a:pt x="6131" y="1482"/>
                </a:lnTo>
                <a:lnTo>
                  <a:pt x="6642" y="1993"/>
                </a:lnTo>
                <a:lnTo>
                  <a:pt x="7050" y="2555"/>
                </a:lnTo>
                <a:lnTo>
                  <a:pt x="7408" y="3168"/>
                </a:lnTo>
                <a:lnTo>
                  <a:pt x="7408" y="3168"/>
                </a:lnTo>
                <a:lnTo>
                  <a:pt x="7510" y="3474"/>
                </a:lnTo>
                <a:lnTo>
                  <a:pt x="7612" y="3781"/>
                </a:lnTo>
                <a:lnTo>
                  <a:pt x="7663" y="4087"/>
                </a:lnTo>
                <a:lnTo>
                  <a:pt x="7663" y="4394"/>
                </a:lnTo>
                <a:lnTo>
                  <a:pt x="7663" y="4649"/>
                </a:lnTo>
                <a:lnTo>
                  <a:pt x="7663" y="4904"/>
                </a:lnTo>
                <a:lnTo>
                  <a:pt x="7561" y="5160"/>
                </a:lnTo>
                <a:lnTo>
                  <a:pt x="7459" y="5415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7" name="Google Shape;257;p11"/>
          <p:cNvSpPr>
            <a:spLocks noGrp="1"/>
          </p:cNvSpPr>
          <p:nvPr/>
        </p:nvSpPr>
        <p:spPr>
          <a:xfrm flipH="1">
            <a:off x="-1887300" y="5942503"/>
            <a:ext cx="291787" cy="255051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8" name="Google Shape;258;p11"/>
          <p:cNvSpPr>
            <a:spLocks noGrp="1"/>
          </p:cNvSpPr>
          <p:nvPr/>
        </p:nvSpPr>
        <p:spPr>
          <a:xfrm flipH="1">
            <a:off x="-1887300" y="5942503"/>
            <a:ext cx="291787" cy="255051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9309" y="0"/>
                </a:lnTo>
                <a:lnTo>
                  <a:pt x="17624" y="51"/>
                </a:ln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7903" y="50009"/>
                </a:lnTo>
                <a:lnTo>
                  <a:pt x="39537" y="49958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9" name="Google Shape;259;p11"/>
          <p:cNvSpPr>
            <a:spLocks noGrp="1"/>
          </p:cNvSpPr>
          <p:nvPr/>
        </p:nvSpPr>
        <p:spPr>
          <a:xfrm flipH="1">
            <a:off x="-2349727" y="6360115"/>
            <a:ext cx="38821" cy="29963"/>
          </a:xfrm>
          <a:custGeom>
            <a:avLst/>
            <a:gdLst/>
            <a:ahLst/>
            <a:cxnLst/>
            <a:rect l="l" t="t" r="r" b="b"/>
            <a:pathLst>
              <a:path w="7612" h="5875">
                <a:moveTo>
                  <a:pt x="2299" y="1"/>
                </a:moveTo>
                <a:lnTo>
                  <a:pt x="1839" y="52"/>
                </a:lnTo>
                <a:lnTo>
                  <a:pt x="1430" y="154"/>
                </a:lnTo>
                <a:lnTo>
                  <a:pt x="1073" y="358"/>
                </a:lnTo>
                <a:lnTo>
                  <a:pt x="766" y="562"/>
                </a:lnTo>
                <a:lnTo>
                  <a:pt x="511" y="818"/>
                </a:lnTo>
                <a:lnTo>
                  <a:pt x="255" y="1073"/>
                </a:lnTo>
                <a:lnTo>
                  <a:pt x="102" y="1431"/>
                </a:lnTo>
                <a:lnTo>
                  <a:pt x="0" y="1788"/>
                </a:lnTo>
                <a:lnTo>
                  <a:pt x="358" y="1431"/>
                </a:lnTo>
                <a:lnTo>
                  <a:pt x="766" y="1175"/>
                </a:lnTo>
                <a:lnTo>
                  <a:pt x="1277" y="1022"/>
                </a:lnTo>
                <a:lnTo>
                  <a:pt x="1890" y="920"/>
                </a:lnTo>
                <a:lnTo>
                  <a:pt x="2299" y="920"/>
                </a:lnTo>
                <a:lnTo>
                  <a:pt x="2707" y="971"/>
                </a:lnTo>
                <a:lnTo>
                  <a:pt x="3116" y="1022"/>
                </a:lnTo>
                <a:lnTo>
                  <a:pt x="3525" y="1124"/>
                </a:lnTo>
                <a:lnTo>
                  <a:pt x="3933" y="1278"/>
                </a:lnTo>
                <a:lnTo>
                  <a:pt x="4291" y="1482"/>
                </a:lnTo>
                <a:lnTo>
                  <a:pt x="4700" y="1686"/>
                </a:lnTo>
                <a:lnTo>
                  <a:pt x="5057" y="1891"/>
                </a:lnTo>
                <a:lnTo>
                  <a:pt x="5619" y="2350"/>
                </a:lnTo>
                <a:lnTo>
                  <a:pt x="6130" y="2861"/>
                </a:lnTo>
                <a:lnTo>
                  <a:pt x="6590" y="3474"/>
                </a:lnTo>
                <a:lnTo>
                  <a:pt x="6896" y="4087"/>
                </a:lnTo>
                <a:lnTo>
                  <a:pt x="7100" y="4547"/>
                </a:lnTo>
                <a:lnTo>
                  <a:pt x="7151" y="5007"/>
                </a:lnTo>
                <a:lnTo>
                  <a:pt x="7203" y="5415"/>
                </a:lnTo>
                <a:lnTo>
                  <a:pt x="7151" y="5875"/>
                </a:lnTo>
                <a:lnTo>
                  <a:pt x="7305" y="5620"/>
                </a:lnTo>
                <a:lnTo>
                  <a:pt x="7458" y="5415"/>
                </a:lnTo>
                <a:lnTo>
                  <a:pt x="7509" y="5160"/>
                </a:lnTo>
                <a:lnTo>
                  <a:pt x="7611" y="4904"/>
                </a:lnTo>
                <a:lnTo>
                  <a:pt x="7611" y="4649"/>
                </a:lnTo>
                <a:lnTo>
                  <a:pt x="7611" y="4342"/>
                </a:lnTo>
                <a:lnTo>
                  <a:pt x="7560" y="3781"/>
                </a:lnTo>
                <a:lnTo>
                  <a:pt x="7356" y="3168"/>
                </a:lnTo>
                <a:lnTo>
                  <a:pt x="6998" y="2555"/>
                </a:lnTo>
                <a:lnTo>
                  <a:pt x="6590" y="1993"/>
                </a:lnTo>
                <a:lnTo>
                  <a:pt x="6079" y="1482"/>
                </a:lnTo>
                <a:lnTo>
                  <a:pt x="5517" y="1022"/>
                </a:lnTo>
                <a:lnTo>
                  <a:pt x="5108" y="767"/>
                </a:lnTo>
                <a:lnTo>
                  <a:pt x="4751" y="562"/>
                </a:lnTo>
                <a:lnTo>
                  <a:pt x="4342" y="358"/>
                </a:lnTo>
                <a:lnTo>
                  <a:pt x="3933" y="256"/>
                </a:lnTo>
                <a:lnTo>
                  <a:pt x="3525" y="103"/>
                </a:lnTo>
                <a:lnTo>
                  <a:pt x="3116" y="52"/>
                </a:lnTo>
                <a:lnTo>
                  <a:pt x="2707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0" name="Google Shape;260;p11"/>
          <p:cNvSpPr>
            <a:spLocks noGrp="1"/>
          </p:cNvSpPr>
          <p:nvPr/>
        </p:nvSpPr>
        <p:spPr>
          <a:xfrm flipH="1">
            <a:off x="-1309983" y="6267369"/>
            <a:ext cx="987120" cy="124273"/>
          </a:xfrm>
          <a:custGeom>
            <a:avLst/>
            <a:gdLst/>
            <a:ahLst/>
            <a:cxnLst/>
            <a:rect l="l" t="t" r="r" b="b"/>
            <a:pathLst>
              <a:path w="193549" h="24367">
                <a:moveTo>
                  <a:pt x="185682" y="1840"/>
                </a:moveTo>
                <a:lnTo>
                  <a:pt x="186193" y="1891"/>
                </a:lnTo>
                <a:lnTo>
                  <a:pt x="186448" y="1993"/>
                </a:lnTo>
                <a:lnTo>
                  <a:pt x="186704" y="2095"/>
                </a:lnTo>
                <a:lnTo>
                  <a:pt x="187214" y="2401"/>
                </a:lnTo>
                <a:lnTo>
                  <a:pt x="187776" y="2912"/>
                </a:lnTo>
                <a:lnTo>
                  <a:pt x="188338" y="3525"/>
                </a:lnTo>
                <a:lnTo>
                  <a:pt x="188900" y="4343"/>
                </a:lnTo>
                <a:lnTo>
                  <a:pt x="189462" y="5415"/>
                </a:lnTo>
                <a:lnTo>
                  <a:pt x="190024" y="6641"/>
                </a:lnTo>
                <a:lnTo>
                  <a:pt x="190586" y="7918"/>
                </a:lnTo>
                <a:lnTo>
                  <a:pt x="190892" y="8991"/>
                </a:lnTo>
                <a:lnTo>
                  <a:pt x="191097" y="9859"/>
                </a:lnTo>
                <a:lnTo>
                  <a:pt x="191097" y="10268"/>
                </a:lnTo>
                <a:lnTo>
                  <a:pt x="191097" y="10574"/>
                </a:lnTo>
                <a:lnTo>
                  <a:pt x="191046" y="10881"/>
                </a:lnTo>
                <a:lnTo>
                  <a:pt x="190995" y="11085"/>
                </a:lnTo>
                <a:lnTo>
                  <a:pt x="190892" y="11290"/>
                </a:lnTo>
                <a:lnTo>
                  <a:pt x="190739" y="11494"/>
                </a:lnTo>
                <a:lnTo>
                  <a:pt x="190586" y="11596"/>
                </a:lnTo>
                <a:lnTo>
                  <a:pt x="190382" y="11698"/>
                </a:lnTo>
                <a:lnTo>
                  <a:pt x="190177" y="11749"/>
                </a:lnTo>
                <a:lnTo>
                  <a:pt x="189922" y="11800"/>
                </a:lnTo>
                <a:lnTo>
                  <a:pt x="189564" y="11800"/>
                </a:lnTo>
                <a:lnTo>
                  <a:pt x="189309" y="11749"/>
                </a:lnTo>
                <a:lnTo>
                  <a:pt x="189053" y="11647"/>
                </a:lnTo>
                <a:lnTo>
                  <a:pt x="188798" y="11545"/>
                </a:lnTo>
                <a:lnTo>
                  <a:pt x="188236" y="11187"/>
                </a:lnTo>
                <a:lnTo>
                  <a:pt x="187725" y="10728"/>
                </a:lnTo>
                <a:lnTo>
                  <a:pt x="187163" y="10064"/>
                </a:lnTo>
                <a:lnTo>
                  <a:pt x="186602" y="9195"/>
                </a:lnTo>
                <a:lnTo>
                  <a:pt x="185989" y="8174"/>
                </a:lnTo>
                <a:lnTo>
                  <a:pt x="185427" y="6897"/>
                </a:lnTo>
                <a:lnTo>
                  <a:pt x="184865" y="5620"/>
                </a:lnTo>
                <a:lnTo>
                  <a:pt x="184558" y="4547"/>
                </a:lnTo>
                <a:lnTo>
                  <a:pt x="184405" y="3678"/>
                </a:lnTo>
                <a:lnTo>
                  <a:pt x="184354" y="3321"/>
                </a:lnTo>
                <a:lnTo>
                  <a:pt x="184354" y="3014"/>
                </a:lnTo>
                <a:lnTo>
                  <a:pt x="184405" y="2759"/>
                </a:lnTo>
                <a:lnTo>
                  <a:pt x="184507" y="2504"/>
                </a:lnTo>
                <a:lnTo>
                  <a:pt x="184609" y="2299"/>
                </a:lnTo>
                <a:lnTo>
                  <a:pt x="184763" y="2146"/>
                </a:lnTo>
                <a:lnTo>
                  <a:pt x="184916" y="2044"/>
                </a:lnTo>
                <a:lnTo>
                  <a:pt x="185120" y="1942"/>
                </a:lnTo>
                <a:lnTo>
                  <a:pt x="185324" y="1891"/>
                </a:lnTo>
                <a:lnTo>
                  <a:pt x="185580" y="1840"/>
                </a:lnTo>
                <a:close/>
                <a:moveTo>
                  <a:pt x="174444" y="2504"/>
                </a:moveTo>
                <a:lnTo>
                  <a:pt x="174955" y="2555"/>
                </a:lnTo>
                <a:lnTo>
                  <a:pt x="175466" y="2759"/>
                </a:lnTo>
                <a:lnTo>
                  <a:pt x="175977" y="3065"/>
                </a:lnTo>
                <a:lnTo>
                  <a:pt x="176538" y="3576"/>
                </a:lnTo>
                <a:lnTo>
                  <a:pt x="177049" y="4189"/>
                </a:lnTo>
                <a:lnTo>
                  <a:pt x="177611" y="5007"/>
                </a:lnTo>
                <a:lnTo>
                  <a:pt x="178224" y="6028"/>
                </a:lnTo>
                <a:lnTo>
                  <a:pt x="178786" y="7305"/>
                </a:lnTo>
                <a:lnTo>
                  <a:pt x="179297" y="8582"/>
                </a:lnTo>
                <a:lnTo>
                  <a:pt x="179654" y="9655"/>
                </a:lnTo>
                <a:lnTo>
                  <a:pt x="179808" y="10523"/>
                </a:lnTo>
                <a:lnTo>
                  <a:pt x="179859" y="10932"/>
                </a:lnTo>
                <a:lnTo>
                  <a:pt x="179859" y="11239"/>
                </a:lnTo>
                <a:lnTo>
                  <a:pt x="179808" y="11545"/>
                </a:lnTo>
                <a:lnTo>
                  <a:pt x="179757" y="11749"/>
                </a:lnTo>
                <a:lnTo>
                  <a:pt x="179654" y="11954"/>
                </a:lnTo>
                <a:lnTo>
                  <a:pt x="179501" y="12158"/>
                </a:lnTo>
                <a:lnTo>
                  <a:pt x="179348" y="12260"/>
                </a:lnTo>
                <a:lnTo>
                  <a:pt x="179144" y="12362"/>
                </a:lnTo>
                <a:lnTo>
                  <a:pt x="178939" y="12413"/>
                </a:lnTo>
                <a:lnTo>
                  <a:pt x="178684" y="12464"/>
                </a:lnTo>
                <a:lnTo>
                  <a:pt x="178326" y="12464"/>
                </a:lnTo>
                <a:lnTo>
                  <a:pt x="178071" y="12413"/>
                </a:lnTo>
                <a:lnTo>
                  <a:pt x="177815" y="12311"/>
                </a:lnTo>
                <a:lnTo>
                  <a:pt x="177560" y="12209"/>
                </a:lnTo>
                <a:lnTo>
                  <a:pt x="176998" y="11851"/>
                </a:lnTo>
                <a:lnTo>
                  <a:pt x="176436" y="11392"/>
                </a:lnTo>
                <a:lnTo>
                  <a:pt x="175874" y="10677"/>
                </a:lnTo>
                <a:lnTo>
                  <a:pt x="175313" y="9859"/>
                </a:lnTo>
                <a:lnTo>
                  <a:pt x="174751" y="8787"/>
                </a:lnTo>
                <a:lnTo>
                  <a:pt x="174138" y="7561"/>
                </a:lnTo>
                <a:lnTo>
                  <a:pt x="173627" y="6284"/>
                </a:lnTo>
                <a:lnTo>
                  <a:pt x="173269" y="5211"/>
                </a:lnTo>
                <a:lnTo>
                  <a:pt x="173167" y="4751"/>
                </a:lnTo>
                <a:lnTo>
                  <a:pt x="173116" y="4343"/>
                </a:lnTo>
                <a:lnTo>
                  <a:pt x="173116" y="3985"/>
                </a:lnTo>
                <a:lnTo>
                  <a:pt x="173116" y="3678"/>
                </a:lnTo>
                <a:lnTo>
                  <a:pt x="173167" y="3423"/>
                </a:lnTo>
                <a:lnTo>
                  <a:pt x="173218" y="3168"/>
                </a:lnTo>
                <a:lnTo>
                  <a:pt x="173371" y="2963"/>
                </a:lnTo>
                <a:lnTo>
                  <a:pt x="173474" y="2810"/>
                </a:lnTo>
                <a:lnTo>
                  <a:pt x="173678" y="2708"/>
                </a:lnTo>
                <a:lnTo>
                  <a:pt x="173882" y="2606"/>
                </a:lnTo>
                <a:lnTo>
                  <a:pt x="174087" y="2555"/>
                </a:lnTo>
                <a:lnTo>
                  <a:pt x="174342" y="2504"/>
                </a:lnTo>
                <a:close/>
                <a:moveTo>
                  <a:pt x="163206" y="3168"/>
                </a:moveTo>
                <a:lnTo>
                  <a:pt x="163717" y="3219"/>
                </a:lnTo>
                <a:lnTo>
                  <a:pt x="163972" y="3321"/>
                </a:lnTo>
                <a:lnTo>
                  <a:pt x="164228" y="3423"/>
                </a:lnTo>
                <a:lnTo>
                  <a:pt x="164739" y="3730"/>
                </a:lnTo>
                <a:lnTo>
                  <a:pt x="165301" y="4189"/>
                </a:lnTo>
                <a:lnTo>
                  <a:pt x="165811" y="4853"/>
                </a:lnTo>
                <a:lnTo>
                  <a:pt x="166373" y="5671"/>
                </a:lnTo>
                <a:lnTo>
                  <a:pt x="166986" y="6692"/>
                </a:lnTo>
                <a:lnTo>
                  <a:pt x="167548" y="7969"/>
                </a:lnTo>
                <a:lnTo>
                  <a:pt x="168059" y="9246"/>
                </a:lnTo>
                <a:lnTo>
                  <a:pt x="168416" y="10319"/>
                </a:lnTo>
                <a:lnTo>
                  <a:pt x="168570" y="11187"/>
                </a:lnTo>
                <a:lnTo>
                  <a:pt x="168621" y="11596"/>
                </a:lnTo>
                <a:lnTo>
                  <a:pt x="168621" y="11903"/>
                </a:lnTo>
                <a:lnTo>
                  <a:pt x="168570" y="12209"/>
                </a:lnTo>
                <a:lnTo>
                  <a:pt x="168519" y="12413"/>
                </a:lnTo>
                <a:lnTo>
                  <a:pt x="168365" y="12618"/>
                </a:lnTo>
                <a:lnTo>
                  <a:pt x="168263" y="12822"/>
                </a:lnTo>
                <a:lnTo>
                  <a:pt x="168059" y="12924"/>
                </a:lnTo>
                <a:lnTo>
                  <a:pt x="167906" y="13026"/>
                </a:lnTo>
                <a:lnTo>
                  <a:pt x="167650" y="13077"/>
                </a:lnTo>
                <a:lnTo>
                  <a:pt x="167446" y="13129"/>
                </a:lnTo>
                <a:lnTo>
                  <a:pt x="167293" y="13129"/>
                </a:lnTo>
                <a:lnTo>
                  <a:pt x="167037" y="13077"/>
                </a:lnTo>
                <a:lnTo>
                  <a:pt x="166782" y="13077"/>
                </a:lnTo>
                <a:lnTo>
                  <a:pt x="166526" y="12975"/>
                </a:lnTo>
                <a:lnTo>
                  <a:pt x="166271" y="12873"/>
                </a:lnTo>
                <a:lnTo>
                  <a:pt x="165760" y="12516"/>
                </a:lnTo>
                <a:lnTo>
                  <a:pt x="165198" y="12005"/>
                </a:lnTo>
                <a:lnTo>
                  <a:pt x="164636" y="11341"/>
                </a:lnTo>
                <a:lnTo>
                  <a:pt x="164075" y="10523"/>
                </a:lnTo>
                <a:lnTo>
                  <a:pt x="163513" y="9451"/>
                </a:lnTo>
                <a:lnTo>
                  <a:pt x="162900" y="8225"/>
                </a:lnTo>
                <a:lnTo>
                  <a:pt x="162389" y="6948"/>
                </a:lnTo>
                <a:lnTo>
                  <a:pt x="162031" y="5875"/>
                </a:lnTo>
                <a:lnTo>
                  <a:pt x="161878" y="5007"/>
                </a:lnTo>
                <a:lnTo>
                  <a:pt x="161878" y="4649"/>
                </a:lnTo>
                <a:lnTo>
                  <a:pt x="161878" y="4343"/>
                </a:lnTo>
                <a:lnTo>
                  <a:pt x="161929" y="4087"/>
                </a:lnTo>
                <a:lnTo>
                  <a:pt x="161980" y="3832"/>
                </a:lnTo>
                <a:lnTo>
                  <a:pt x="162082" y="3627"/>
                </a:lnTo>
                <a:lnTo>
                  <a:pt x="162236" y="3474"/>
                </a:lnTo>
                <a:lnTo>
                  <a:pt x="162389" y="3372"/>
                </a:lnTo>
                <a:lnTo>
                  <a:pt x="162593" y="3270"/>
                </a:lnTo>
                <a:lnTo>
                  <a:pt x="162798" y="3219"/>
                </a:lnTo>
                <a:lnTo>
                  <a:pt x="163053" y="3168"/>
                </a:lnTo>
                <a:close/>
                <a:moveTo>
                  <a:pt x="184763" y="1"/>
                </a:moveTo>
                <a:lnTo>
                  <a:pt x="184201" y="52"/>
                </a:lnTo>
                <a:lnTo>
                  <a:pt x="183741" y="154"/>
                </a:lnTo>
                <a:lnTo>
                  <a:pt x="183332" y="307"/>
                </a:lnTo>
                <a:lnTo>
                  <a:pt x="182975" y="511"/>
                </a:lnTo>
                <a:lnTo>
                  <a:pt x="182668" y="818"/>
                </a:lnTo>
                <a:lnTo>
                  <a:pt x="182413" y="1124"/>
                </a:lnTo>
                <a:lnTo>
                  <a:pt x="182209" y="1482"/>
                </a:lnTo>
                <a:lnTo>
                  <a:pt x="182055" y="1891"/>
                </a:lnTo>
                <a:lnTo>
                  <a:pt x="181953" y="2401"/>
                </a:lnTo>
                <a:lnTo>
                  <a:pt x="181902" y="2912"/>
                </a:lnTo>
                <a:lnTo>
                  <a:pt x="181953" y="3474"/>
                </a:lnTo>
                <a:lnTo>
                  <a:pt x="182055" y="4087"/>
                </a:lnTo>
                <a:lnTo>
                  <a:pt x="182157" y="4751"/>
                </a:lnTo>
                <a:lnTo>
                  <a:pt x="182362" y="5466"/>
                </a:lnTo>
                <a:lnTo>
                  <a:pt x="182668" y="6233"/>
                </a:lnTo>
                <a:lnTo>
                  <a:pt x="182975" y="7050"/>
                </a:lnTo>
                <a:lnTo>
                  <a:pt x="183332" y="7816"/>
                </a:lnTo>
                <a:lnTo>
                  <a:pt x="183741" y="8582"/>
                </a:lnTo>
                <a:lnTo>
                  <a:pt x="184150" y="9246"/>
                </a:lnTo>
                <a:lnTo>
                  <a:pt x="184558" y="9910"/>
                </a:lnTo>
                <a:lnTo>
                  <a:pt x="185018" y="10472"/>
                </a:lnTo>
                <a:lnTo>
                  <a:pt x="185427" y="11034"/>
                </a:lnTo>
                <a:lnTo>
                  <a:pt x="185886" y="11545"/>
                </a:lnTo>
                <a:lnTo>
                  <a:pt x="186397" y="11954"/>
                </a:lnTo>
                <a:lnTo>
                  <a:pt x="186857" y="12362"/>
                </a:lnTo>
                <a:lnTo>
                  <a:pt x="187368" y="12720"/>
                </a:lnTo>
                <a:lnTo>
                  <a:pt x="187879" y="13026"/>
                </a:lnTo>
                <a:lnTo>
                  <a:pt x="188389" y="13231"/>
                </a:lnTo>
                <a:lnTo>
                  <a:pt x="188900" y="13435"/>
                </a:lnTo>
                <a:lnTo>
                  <a:pt x="189411" y="13588"/>
                </a:lnTo>
                <a:lnTo>
                  <a:pt x="189922" y="13639"/>
                </a:lnTo>
                <a:lnTo>
                  <a:pt x="190433" y="13690"/>
                </a:lnTo>
                <a:lnTo>
                  <a:pt x="190739" y="13690"/>
                </a:lnTo>
                <a:lnTo>
                  <a:pt x="191250" y="13588"/>
                </a:lnTo>
                <a:lnTo>
                  <a:pt x="191710" y="13486"/>
                </a:lnTo>
                <a:lnTo>
                  <a:pt x="192169" y="13333"/>
                </a:lnTo>
                <a:lnTo>
                  <a:pt x="192527" y="13077"/>
                </a:lnTo>
                <a:lnTo>
                  <a:pt x="192833" y="12822"/>
                </a:lnTo>
                <a:lnTo>
                  <a:pt x="193089" y="12516"/>
                </a:lnTo>
                <a:lnTo>
                  <a:pt x="193293" y="12107"/>
                </a:lnTo>
                <a:lnTo>
                  <a:pt x="193446" y="11698"/>
                </a:lnTo>
                <a:lnTo>
                  <a:pt x="193498" y="11187"/>
                </a:lnTo>
                <a:lnTo>
                  <a:pt x="193549" y="10677"/>
                </a:lnTo>
                <a:lnTo>
                  <a:pt x="193498" y="10115"/>
                </a:lnTo>
                <a:lnTo>
                  <a:pt x="193446" y="9451"/>
                </a:lnTo>
                <a:lnTo>
                  <a:pt x="193293" y="8787"/>
                </a:lnTo>
                <a:lnTo>
                  <a:pt x="193089" y="8071"/>
                </a:lnTo>
                <a:lnTo>
                  <a:pt x="192782" y="7305"/>
                </a:lnTo>
                <a:lnTo>
                  <a:pt x="192476" y="6488"/>
                </a:lnTo>
                <a:lnTo>
                  <a:pt x="192118" y="5722"/>
                </a:lnTo>
                <a:lnTo>
                  <a:pt x="191710" y="4955"/>
                </a:lnTo>
                <a:lnTo>
                  <a:pt x="191301" y="4291"/>
                </a:lnTo>
                <a:lnTo>
                  <a:pt x="190892" y="3678"/>
                </a:lnTo>
                <a:lnTo>
                  <a:pt x="190484" y="3065"/>
                </a:lnTo>
                <a:lnTo>
                  <a:pt x="190024" y="2555"/>
                </a:lnTo>
                <a:lnTo>
                  <a:pt x="189564" y="2044"/>
                </a:lnTo>
                <a:lnTo>
                  <a:pt x="189105" y="1635"/>
                </a:lnTo>
                <a:lnTo>
                  <a:pt x="188594" y="1227"/>
                </a:lnTo>
                <a:lnTo>
                  <a:pt x="188134" y="920"/>
                </a:lnTo>
                <a:lnTo>
                  <a:pt x="187623" y="614"/>
                </a:lnTo>
                <a:lnTo>
                  <a:pt x="187112" y="409"/>
                </a:lnTo>
                <a:lnTo>
                  <a:pt x="186602" y="205"/>
                </a:lnTo>
                <a:lnTo>
                  <a:pt x="186091" y="103"/>
                </a:lnTo>
                <a:lnTo>
                  <a:pt x="185580" y="1"/>
                </a:lnTo>
                <a:close/>
                <a:moveTo>
                  <a:pt x="151917" y="3832"/>
                </a:moveTo>
                <a:lnTo>
                  <a:pt x="152428" y="3883"/>
                </a:lnTo>
                <a:lnTo>
                  <a:pt x="152683" y="3985"/>
                </a:lnTo>
                <a:lnTo>
                  <a:pt x="152939" y="4087"/>
                </a:lnTo>
                <a:lnTo>
                  <a:pt x="153501" y="4394"/>
                </a:lnTo>
                <a:lnTo>
                  <a:pt x="154012" y="4853"/>
                </a:lnTo>
                <a:lnTo>
                  <a:pt x="154573" y="5517"/>
                </a:lnTo>
                <a:lnTo>
                  <a:pt x="155135" y="6335"/>
                </a:lnTo>
                <a:lnTo>
                  <a:pt x="155697" y="7356"/>
                </a:lnTo>
                <a:lnTo>
                  <a:pt x="156310" y="8633"/>
                </a:lnTo>
                <a:lnTo>
                  <a:pt x="156821" y="9910"/>
                </a:lnTo>
                <a:lnTo>
                  <a:pt x="157179" y="10983"/>
                </a:lnTo>
                <a:lnTo>
                  <a:pt x="157332" y="11851"/>
                </a:lnTo>
                <a:lnTo>
                  <a:pt x="157383" y="12209"/>
                </a:lnTo>
                <a:lnTo>
                  <a:pt x="157332" y="12567"/>
                </a:lnTo>
                <a:lnTo>
                  <a:pt x="157332" y="12822"/>
                </a:lnTo>
                <a:lnTo>
                  <a:pt x="157230" y="13077"/>
                </a:lnTo>
                <a:lnTo>
                  <a:pt x="157127" y="13282"/>
                </a:lnTo>
                <a:lnTo>
                  <a:pt x="156974" y="13435"/>
                </a:lnTo>
                <a:lnTo>
                  <a:pt x="156821" y="13588"/>
                </a:lnTo>
                <a:lnTo>
                  <a:pt x="156617" y="13690"/>
                </a:lnTo>
                <a:lnTo>
                  <a:pt x="156412" y="13741"/>
                </a:lnTo>
                <a:lnTo>
                  <a:pt x="156157" y="13793"/>
                </a:lnTo>
                <a:lnTo>
                  <a:pt x="156055" y="13793"/>
                </a:lnTo>
                <a:lnTo>
                  <a:pt x="155799" y="13741"/>
                </a:lnTo>
                <a:lnTo>
                  <a:pt x="155544" y="13690"/>
                </a:lnTo>
                <a:lnTo>
                  <a:pt x="155289" y="13639"/>
                </a:lnTo>
                <a:lnTo>
                  <a:pt x="155033" y="13537"/>
                </a:lnTo>
                <a:lnTo>
                  <a:pt x="154522" y="13180"/>
                </a:lnTo>
                <a:lnTo>
                  <a:pt x="153960" y="12669"/>
                </a:lnTo>
                <a:lnTo>
                  <a:pt x="153399" y="12005"/>
                </a:lnTo>
                <a:lnTo>
                  <a:pt x="152837" y="11187"/>
                </a:lnTo>
                <a:lnTo>
                  <a:pt x="152224" y="10115"/>
                </a:lnTo>
                <a:lnTo>
                  <a:pt x="151662" y="8889"/>
                </a:lnTo>
                <a:lnTo>
                  <a:pt x="151151" y="7612"/>
                </a:lnTo>
                <a:lnTo>
                  <a:pt x="150793" y="6539"/>
                </a:lnTo>
                <a:lnTo>
                  <a:pt x="150640" y="5671"/>
                </a:lnTo>
                <a:lnTo>
                  <a:pt x="150589" y="5313"/>
                </a:lnTo>
                <a:lnTo>
                  <a:pt x="150589" y="5007"/>
                </a:lnTo>
                <a:lnTo>
                  <a:pt x="150640" y="4700"/>
                </a:lnTo>
                <a:lnTo>
                  <a:pt x="150742" y="4496"/>
                </a:lnTo>
                <a:lnTo>
                  <a:pt x="150844" y="4291"/>
                </a:lnTo>
                <a:lnTo>
                  <a:pt x="150998" y="4138"/>
                </a:lnTo>
                <a:lnTo>
                  <a:pt x="151151" y="4036"/>
                </a:lnTo>
                <a:lnTo>
                  <a:pt x="151355" y="3934"/>
                </a:lnTo>
                <a:lnTo>
                  <a:pt x="151560" y="3883"/>
                </a:lnTo>
                <a:lnTo>
                  <a:pt x="151815" y="3832"/>
                </a:lnTo>
                <a:close/>
                <a:moveTo>
                  <a:pt x="173780" y="614"/>
                </a:moveTo>
                <a:lnTo>
                  <a:pt x="173474" y="665"/>
                </a:lnTo>
                <a:lnTo>
                  <a:pt x="172963" y="716"/>
                </a:lnTo>
                <a:lnTo>
                  <a:pt x="172503" y="818"/>
                </a:lnTo>
                <a:lnTo>
                  <a:pt x="172094" y="971"/>
                </a:lnTo>
                <a:lnTo>
                  <a:pt x="171737" y="1175"/>
                </a:lnTo>
                <a:lnTo>
                  <a:pt x="171430" y="1482"/>
                </a:lnTo>
                <a:lnTo>
                  <a:pt x="171175" y="1788"/>
                </a:lnTo>
                <a:lnTo>
                  <a:pt x="170971" y="2146"/>
                </a:lnTo>
                <a:lnTo>
                  <a:pt x="170817" y="2555"/>
                </a:lnTo>
                <a:lnTo>
                  <a:pt x="170715" y="3065"/>
                </a:lnTo>
                <a:lnTo>
                  <a:pt x="170664" y="3576"/>
                </a:lnTo>
                <a:lnTo>
                  <a:pt x="170715" y="4138"/>
                </a:lnTo>
                <a:lnTo>
                  <a:pt x="170766" y="4751"/>
                </a:lnTo>
                <a:lnTo>
                  <a:pt x="170919" y="5415"/>
                </a:lnTo>
                <a:lnTo>
                  <a:pt x="171124" y="6130"/>
                </a:lnTo>
                <a:lnTo>
                  <a:pt x="171379" y="6897"/>
                </a:lnTo>
                <a:lnTo>
                  <a:pt x="171737" y="7714"/>
                </a:lnTo>
                <a:lnTo>
                  <a:pt x="172094" y="8480"/>
                </a:lnTo>
                <a:lnTo>
                  <a:pt x="172503" y="9246"/>
                </a:lnTo>
                <a:lnTo>
                  <a:pt x="172912" y="9910"/>
                </a:lnTo>
                <a:lnTo>
                  <a:pt x="173320" y="10574"/>
                </a:lnTo>
                <a:lnTo>
                  <a:pt x="173729" y="11136"/>
                </a:lnTo>
                <a:lnTo>
                  <a:pt x="174189" y="11698"/>
                </a:lnTo>
                <a:lnTo>
                  <a:pt x="174648" y="12209"/>
                </a:lnTo>
                <a:lnTo>
                  <a:pt x="175159" y="12618"/>
                </a:lnTo>
                <a:lnTo>
                  <a:pt x="175619" y="13026"/>
                </a:lnTo>
                <a:lnTo>
                  <a:pt x="176130" y="13384"/>
                </a:lnTo>
                <a:lnTo>
                  <a:pt x="176641" y="13690"/>
                </a:lnTo>
                <a:lnTo>
                  <a:pt x="177151" y="13895"/>
                </a:lnTo>
                <a:lnTo>
                  <a:pt x="177662" y="14099"/>
                </a:lnTo>
                <a:lnTo>
                  <a:pt x="178173" y="14252"/>
                </a:lnTo>
                <a:lnTo>
                  <a:pt x="178684" y="14303"/>
                </a:lnTo>
                <a:lnTo>
                  <a:pt x="179195" y="14354"/>
                </a:lnTo>
                <a:lnTo>
                  <a:pt x="179501" y="14303"/>
                </a:lnTo>
                <a:lnTo>
                  <a:pt x="180012" y="14252"/>
                </a:lnTo>
                <a:lnTo>
                  <a:pt x="180472" y="14150"/>
                </a:lnTo>
                <a:lnTo>
                  <a:pt x="180931" y="13997"/>
                </a:lnTo>
                <a:lnTo>
                  <a:pt x="181289" y="13741"/>
                </a:lnTo>
                <a:lnTo>
                  <a:pt x="181596" y="13486"/>
                </a:lnTo>
                <a:lnTo>
                  <a:pt x="181851" y="13180"/>
                </a:lnTo>
                <a:lnTo>
                  <a:pt x="182055" y="12771"/>
                </a:lnTo>
                <a:lnTo>
                  <a:pt x="182157" y="12362"/>
                </a:lnTo>
                <a:lnTo>
                  <a:pt x="182260" y="11851"/>
                </a:lnTo>
                <a:lnTo>
                  <a:pt x="182311" y="11341"/>
                </a:lnTo>
                <a:lnTo>
                  <a:pt x="182260" y="10779"/>
                </a:lnTo>
                <a:lnTo>
                  <a:pt x="182157" y="10115"/>
                </a:lnTo>
                <a:lnTo>
                  <a:pt x="182004" y="9451"/>
                </a:lnTo>
                <a:lnTo>
                  <a:pt x="181800" y="8736"/>
                </a:lnTo>
                <a:lnTo>
                  <a:pt x="181544" y="7969"/>
                </a:lnTo>
                <a:lnTo>
                  <a:pt x="181187" y="7152"/>
                </a:lnTo>
                <a:lnTo>
                  <a:pt x="180829" y="6386"/>
                </a:lnTo>
                <a:lnTo>
                  <a:pt x="180472" y="5620"/>
                </a:lnTo>
                <a:lnTo>
                  <a:pt x="180063" y="4955"/>
                </a:lnTo>
                <a:lnTo>
                  <a:pt x="179654" y="4343"/>
                </a:lnTo>
                <a:lnTo>
                  <a:pt x="179195" y="3730"/>
                </a:lnTo>
                <a:lnTo>
                  <a:pt x="178786" y="3219"/>
                </a:lnTo>
                <a:lnTo>
                  <a:pt x="178326" y="2708"/>
                </a:lnTo>
                <a:lnTo>
                  <a:pt x="177867" y="2299"/>
                </a:lnTo>
                <a:lnTo>
                  <a:pt x="177356" y="1891"/>
                </a:lnTo>
                <a:lnTo>
                  <a:pt x="176896" y="1584"/>
                </a:lnTo>
                <a:lnTo>
                  <a:pt x="176385" y="1278"/>
                </a:lnTo>
                <a:lnTo>
                  <a:pt x="175874" y="1073"/>
                </a:lnTo>
                <a:lnTo>
                  <a:pt x="175364" y="869"/>
                </a:lnTo>
                <a:lnTo>
                  <a:pt x="174853" y="716"/>
                </a:lnTo>
                <a:lnTo>
                  <a:pt x="174342" y="665"/>
                </a:lnTo>
                <a:lnTo>
                  <a:pt x="173780" y="614"/>
                </a:lnTo>
                <a:close/>
                <a:moveTo>
                  <a:pt x="136286" y="4751"/>
                </a:moveTo>
                <a:lnTo>
                  <a:pt x="136797" y="4802"/>
                </a:lnTo>
                <a:lnTo>
                  <a:pt x="137308" y="5007"/>
                </a:lnTo>
                <a:lnTo>
                  <a:pt x="137819" y="5313"/>
                </a:lnTo>
                <a:lnTo>
                  <a:pt x="138381" y="5773"/>
                </a:lnTo>
                <a:lnTo>
                  <a:pt x="138942" y="6437"/>
                </a:lnTo>
                <a:lnTo>
                  <a:pt x="139504" y="7254"/>
                </a:lnTo>
                <a:lnTo>
                  <a:pt x="140066" y="8276"/>
                </a:lnTo>
                <a:lnTo>
                  <a:pt x="140679" y="9502"/>
                </a:lnTo>
                <a:lnTo>
                  <a:pt x="141190" y="10830"/>
                </a:lnTo>
                <a:lnTo>
                  <a:pt x="141497" y="11903"/>
                </a:lnTo>
                <a:lnTo>
                  <a:pt x="141701" y="12771"/>
                </a:lnTo>
                <a:lnTo>
                  <a:pt x="141701" y="13129"/>
                </a:lnTo>
                <a:lnTo>
                  <a:pt x="141701" y="13486"/>
                </a:lnTo>
                <a:lnTo>
                  <a:pt x="141650" y="13741"/>
                </a:lnTo>
                <a:lnTo>
                  <a:pt x="141599" y="13997"/>
                </a:lnTo>
                <a:lnTo>
                  <a:pt x="141497" y="14201"/>
                </a:lnTo>
                <a:lnTo>
                  <a:pt x="141343" y="14354"/>
                </a:lnTo>
                <a:lnTo>
                  <a:pt x="141190" y="14508"/>
                </a:lnTo>
                <a:lnTo>
                  <a:pt x="140986" y="14610"/>
                </a:lnTo>
                <a:lnTo>
                  <a:pt x="140781" y="14661"/>
                </a:lnTo>
                <a:lnTo>
                  <a:pt x="140526" y="14712"/>
                </a:lnTo>
                <a:lnTo>
                  <a:pt x="140424" y="14712"/>
                </a:lnTo>
                <a:lnTo>
                  <a:pt x="140168" y="14661"/>
                </a:lnTo>
                <a:lnTo>
                  <a:pt x="139913" y="14610"/>
                </a:lnTo>
                <a:lnTo>
                  <a:pt x="139658" y="14559"/>
                </a:lnTo>
                <a:lnTo>
                  <a:pt x="139402" y="14457"/>
                </a:lnTo>
                <a:lnTo>
                  <a:pt x="138840" y="14099"/>
                </a:lnTo>
                <a:lnTo>
                  <a:pt x="138329" y="13588"/>
                </a:lnTo>
                <a:lnTo>
                  <a:pt x="137768" y="12924"/>
                </a:lnTo>
                <a:lnTo>
                  <a:pt x="137206" y="12107"/>
                </a:lnTo>
                <a:lnTo>
                  <a:pt x="136593" y="11034"/>
                </a:lnTo>
                <a:lnTo>
                  <a:pt x="136031" y="9808"/>
                </a:lnTo>
                <a:lnTo>
                  <a:pt x="135469" y="8531"/>
                </a:lnTo>
                <a:lnTo>
                  <a:pt x="135162" y="7458"/>
                </a:lnTo>
                <a:lnTo>
                  <a:pt x="135009" y="6590"/>
                </a:lnTo>
                <a:lnTo>
                  <a:pt x="134958" y="6233"/>
                </a:lnTo>
                <a:lnTo>
                  <a:pt x="134958" y="5926"/>
                </a:lnTo>
                <a:lnTo>
                  <a:pt x="135009" y="5620"/>
                </a:lnTo>
                <a:lnTo>
                  <a:pt x="135111" y="5415"/>
                </a:lnTo>
                <a:lnTo>
                  <a:pt x="135214" y="5211"/>
                </a:lnTo>
                <a:lnTo>
                  <a:pt x="135367" y="5058"/>
                </a:lnTo>
                <a:lnTo>
                  <a:pt x="135520" y="4955"/>
                </a:lnTo>
                <a:lnTo>
                  <a:pt x="135724" y="4853"/>
                </a:lnTo>
                <a:lnTo>
                  <a:pt x="135929" y="4802"/>
                </a:lnTo>
                <a:lnTo>
                  <a:pt x="136184" y="4751"/>
                </a:lnTo>
                <a:close/>
                <a:moveTo>
                  <a:pt x="162542" y="1278"/>
                </a:moveTo>
                <a:lnTo>
                  <a:pt x="162236" y="1329"/>
                </a:lnTo>
                <a:lnTo>
                  <a:pt x="161725" y="1380"/>
                </a:lnTo>
                <a:lnTo>
                  <a:pt x="161265" y="1482"/>
                </a:lnTo>
                <a:lnTo>
                  <a:pt x="160856" y="1635"/>
                </a:lnTo>
                <a:lnTo>
                  <a:pt x="160499" y="1840"/>
                </a:lnTo>
                <a:lnTo>
                  <a:pt x="160141" y="2146"/>
                </a:lnTo>
                <a:lnTo>
                  <a:pt x="159886" y="2453"/>
                </a:lnTo>
                <a:lnTo>
                  <a:pt x="159682" y="2810"/>
                </a:lnTo>
                <a:lnTo>
                  <a:pt x="159528" y="3219"/>
                </a:lnTo>
                <a:lnTo>
                  <a:pt x="159477" y="3678"/>
                </a:lnTo>
                <a:lnTo>
                  <a:pt x="159426" y="4240"/>
                </a:lnTo>
                <a:lnTo>
                  <a:pt x="159426" y="4802"/>
                </a:lnTo>
                <a:lnTo>
                  <a:pt x="159528" y="5415"/>
                </a:lnTo>
                <a:lnTo>
                  <a:pt x="159682" y="6079"/>
                </a:lnTo>
                <a:lnTo>
                  <a:pt x="159886" y="6794"/>
                </a:lnTo>
                <a:lnTo>
                  <a:pt x="160141" y="7561"/>
                </a:lnTo>
                <a:lnTo>
                  <a:pt x="160499" y="8378"/>
                </a:lnTo>
                <a:lnTo>
                  <a:pt x="160856" y="9144"/>
                </a:lnTo>
                <a:lnTo>
                  <a:pt x="161265" y="9910"/>
                </a:lnTo>
                <a:lnTo>
                  <a:pt x="161623" y="10574"/>
                </a:lnTo>
                <a:lnTo>
                  <a:pt x="162082" y="11239"/>
                </a:lnTo>
                <a:lnTo>
                  <a:pt x="162491" y="11800"/>
                </a:lnTo>
                <a:lnTo>
                  <a:pt x="162951" y="12362"/>
                </a:lnTo>
                <a:lnTo>
                  <a:pt x="163411" y="12873"/>
                </a:lnTo>
                <a:lnTo>
                  <a:pt x="163870" y="13282"/>
                </a:lnTo>
                <a:lnTo>
                  <a:pt x="164381" y="13690"/>
                </a:lnTo>
                <a:lnTo>
                  <a:pt x="164841" y="14048"/>
                </a:lnTo>
                <a:lnTo>
                  <a:pt x="165352" y="14303"/>
                </a:lnTo>
                <a:lnTo>
                  <a:pt x="165862" y="14559"/>
                </a:lnTo>
                <a:lnTo>
                  <a:pt x="166373" y="14763"/>
                </a:lnTo>
                <a:lnTo>
                  <a:pt x="166935" y="14865"/>
                </a:lnTo>
                <a:lnTo>
                  <a:pt x="167446" y="14967"/>
                </a:lnTo>
                <a:lnTo>
                  <a:pt x="167957" y="15019"/>
                </a:lnTo>
                <a:lnTo>
                  <a:pt x="168263" y="14967"/>
                </a:lnTo>
                <a:lnTo>
                  <a:pt x="168774" y="14916"/>
                </a:lnTo>
                <a:lnTo>
                  <a:pt x="169234" y="14814"/>
                </a:lnTo>
                <a:lnTo>
                  <a:pt x="169642" y="14661"/>
                </a:lnTo>
                <a:lnTo>
                  <a:pt x="170000" y="14406"/>
                </a:lnTo>
                <a:lnTo>
                  <a:pt x="170307" y="14150"/>
                </a:lnTo>
                <a:lnTo>
                  <a:pt x="170562" y="13844"/>
                </a:lnTo>
                <a:lnTo>
                  <a:pt x="170766" y="13435"/>
                </a:lnTo>
                <a:lnTo>
                  <a:pt x="170919" y="13026"/>
                </a:lnTo>
                <a:lnTo>
                  <a:pt x="171022" y="12516"/>
                </a:lnTo>
                <a:lnTo>
                  <a:pt x="171022" y="12005"/>
                </a:lnTo>
                <a:lnTo>
                  <a:pt x="171022" y="11443"/>
                </a:lnTo>
                <a:lnTo>
                  <a:pt x="170919" y="10779"/>
                </a:lnTo>
                <a:lnTo>
                  <a:pt x="170766" y="10115"/>
                </a:lnTo>
                <a:lnTo>
                  <a:pt x="170562" y="9400"/>
                </a:lnTo>
                <a:lnTo>
                  <a:pt x="170307" y="8633"/>
                </a:lnTo>
                <a:lnTo>
                  <a:pt x="169949" y="7816"/>
                </a:lnTo>
                <a:lnTo>
                  <a:pt x="169591" y="7050"/>
                </a:lnTo>
                <a:lnTo>
                  <a:pt x="169183" y="6284"/>
                </a:lnTo>
                <a:lnTo>
                  <a:pt x="168825" y="5620"/>
                </a:lnTo>
                <a:lnTo>
                  <a:pt x="168365" y="5007"/>
                </a:lnTo>
                <a:lnTo>
                  <a:pt x="167957" y="4394"/>
                </a:lnTo>
                <a:lnTo>
                  <a:pt x="167497" y="3883"/>
                </a:lnTo>
                <a:lnTo>
                  <a:pt x="167037" y="3372"/>
                </a:lnTo>
                <a:lnTo>
                  <a:pt x="166578" y="2963"/>
                </a:lnTo>
                <a:lnTo>
                  <a:pt x="166118" y="2555"/>
                </a:lnTo>
                <a:lnTo>
                  <a:pt x="165607" y="2248"/>
                </a:lnTo>
                <a:lnTo>
                  <a:pt x="165096" y="1942"/>
                </a:lnTo>
                <a:lnTo>
                  <a:pt x="164636" y="1686"/>
                </a:lnTo>
                <a:lnTo>
                  <a:pt x="164126" y="1533"/>
                </a:lnTo>
                <a:lnTo>
                  <a:pt x="163564" y="1380"/>
                </a:lnTo>
                <a:lnTo>
                  <a:pt x="163053" y="1329"/>
                </a:lnTo>
                <a:lnTo>
                  <a:pt x="162542" y="1278"/>
                </a:lnTo>
                <a:close/>
                <a:moveTo>
                  <a:pt x="125048" y="5415"/>
                </a:moveTo>
                <a:lnTo>
                  <a:pt x="125559" y="5466"/>
                </a:lnTo>
                <a:lnTo>
                  <a:pt x="126070" y="5671"/>
                </a:lnTo>
                <a:lnTo>
                  <a:pt x="126581" y="5977"/>
                </a:lnTo>
                <a:lnTo>
                  <a:pt x="127143" y="6437"/>
                </a:lnTo>
                <a:lnTo>
                  <a:pt x="127653" y="7101"/>
                </a:lnTo>
                <a:lnTo>
                  <a:pt x="128215" y="7918"/>
                </a:lnTo>
                <a:lnTo>
                  <a:pt x="128828" y="8940"/>
                </a:lnTo>
                <a:lnTo>
                  <a:pt x="129390" y="10166"/>
                </a:lnTo>
                <a:lnTo>
                  <a:pt x="129901" y="11494"/>
                </a:lnTo>
                <a:lnTo>
                  <a:pt x="130259" y="12567"/>
                </a:lnTo>
                <a:lnTo>
                  <a:pt x="130412" y="13435"/>
                </a:lnTo>
                <a:lnTo>
                  <a:pt x="130463" y="13793"/>
                </a:lnTo>
                <a:lnTo>
                  <a:pt x="130463" y="14150"/>
                </a:lnTo>
                <a:lnTo>
                  <a:pt x="130412" y="14406"/>
                </a:lnTo>
                <a:lnTo>
                  <a:pt x="130361" y="14661"/>
                </a:lnTo>
                <a:lnTo>
                  <a:pt x="130259" y="14865"/>
                </a:lnTo>
                <a:lnTo>
                  <a:pt x="130105" y="15019"/>
                </a:lnTo>
                <a:lnTo>
                  <a:pt x="129952" y="15172"/>
                </a:lnTo>
                <a:lnTo>
                  <a:pt x="129748" y="15274"/>
                </a:lnTo>
                <a:lnTo>
                  <a:pt x="129543" y="15325"/>
                </a:lnTo>
                <a:lnTo>
                  <a:pt x="129288" y="15325"/>
                </a:lnTo>
                <a:lnTo>
                  <a:pt x="129186" y="15376"/>
                </a:lnTo>
                <a:lnTo>
                  <a:pt x="128930" y="15325"/>
                </a:lnTo>
                <a:lnTo>
                  <a:pt x="128675" y="15274"/>
                </a:lnTo>
                <a:lnTo>
                  <a:pt x="128420" y="15223"/>
                </a:lnTo>
                <a:lnTo>
                  <a:pt x="128164" y="15121"/>
                </a:lnTo>
                <a:lnTo>
                  <a:pt x="127602" y="14763"/>
                </a:lnTo>
                <a:lnTo>
                  <a:pt x="127040" y="14252"/>
                </a:lnTo>
                <a:lnTo>
                  <a:pt x="126479" y="13588"/>
                </a:lnTo>
                <a:lnTo>
                  <a:pt x="125917" y="12771"/>
                </a:lnTo>
                <a:lnTo>
                  <a:pt x="125355" y="11698"/>
                </a:lnTo>
                <a:lnTo>
                  <a:pt x="124742" y="10472"/>
                </a:lnTo>
                <a:lnTo>
                  <a:pt x="124231" y="9195"/>
                </a:lnTo>
                <a:lnTo>
                  <a:pt x="123924" y="8123"/>
                </a:lnTo>
                <a:lnTo>
                  <a:pt x="123771" y="7663"/>
                </a:lnTo>
                <a:lnTo>
                  <a:pt x="123720" y="7254"/>
                </a:lnTo>
                <a:lnTo>
                  <a:pt x="123720" y="6897"/>
                </a:lnTo>
                <a:lnTo>
                  <a:pt x="123720" y="6590"/>
                </a:lnTo>
                <a:lnTo>
                  <a:pt x="123771" y="6284"/>
                </a:lnTo>
                <a:lnTo>
                  <a:pt x="123822" y="6079"/>
                </a:lnTo>
                <a:lnTo>
                  <a:pt x="123976" y="5875"/>
                </a:lnTo>
                <a:lnTo>
                  <a:pt x="124078" y="5722"/>
                </a:lnTo>
                <a:lnTo>
                  <a:pt x="124282" y="5568"/>
                </a:lnTo>
                <a:lnTo>
                  <a:pt x="124486" y="5517"/>
                </a:lnTo>
                <a:lnTo>
                  <a:pt x="124691" y="5466"/>
                </a:lnTo>
                <a:lnTo>
                  <a:pt x="124946" y="5415"/>
                </a:lnTo>
                <a:close/>
                <a:moveTo>
                  <a:pt x="150998" y="1942"/>
                </a:moveTo>
                <a:lnTo>
                  <a:pt x="150487" y="2044"/>
                </a:lnTo>
                <a:lnTo>
                  <a:pt x="149976" y="2146"/>
                </a:lnTo>
                <a:lnTo>
                  <a:pt x="149567" y="2299"/>
                </a:lnTo>
                <a:lnTo>
                  <a:pt x="149210" y="2504"/>
                </a:lnTo>
                <a:lnTo>
                  <a:pt x="148903" y="2759"/>
                </a:lnTo>
                <a:lnTo>
                  <a:pt x="148648" y="3117"/>
                </a:lnTo>
                <a:lnTo>
                  <a:pt x="148444" y="3474"/>
                </a:lnTo>
                <a:lnTo>
                  <a:pt x="148290" y="3883"/>
                </a:lnTo>
                <a:lnTo>
                  <a:pt x="148188" y="4343"/>
                </a:lnTo>
                <a:lnTo>
                  <a:pt x="148188" y="4904"/>
                </a:lnTo>
                <a:lnTo>
                  <a:pt x="148188" y="5466"/>
                </a:lnTo>
                <a:lnTo>
                  <a:pt x="148290" y="6079"/>
                </a:lnTo>
                <a:lnTo>
                  <a:pt x="148444" y="6743"/>
                </a:lnTo>
                <a:lnTo>
                  <a:pt x="148648" y="7458"/>
                </a:lnTo>
                <a:lnTo>
                  <a:pt x="148903" y="8225"/>
                </a:lnTo>
                <a:lnTo>
                  <a:pt x="149210" y="9042"/>
                </a:lnTo>
                <a:lnTo>
                  <a:pt x="149618" y="9808"/>
                </a:lnTo>
                <a:lnTo>
                  <a:pt x="149976" y="10523"/>
                </a:lnTo>
                <a:lnTo>
                  <a:pt x="150385" y="11239"/>
                </a:lnTo>
                <a:lnTo>
                  <a:pt x="150793" y="11903"/>
                </a:lnTo>
                <a:lnTo>
                  <a:pt x="151253" y="12464"/>
                </a:lnTo>
                <a:lnTo>
                  <a:pt x="151713" y="13026"/>
                </a:lnTo>
                <a:lnTo>
                  <a:pt x="152173" y="13537"/>
                </a:lnTo>
                <a:lnTo>
                  <a:pt x="152632" y="13946"/>
                </a:lnTo>
                <a:lnTo>
                  <a:pt x="153092" y="14354"/>
                </a:lnTo>
                <a:lnTo>
                  <a:pt x="153603" y="14712"/>
                </a:lnTo>
                <a:lnTo>
                  <a:pt x="154114" y="14967"/>
                </a:lnTo>
                <a:lnTo>
                  <a:pt x="154624" y="15223"/>
                </a:lnTo>
                <a:lnTo>
                  <a:pt x="155135" y="15427"/>
                </a:lnTo>
                <a:lnTo>
                  <a:pt x="155646" y="15529"/>
                </a:lnTo>
                <a:lnTo>
                  <a:pt x="156157" y="15631"/>
                </a:lnTo>
                <a:lnTo>
                  <a:pt x="156974" y="15631"/>
                </a:lnTo>
                <a:lnTo>
                  <a:pt x="157536" y="15580"/>
                </a:lnTo>
                <a:lnTo>
                  <a:pt x="157996" y="15478"/>
                </a:lnTo>
                <a:lnTo>
                  <a:pt x="158405" y="15325"/>
                </a:lnTo>
                <a:lnTo>
                  <a:pt x="158762" y="15070"/>
                </a:lnTo>
                <a:lnTo>
                  <a:pt x="159069" y="14814"/>
                </a:lnTo>
                <a:lnTo>
                  <a:pt x="159324" y="14457"/>
                </a:lnTo>
                <a:lnTo>
                  <a:pt x="159528" y="14099"/>
                </a:lnTo>
                <a:lnTo>
                  <a:pt x="159682" y="13690"/>
                </a:lnTo>
                <a:lnTo>
                  <a:pt x="159784" y="13180"/>
                </a:lnTo>
                <a:lnTo>
                  <a:pt x="159784" y="12669"/>
                </a:lnTo>
                <a:lnTo>
                  <a:pt x="159784" y="12056"/>
                </a:lnTo>
                <a:lnTo>
                  <a:pt x="159682" y="11443"/>
                </a:lnTo>
                <a:lnTo>
                  <a:pt x="159528" y="10779"/>
                </a:lnTo>
                <a:lnTo>
                  <a:pt x="159324" y="10064"/>
                </a:lnTo>
                <a:lnTo>
                  <a:pt x="159017" y="9297"/>
                </a:lnTo>
                <a:lnTo>
                  <a:pt x="158711" y="8480"/>
                </a:lnTo>
                <a:lnTo>
                  <a:pt x="158353" y="7663"/>
                </a:lnTo>
                <a:lnTo>
                  <a:pt x="157945" y="6948"/>
                </a:lnTo>
                <a:lnTo>
                  <a:pt x="157587" y="6284"/>
                </a:lnTo>
                <a:lnTo>
                  <a:pt x="157127" y="5620"/>
                </a:lnTo>
                <a:lnTo>
                  <a:pt x="156719" y="5058"/>
                </a:lnTo>
                <a:lnTo>
                  <a:pt x="156259" y="4547"/>
                </a:lnTo>
                <a:lnTo>
                  <a:pt x="155799" y="4036"/>
                </a:lnTo>
                <a:lnTo>
                  <a:pt x="155340" y="3627"/>
                </a:lnTo>
                <a:lnTo>
                  <a:pt x="154880" y="3219"/>
                </a:lnTo>
                <a:lnTo>
                  <a:pt x="154369" y="2912"/>
                </a:lnTo>
                <a:lnTo>
                  <a:pt x="153858" y="2606"/>
                </a:lnTo>
                <a:lnTo>
                  <a:pt x="153347" y="2350"/>
                </a:lnTo>
                <a:lnTo>
                  <a:pt x="152837" y="2197"/>
                </a:lnTo>
                <a:lnTo>
                  <a:pt x="152326" y="2044"/>
                </a:lnTo>
                <a:lnTo>
                  <a:pt x="151815" y="1993"/>
                </a:lnTo>
                <a:lnTo>
                  <a:pt x="151304" y="1942"/>
                </a:lnTo>
                <a:close/>
                <a:moveTo>
                  <a:pt x="113810" y="6079"/>
                </a:moveTo>
                <a:lnTo>
                  <a:pt x="114321" y="6130"/>
                </a:lnTo>
                <a:lnTo>
                  <a:pt x="114577" y="6181"/>
                </a:lnTo>
                <a:lnTo>
                  <a:pt x="114832" y="6335"/>
                </a:lnTo>
                <a:lnTo>
                  <a:pt x="115343" y="6641"/>
                </a:lnTo>
                <a:lnTo>
                  <a:pt x="115905" y="7101"/>
                </a:lnTo>
                <a:lnTo>
                  <a:pt x="116416" y="7765"/>
                </a:lnTo>
                <a:lnTo>
                  <a:pt x="116977" y="8582"/>
                </a:lnTo>
                <a:lnTo>
                  <a:pt x="117590" y="9604"/>
                </a:lnTo>
                <a:lnTo>
                  <a:pt x="118152" y="10830"/>
                </a:lnTo>
                <a:lnTo>
                  <a:pt x="118663" y="12158"/>
                </a:lnTo>
                <a:lnTo>
                  <a:pt x="119021" y="13231"/>
                </a:lnTo>
                <a:lnTo>
                  <a:pt x="119174" y="14099"/>
                </a:lnTo>
                <a:lnTo>
                  <a:pt x="119225" y="14457"/>
                </a:lnTo>
                <a:lnTo>
                  <a:pt x="119225" y="14814"/>
                </a:lnTo>
                <a:lnTo>
                  <a:pt x="119174" y="15070"/>
                </a:lnTo>
                <a:lnTo>
                  <a:pt x="119123" y="15325"/>
                </a:lnTo>
                <a:lnTo>
                  <a:pt x="118970" y="15529"/>
                </a:lnTo>
                <a:lnTo>
                  <a:pt x="118867" y="15683"/>
                </a:lnTo>
                <a:lnTo>
                  <a:pt x="118714" y="15836"/>
                </a:lnTo>
                <a:lnTo>
                  <a:pt x="118510" y="15938"/>
                </a:lnTo>
                <a:lnTo>
                  <a:pt x="118254" y="15989"/>
                </a:lnTo>
                <a:lnTo>
                  <a:pt x="117641" y="15989"/>
                </a:lnTo>
                <a:lnTo>
                  <a:pt x="117386" y="15938"/>
                </a:lnTo>
                <a:lnTo>
                  <a:pt x="117131" y="15887"/>
                </a:lnTo>
                <a:lnTo>
                  <a:pt x="116875" y="15734"/>
                </a:lnTo>
                <a:lnTo>
                  <a:pt x="116364" y="15427"/>
                </a:lnTo>
                <a:lnTo>
                  <a:pt x="115803" y="14916"/>
                </a:lnTo>
                <a:lnTo>
                  <a:pt x="115241" y="14252"/>
                </a:lnTo>
                <a:lnTo>
                  <a:pt x="114679" y="13384"/>
                </a:lnTo>
                <a:lnTo>
                  <a:pt x="114117" y="12362"/>
                </a:lnTo>
                <a:lnTo>
                  <a:pt x="113504" y="11136"/>
                </a:lnTo>
                <a:lnTo>
                  <a:pt x="112993" y="9859"/>
                </a:lnTo>
                <a:lnTo>
                  <a:pt x="112635" y="8787"/>
                </a:lnTo>
                <a:lnTo>
                  <a:pt x="112482" y="7918"/>
                </a:lnTo>
                <a:lnTo>
                  <a:pt x="112482" y="7561"/>
                </a:lnTo>
                <a:lnTo>
                  <a:pt x="112482" y="7254"/>
                </a:lnTo>
                <a:lnTo>
                  <a:pt x="112533" y="6948"/>
                </a:lnTo>
                <a:lnTo>
                  <a:pt x="112584" y="6743"/>
                </a:lnTo>
                <a:lnTo>
                  <a:pt x="112687" y="6539"/>
                </a:lnTo>
                <a:lnTo>
                  <a:pt x="112840" y="6386"/>
                </a:lnTo>
                <a:lnTo>
                  <a:pt x="112993" y="6233"/>
                </a:lnTo>
                <a:lnTo>
                  <a:pt x="113197" y="6181"/>
                </a:lnTo>
                <a:lnTo>
                  <a:pt x="113402" y="6079"/>
                </a:lnTo>
                <a:close/>
                <a:moveTo>
                  <a:pt x="135367" y="2861"/>
                </a:moveTo>
                <a:lnTo>
                  <a:pt x="134805" y="2963"/>
                </a:lnTo>
                <a:lnTo>
                  <a:pt x="134345" y="3065"/>
                </a:lnTo>
                <a:lnTo>
                  <a:pt x="133936" y="3219"/>
                </a:lnTo>
                <a:lnTo>
                  <a:pt x="133579" y="3423"/>
                </a:lnTo>
                <a:lnTo>
                  <a:pt x="133272" y="3678"/>
                </a:lnTo>
                <a:lnTo>
                  <a:pt x="133017" y="4036"/>
                </a:lnTo>
                <a:lnTo>
                  <a:pt x="132813" y="4394"/>
                </a:lnTo>
                <a:lnTo>
                  <a:pt x="132659" y="4802"/>
                </a:lnTo>
                <a:lnTo>
                  <a:pt x="132557" y="5262"/>
                </a:lnTo>
                <a:lnTo>
                  <a:pt x="132506" y="5824"/>
                </a:lnTo>
                <a:lnTo>
                  <a:pt x="132557" y="6386"/>
                </a:lnTo>
                <a:lnTo>
                  <a:pt x="132659" y="6999"/>
                </a:lnTo>
                <a:lnTo>
                  <a:pt x="132762" y="7663"/>
                </a:lnTo>
                <a:lnTo>
                  <a:pt x="133017" y="8378"/>
                </a:lnTo>
                <a:lnTo>
                  <a:pt x="133272" y="9144"/>
                </a:lnTo>
                <a:lnTo>
                  <a:pt x="133579" y="9961"/>
                </a:lnTo>
                <a:lnTo>
                  <a:pt x="133936" y="10728"/>
                </a:lnTo>
                <a:lnTo>
                  <a:pt x="134345" y="11443"/>
                </a:lnTo>
                <a:lnTo>
                  <a:pt x="134754" y="12158"/>
                </a:lnTo>
                <a:lnTo>
                  <a:pt x="135162" y="12771"/>
                </a:lnTo>
                <a:lnTo>
                  <a:pt x="135622" y="13384"/>
                </a:lnTo>
                <a:lnTo>
                  <a:pt x="136031" y="13946"/>
                </a:lnTo>
                <a:lnTo>
                  <a:pt x="136491" y="14406"/>
                </a:lnTo>
                <a:lnTo>
                  <a:pt x="137001" y="14865"/>
                </a:lnTo>
                <a:lnTo>
                  <a:pt x="137461" y="15274"/>
                </a:lnTo>
                <a:lnTo>
                  <a:pt x="137972" y="15631"/>
                </a:lnTo>
                <a:lnTo>
                  <a:pt x="138483" y="15887"/>
                </a:lnTo>
                <a:lnTo>
                  <a:pt x="138994" y="16142"/>
                </a:lnTo>
                <a:lnTo>
                  <a:pt x="139504" y="16347"/>
                </a:lnTo>
                <a:lnTo>
                  <a:pt x="140015" y="16449"/>
                </a:lnTo>
                <a:lnTo>
                  <a:pt x="140526" y="16551"/>
                </a:lnTo>
                <a:lnTo>
                  <a:pt x="141343" y="16551"/>
                </a:lnTo>
                <a:lnTo>
                  <a:pt x="141854" y="16500"/>
                </a:lnTo>
                <a:lnTo>
                  <a:pt x="142365" y="16398"/>
                </a:lnTo>
                <a:lnTo>
                  <a:pt x="142774" y="16244"/>
                </a:lnTo>
                <a:lnTo>
                  <a:pt x="143131" y="15989"/>
                </a:lnTo>
                <a:lnTo>
                  <a:pt x="143438" y="15734"/>
                </a:lnTo>
                <a:lnTo>
                  <a:pt x="143693" y="15376"/>
                </a:lnTo>
                <a:lnTo>
                  <a:pt x="143897" y="15019"/>
                </a:lnTo>
                <a:lnTo>
                  <a:pt x="144051" y="14610"/>
                </a:lnTo>
                <a:lnTo>
                  <a:pt x="144102" y="14099"/>
                </a:lnTo>
                <a:lnTo>
                  <a:pt x="144153" y="13588"/>
                </a:lnTo>
                <a:lnTo>
                  <a:pt x="144102" y="12975"/>
                </a:lnTo>
                <a:lnTo>
                  <a:pt x="144051" y="12362"/>
                </a:lnTo>
                <a:lnTo>
                  <a:pt x="143897" y="11698"/>
                </a:lnTo>
                <a:lnTo>
                  <a:pt x="143693" y="10983"/>
                </a:lnTo>
                <a:lnTo>
                  <a:pt x="143387" y="10217"/>
                </a:lnTo>
                <a:lnTo>
                  <a:pt x="143080" y="9400"/>
                </a:lnTo>
                <a:lnTo>
                  <a:pt x="142722" y="8582"/>
                </a:lnTo>
                <a:lnTo>
                  <a:pt x="142314" y="7867"/>
                </a:lnTo>
                <a:lnTo>
                  <a:pt x="141905" y="7203"/>
                </a:lnTo>
                <a:lnTo>
                  <a:pt x="141497" y="6539"/>
                </a:lnTo>
                <a:lnTo>
                  <a:pt x="141088" y="5977"/>
                </a:lnTo>
                <a:lnTo>
                  <a:pt x="140628" y="5466"/>
                </a:lnTo>
                <a:lnTo>
                  <a:pt x="140168" y="4955"/>
                </a:lnTo>
                <a:lnTo>
                  <a:pt x="139709" y="4547"/>
                </a:lnTo>
                <a:lnTo>
                  <a:pt x="139198" y="4138"/>
                </a:lnTo>
                <a:lnTo>
                  <a:pt x="138738" y="3781"/>
                </a:lnTo>
                <a:lnTo>
                  <a:pt x="138227" y="3525"/>
                </a:lnTo>
                <a:lnTo>
                  <a:pt x="137717" y="3270"/>
                </a:lnTo>
                <a:lnTo>
                  <a:pt x="137206" y="3117"/>
                </a:lnTo>
                <a:lnTo>
                  <a:pt x="136695" y="2963"/>
                </a:lnTo>
                <a:lnTo>
                  <a:pt x="136184" y="2912"/>
                </a:lnTo>
                <a:lnTo>
                  <a:pt x="135673" y="2861"/>
                </a:lnTo>
                <a:close/>
                <a:moveTo>
                  <a:pt x="102572" y="6743"/>
                </a:moveTo>
                <a:lnTo>
                  <a:pt x="103032" y="6794"/>
                </a:lnTo>
                <a:lnTo>
                  <a:pt x="103543" y="6948"/>
                </a:lnTo>
                <a:lnTo>
                  <a:pt x="104105" y="7305"/>
                </a:lnTo>
                <a:lnTo>
                  <a:pt x="104616" y="7765"/>
                </a:lnTo>
                <a:lnTo>
                  <a:pt x="105178" y="8429"/>
                </a:lnTo>
                <a:lnTo>
                  <a:pt x="105739" y="9246"/>
                </a:lnTo>
                <a:lnTo>
                  <a:pt x="106301" y="10268"/>
                </a:lnTo>
                <a:lnTo>
                  <a:pt x="106914" y="11494"/>
                </a:lnTo>
                <a:lnTo>
                  <a:pt x="107425" y="12771"/>
                </a:lnTo>
                <a:lnTo>
                  <a:pt x="107783" y="13895"/>
                </a:lnTo>
                <a:lnTo>
                  <a:pt x="107936" y="14763"/>
                </a:lnTo>
                <a:lnTo>
                  <a:pt x="107987" y="15121"/>
                </a:lnTo>
                <a:lnTo>
                  <a:pt x="107987" y="15478"/>
                </a:lnTo>
                <a:lnTo>
                  <a:pt x="107936" y="15734"/>
                </a:lnTo>
                <a:lnTo>
                  <a:pt x="107834" y="15989"/>
                </a:lnTo>
                <a:lnTo>
                  <a:pt x="107732" y="16193"/>
                </a:lnTo>
                <a:lnTo>
                  <a:pt x="107629" y="16347"/>
                </a:lnTo>
                <a:lnTo>
                  <a:pt x="107425" y="16500"/>
                </a:lnTo>
                <a:lnTo>
                  <a:pt x="107272" y="16602"/>
                </a:lnTo>
                <a:lnTo>
                  <a:pt x="107017" y="16653"/>
                </a:lnTo>
                <a:lnTo>
                  <a:pt x="106404" y="16653"/>
                </a:lnTo>
                <a:lnTo>
                  <a:pt x="106148" y="16602"/>
                </a:lnTo>
                <a:lnTo>
                  <a:pt x="105893" y="16551"/>
                </a:lnTo>
                <a:lnTo>
                  <a:pt x="105637" y="16398"/>
                </a:lnTo>
                <a:lnTo>
                  <a:pt x="105126" y="16091"/>
                </a:lnTo>
                <a:lnTo>
                  <a:pt x="104565" y="15580"/>
                </a:lnTo>
                <a:lnTo>
                  <a:pt x="104003" y="14916"/>
                </a:lnTo>
                <a:lnTo>
                  <a:pt x="103441" y="14048"/>
                </a:lnTo>
                <a:lnTo>
                  <a:pt x="102828" y="13026"/>
                </a:lnTo>
                <a:lnTo>
                  <a:pt x="102266" y="11800"/>
                </a:lnTo>
                <a:lnTo>
                  <a:pt x="101755" y="10472"/>
                </a:lnTo>
                <a:lnTo>
                  <a:pt x="101398" y="9451"/>
                </a:lnTo>
                <a:lnTo>
                  <a:pt x="101295" y="8991"/>
                </a:lnTo>
                <a:lnTo>
                  <a:pt x="101244" y="8582"/>
                </a:lnTo>
                <a:lnTo>
                  <a:pt x="101193" y="8225"/>
                </a:lnTo>
                <a:lnTo>
                  <a:pt x="101244" y="7867"/>
                </a:lnTo>
                <a:lnTo>
                  <a:pt x="101244" y="7612"/>
                </a:lnTo>
                <a:lnTo>
                  <a:pt x="101346" y="7407"/>
                </a:lnTo>
                <a:lnTo>
                  <a:pt x="101449" y="7203"/>
                </a:lnTo>
                <a:lnTo>
                  <a:pt x="101602" y="7050"/>
                </a:lnTo>
                <a:lnTo>
                  <a:pt x="101755" y="6897"/>
                </a:lnTo>
                <a:lnTo>
                  <a:pt x="101959" y="6846"/>
                </a:lnTo>
                <a:lnTo>
                  <a:pt x="102164" y="6743"/>
                </a:lnTo>
                <a:close/>
                <a:moveTo>
                  <a:pt x="124129" y="3525"/>
                </a:moveTo>
                <a:lnTo>
                  <a:pt x="123567" y="3576"/>
                </a:lnTo>
                <a:lnTo>
                  <a:pt x="123107" y="3730"/>
                </a:lnTo>
                <a:lnTo>
                  <a:pt x="122699" y="3883"/>
                </a:lnTo>
                <a:lnTo>
                  <a:pt x="122341" y="4087"/>
                </a:lnTo>
                <a:lnTo>
                  <a:pt x="122034" y="4343"/>
                </a:lnTo>
                <a:lnTo>
                  <a:pt x="121779" y="4700"/>
                </a:lnTo>
                <a:lnTo>
                  <a:pt x="121575" y="5058"/>
                </a:lnTo>
                <a:lnTo>
                  <a:pt x="121422" y="5466"/>
                </a:lnTo>
                <a:lnTo>
                  <a:pt x="121319" y="5926"/>
                </a:lnTo>
                <a:lnTo>
                  <a:pt x="121268" y="6437"/>
                </a:lnTo>
                <a:lnTo>
                  <a:pt x="121319" y="7050"/>
                </a:lnTo>
                <a:lnTo>
                  <a:pt x="121370" y="7663"/>
                </a:lnTo>
                <a:lnTo>
                  <a:pt x="121524" y="8327"/>
                </a:lnTo>
                <a:lnTo>
                  <a:pt x="121728" y="9042"/>
                </a:lnTo>
                <a:lnTo>
                  <a:pt x="121983" y="9808"/>
                </a:lnTo>
                <a:lnTo>
                  <a:pt x="122341" y="10574"/>
                </a:lnTo>
                <a:lnTo>
                  <a:pt x="122699" y="11392"/>
                </a:lnTo>
                <a:lnTo>
                  <a:pt x="123107" y="12107"/>
                </a:lnTo>
                <a:lnTo>
                  <a:pt x="123516" y="12822"/>
                </a:lnTo>
                <a:lnTo>
                  <a:pt x="123924" y="13435"/>
                </a:lnTo>
                <a:lnTo>
                  <a:pt x="124333" y="14048"/>
                </a:lnTo>
                <a:lnTo>
                  <a:pt x="124793" y="14610"/>
                </a:lnTo>
                <a:lnTo>
                  <a:pt x="125253" y="15070"/>
                </a:lnTo>
                <a:lnTo>
                  <a:pt x="125763" y="15529"/>
                </a:lnTo>
                <a:lnTo>
                  <a:pt x="126223" y="15938"/>
                </a:lnTo>
                <a:lnTo>
                  <a:pt x="126734" y="16296"/>
                </a:lnTo>
                <a:lnTo>
                  <a:pt x="127245" y="16551"/>
                </a:lnTo>
                <a:lnTo>
                  <a:pt x="127756" y="16806"/>
                </a:lnTo>
                <a:lnTo>
                  <a:pt x="128266" y="17011"/>
                </a:lnTo>
                <a:lnTo>
                  <a:pt x="128777" y="17113"/>
                </a:lnTo>
                <a:lnTo>
                  <a:pt x="129288" y="17215"/>
                </a:lnTo>
                <a:lnTo>
                  <a:pt x="130105" y="17215"/>
                </a:lnTo>
                <a:lnTo>
                  <a:pt x="130616" y="17164"/>
                </a:lnTo>
                <a:lnTo>
                  <a:pt x="131076" y="17062"/>
                </a:lnTo>
                <a:lnTo>
                  <a:pt x="131536" y="16857"/>
                </a:lnTo>
                <a:lnTo>
                  <a:pt x="131893" y="16653"/>
                </a:lnTo>
                <a:lnTo>
                  <a:pt x="132200" y="16398"/>
                </a:lnTo>
                <a:lnTo>
                  <a:pt x="132455" y="16040"/>
                </a:lnTo>
                <a:lnTo>
                  <a:pt x="132659" y="15683"/>
                </a:lnTo>
                <a:lnTo>
                  <a:pt x="132762" y="15223"/>
                </a:lnTo>
                <a:lnTo>
                  <a:pt x="132864" y="14763"/>
                </a:lnTo>
                <a:lnTo>
                  <a:pt x="132915" y="14252"/>
                </a:lnTo>
                <a:lnTo>
                  <a:pt x="132864" y="13639"/>
                </a:lnTo>
                <a:lnTo>
                  <a:pt x="132762" y="13026"/>
                </a:lnTo>
                <a:lnTo>
                  <a:pt x="132608" y="12362"/>
                </a:lnTo>
                <a:lnTo>
                  <a:pt x="132404" y="11647"/>
                </a:lnTo>
                <a:lnTo>
                  <a:pt x="132149" y="10881"/>
                </a:lnTo>
                <a:lnTo>
                  <a:pt x="131791" y="10064"/>
                </a:lnTo>
                <a:lnTo>
                  <a:pt x="131433" y="9246"/>
                </a:lnTo>
                <a:lnTo>
                  <a:pt x="131076" y="8531"/>
                </a:lnTo>
                <a:lnTo>
                  <a:pt x="130667" y="7867"/>
                </a:lnTo>
                <a:lnTo>
                  <a:pt x="130259" y="7203"/>
                </a:lnTo>
                <a:lnTo>
                  <a:pt x="129799" y="6641"/>
                </a:lnTo>
                <a:lnTo>
                  <a:pt x="129390" y="6079"/>
                </a:lnTo>
                <a:lnTo>
                  <a:pt x="128930" y="5620"/>
                </a:lnTo>
                <a:lnTo>
                  <a:pt x="128471" y="5160"/>
                </a:lnTo>
                <a:lnTo>
                  <a:pt x="127960" y="4802"/>
                </a:lnTo>
                <a:lnTo>
                  <a:pt x="127500" y="4445"/>
                </a:lnTo>
                <a:lnTo>
                  <a:pt x="126989" y="4189"/>
                </a:lnTo>
                <a:lnTo>
                  <a:pt x="126479" y="3934"/>
                </a:lnTo>
                <a:lnTo>
                  <a:pt x="125968" y="3781"/>
                </a:lnTo>
                <a:lnTo>
                  <a:pt x="125457" y="3627"/>
                </a:lnTo>
                <a:lnTo>
                  <a:pt x="124946" y="3576"/>
                </a:lnTo>
                <a:lnTo>
                  <a:pt x="124435" y="3525"/>
                </a:lnTo>
                <a:close/>
                <a:moveTo>
                  <a:pt x="86890" y="7663"/>
                </a:moveTo>
                <a:lnTo>
                  <a:pt x="87401" y="7714"/>
                </a:lnTo>
                <a:lnTo>
                  <a:pt x="87657" y="7765"/>
                </a:lnTo>
                <a:lnTo>
                  <a:pt x="87912" y="7867"/>
                </a:lnTo>
                <a:lnTo>
                  <a:pt x="88423" y="8225"/>
                </a:lnTo>
                <a:lnTo>
                  <a:pt x="88985" y="8684"/>
                </a:lnTo>
                <a:lnTo>
                  <a:pt x="89547" y="9348"/>
                </a:lnTo>
                <a:lnTo>
                  <a:pt x="90109" y="10166"/>
                </a:lnTo>
                <a:lnTo>
                  <a:pt x="90670" y="11187"/>
                </a:lnTo>
                <a:lnTo>
                  <a:pt x="91283" y="12413"/>
                </a:lnTo>
                <a:lnTo>
                  <a:pt x="91794" y="13690"/>
                </a:lnTo>
                <a:lnTo>
                  <a:pt x="92101" y="14814"/>
                </a:lnTo>
                <a:lnTo>
                  <a:pt x="92305" y="15683"/>
                </a:lnTo>
                <a:lnTo>
                  <a:pt x="92305" y="16040"/>
                </a:lnTo>
                <a:lnTo>
                  <a:pt x="92305" y="16398"/>
                </a:lnTo>
                <a:lnTo>
                  <a:pt x="92305" y="16653"/>
                </a:lnTo>
                <a:lnTo>
                  <a:pt x="92203" y="16909"/>
                </a:lnTo>
                <a:lnTo>
                  <a:pt x="92101" y="17113"/>
                </a:lnTo>
                <a:lnTo>
                  <a:pt x="91947" y="17266"/>
                </a:lnTo>
                <a:lnTo>
                  <a:pt x="91794" y="17419"/>
                </a:lnTo>
                <a:lnTo>
                  <a:pt x="91590" y="17470"/>
                </a:lnTo>
                <a:lnTo>
                  <a:pt x="91386" y="17573"/>
                </a:lnTo>
                <a:lnTo>
                  <a:pt x="90773" y="17573"/>
                </a:lnTo>
                <a:lnTo>
                  <a:pt x="90517" y="17522"/>
                </a:lnTo>
                <a:lnTo>
                  <a:pt x="90262" y="17470"/>
                </a:lnTo>
                <a:lnTo>
                  <a:pt x="90006" y="17317"/>
                </a:lnTo>
                <a:lnTo>
                  <a:pt x="89444" y="17011"/>
                </a:lnTo>
                <a:lnTo>
                  <a:pt x="88934" y="16500"/>
                </a:lnTo>
                <a:lnTo>
                  <a:pt x="88372" y="15836"/>
                </a:lnTo>
                <a:lnTo>
                  <a:pt x="87810" y="14967"/>
                </a:lnTo>
                <a:lnTo>
                  <a:pt x="87197" y="13946"/>
                </a:lnTo>
                <a:lnTo>
                  <a:pt x="86635" y="12669"/>
                </a:lnTo>
                <a:lnTo>
                  <a:pt x="86073" y="11392"/>
                </a:lnTo>
                <a:lnTo>
                  <a:pt x="85767" y="10370"/>
                </a:lnTo>
                <a:lnTo>
                  <a:pt x="85613" y="9502"/>
                </a:lnTo>
                <a:lnTo>
                  <a:pt x="85562" y="9144"/>
                </a:lnTo>
                <a:lnTo>
                  <a:pt x="85562" y="8787"/>
                </a:lnTo>
                <a:lnTo>
                  <a:pt x="85613" y="8531"/>
                </a:lnTo>
                <a:lnTo>
                  <a:pt x="85716" y="8327"/>
                </a:lnTo>
                <a:lnTo>
                  <a:pt x="85818" y="8123"/>
                </a:lnTo>
                <a:lnTo>
                  <a:pt x="85971" y="7969"/>
                </a:lnTo>
                <a:lnTo>
                  <a:pt x="86124" y="7816"/>
                </a:lnTo>
                <a:lnTo>
                  <a:pt x="86329" y="7714"/>
                </a:lnTo>
                <a:lnTo>
                  <a:pt x="86533" y="7663"/>
                </a:lnTo>
                <a:close/>
                <a:moveTo>
                  <a:pt x="112840" y="4189"/>
                </a:moveTo>
                <a:lnTo>
                  <a:pt x="112329" y="4240"/>
                </a:lnTo>
                <a:lnTo>
                  <a:pt x="111869" y="4394"/>
                </a:lnTo>
                <a:lnTo>
                  <a:pt x="111461" y="4547"/>
                </a:lnTo>
                <a:lnTo>
                  <a:pt x="111103" y="4751"/>
                </a:lnTo>
                <a:lnTo>
                  <a:pt x="110745" y="5007"/>
                </a:lnTo>
                <a:lnTo>
                  <a:pt x="110490" y="5313"/>
                </a:lnTo>
                <a:lnTo>
                  <a:pt x="110286" y="5722"/>
                </a:lnTo>
                <a:lnTo>
                  <a:pt x="110132" y="6130"/>
                </a:lnTo>
                <a:lnTo>
                  <a:pt x="110081" y="6590"/>
                </a:lnTo>
                <a:lnTo>
                  <a:pt x="110030" y="7101"/>
                </a:lnTo>
                <a:lnTo>
                  <a:pt x="110081" y="7714"/>
                </a:lnTo>
                <a:lnTo>
                  <a:pt x="110132" y="8327"/>
                </a:lnTo>
                <a:lnTo>
                  <a:pt x="110286" y="8991"/>
                </a:lnTo>
                <a:lnTo>
                  <a:pt x="110490" y="9706"/>
                </a:lnTo>
                <a:lnTo>
                  <a:pt x="110745" y="10472"/>
                </a:lnTo>
                <a:lnTo>
                  <a:pt x="111103" y="11239"/>
                </a:lnTo>
                <a:lnTo>
                  <a:pt x="111461" y="12056"/>
                </a:lnTo>
                <a:lnTo>
                  <a:pt x="111869" y="12771"/>
                </a:lnTo>
                <a:lnTo>
                  <a:pt x="112227" y="13486"/>
                </a:lnTo>
                <a:lnTo>
                  <a:pt x="112687" y="14099"/>
                </a:lnTo>
                <a:lnTo>
                  <a:pt x="113095" y="14712"/>
                </a:lnTo>
                <a:lnTo>
                  <a:pt x="113555" y="15274"/>
                </a:lnTo>
                <a:lnTo>
                  <a:pt x="114015" y="15734"/>
                </a:lnTo>
                <a:lnTo>
                  <a:pt x="114474" y="16193"/>
                </a:lnTo>
                <a:lnTo>
                  <a:pt x="114985" y="16602"/>
                </a:lnTo>
                <a:lnTo>
                  <a:pt x="115496" y="16909"/>
                </a:lnTo>
                <a:lnTo>
                  <a:pt x="115956" y="17215"/>
                </a:lnTo>
                <a:lnTo>
                  <a:pt x="116467" y="17470"/>
                </a:lnTo>
                <a:lnTo>
                  <a:pt x="116977" y="17675"/>
                </a:lnTo>
                <a:lnTo>
                  <a:pt x="117539" y="17777"/>
                </a:lnTo>
                <a:lnTo>
                  <a:pt x="118050" y="17879"/>
                </a:lnTo>
                <a:lnTo>
                  <a:pt x="118867" y="17879"/>
                </a:lnTo>
                <a:lnTo>
                  <a:pt x="119378" y="17828"/>
                </a:lnTo>
                <a:lnTo>
                  <a:pt x="119838" y="17726"/>
                </a:lnTo>
                <a:lnTo>
                  <a:pt x="120247" y="17522"/>
                </a:lnTo>
                <a:lnTo>
                  <a:pt x="120604" y="17317"/>
                </a:lnTo>
                <a:lnTo>
                  <a:pt x="120911" y="17062"/>
                </a:lnTo>
                <a:lnTo>
                  <a:pt x="121166" y="16704"/>
                </a:lnTo>
                <a:lnTo>
                  <a:pt x="121370" y="16347"/>
                </a:lnTo>
                <a:lnTo>
                  <a:pt x="121524" y="15887"/>
                </a:lnTo>
                <a:lnTo>
                  <a:pt x="121626" y="15427"/>
                </a:lnTo>
                <a:lnTo>
                  <a:pt x="121677" y="14916"/>
                </a:lnTo>
                <a:lnTo>
                  <a:pt x="121626" y="14303"/>
                </a:lnTo>
                <a:lnTo>
                  <a:pt x="121524" y="13690"/>
                </a:lnTo>
                <a:lnTo>
                  <a:pt x="121370" y="13026"/>
                </a:lnTo>
                <a:lnTo>
                  <a:pt x="121166" y="12311"/>
                </a:lnTo>
                <a:lnTo>
                  <a:pt x="120911" y="11494"/>
                </a:lnTo>
                <a:lnTo>
                  <a:pt x="120553" y="10728"/>
                </a:lnTo>
                <a:lnTo>
                  <a:pt x="120196" y="9910"/>
                </a:lnTo>
                <a:lnTo>
                  <a:pt x="119838" y="9195"/>
                </a:lnTo>
                <a:lnTo>
                  <a:pt x="119429" y="8531"/>
                </a:lnTo>
                <a:lnTo>
                  <a:pt x="119021" y="7867"/>
                </a:lnTo>
                <a:lnTo>
                  <a:pt x="118561" y="7305"/>
                </a:lnTo>
                <a:lnTo>
                  <a:pt x="118152" y="6743"/>
                </a:lnTo>
                <a:lnTo>
                  <a:pt x="117693" y="6284"/>
                </a:lnTo>
                <a:lnTo>
                  <a:pt x="117182" y="5824"/>
                </a:lnTo>
                <a:lnTo>
                  <a:pt x="116722" y="5466"/>
                </a:lnTo>
                <a:lnTo>
                  <a:pt x="116211" y="5109"/>
                </a:lnTo>
                <a:lnTo>
                  <a:pt x="115751" y="4853"/>
                </a:lnTo>
                <a:lnTo>
                  <a:pt x="115241" y="4598"/>
                </a:lnTo>
                <a:lnTo>
                  <a:pt x="114730" y="4445"/>
                </a:lnTo>
                <a:lnTo>
                  <a:pt x="114219" y="4291"/>
                </a:lnTo>
                <a:lnTo>
                  <a:pt x="113657" y="4240"/>
                </a:lnTo>
                <a:lnTo>
                  <a:pt x="113146" y="4189"/>
                </a:lnTo>
                <a:close/>
                <a:moveTo>
                  <a:pt x="75652" y="8327"/>
                </a:moveTo>
                <a:lnTo>
                  <a:pt x="76163" y="8378"/>
                </a:lnTo>
                <a:lnTo>
                  <a:pt x="76674" y="8531"/>
                </a:lnTo>
                <a:lnTo>
                  <a:pt x="77185" y="8889"/>
                </a:lnTo>
                <a:lnTo>
                  <a:pt x="77747" y="9348"/>
                </a:lnTo>
                <a:lnTo>
                  <a:pt x="78258" y="10013"/>
                </a:lnTo>
                <a:lnTo>
                  <a:pt x="78820" y="10830"/>
                </a:lnTo>
                <a:lnTo>
                  <a:pt x="79432" y="11851"/>
                </a:lnTo>
                <a:lnTo>
                  <a:pt x="79994" y="13077"/>
                </a:lnTo>
                <a:lnTo>
                  <a:pt x="80505" y="14354"/>
                </a:lnTo>
                <a:lnTo>
                  <a:pt x="80863" y="15427"/>
                </a:lnTo>
                <a:lnTo>
                  <a:pt x="81067" y="16347"/>
                </a:lnTo>
                <a:lnTo>
                  <a:pt x="81067" y="16704"/>
                </a:lnTo>
                <a:lnTo>
                  <a:pt x="81067" y="17011"/>
                </a:lnTo>
                <a:lnTo>
                  <a:pt x="81016" y="17317"/>
                </a:lnTo>
                <a:lnTo>
                  <a:pt x="80965" y="17573"/>
                </a:lnTo>
                <a:lnTo>
                  <a:pt x="80863" y="17777"/>
                </a:lnTo>
                <a:lnTo>
                  <a:pt x="80710" y="17930"/>
                </a:lnTo>
                <a:lnTo>
                  <a:pt x="80556" y="18083"/>
                </a:lnTo>
                <a:lnTo>
                  <a:pt x="80352" y="18134"/>
                </a:lnTo>
                <a:lnTo>
                  <a:pt x="80148" y="18237"/>
                </a:lnTo>
                <a:lnTo>
                  <a:pt x="79535" y="18237"/>
                </a:lnTo>
                <a:lnTo>
                  <a:pt x="79279" y="18186"/>
                </a:lnTo>
                <a:lnTo>
                  <a:pt x="79024" y="18083"/>
                </a:lnTo>
                <a:lnTo>
                  <a:pt x="78768" y="17981"/>
                </a:lnTo>
                <a:lnTo>
                  <a:pt x="78207" y="17675"/>
                </a:lnTo>
                <a:lnTo>
                  <a:pt x="77645" y="17164"/>
                </a:lnTo>
                <a:lnTo>
                  <a:pt x="77083" y="16500"/>
                </a:lnTo>
                <a:lnTo>
                  <a:pt x="76521" y="15631"/>
                </a:lnTo>
                <a:lnTo>
                  <a:pt x="75959" y="14610"/>
                </a:lnTo>
                <a:lnTo>
                  <a:pt x="75346" y="13333"/>
                </a:lnTo>
                <a:lnTo>
                  <a:pt x="74835" y="12056"/>
                </a:lnTo>
                <a:lnTo>
                  <a:pt x="74529" y="10983"/>
                </a:lnTo>
                <a:lnTo>
                  <a:pt x="74375" y="10574"/>
                </a:lnTo>
                <a:lnTo>
                  <a:pt x="74324" y="10166"/>
                </a:lnTo>
                <a:lnTo>
                  <a:pt x="74324" y="9808"/>
                </a:lnTo>
                <a:lnTo>
                  <a:pt x="74324" y="9451"/>
                </a:lnTo>
                <a:lnTo>
                  <a:pt x="74375" y="9195"/>
                </a:lnTo>
                <a:lnTo>
                  <a:pt x="74427" y="8940"/>
                </a:lnTo>
                <a:lnTo>
                  <a:pt x="74580" y="8787"/>
                </a:lnTo>
                <a:lnTo>
                  <a:pt x="74682" y="8633"/>
                </a:lnTo>
                <a:lnTo>
                  <a:pt x="74886" y="8480"/>
                </a:lnTo>
                <a:lnTo>
                  <a:pt x="75091" y="8378"/>
                </a:lnTo>
                <a:lnTo>
                  <a:pt x="75295" y="8327"/>
                </a:lnTo>
                <a:close/>
                <a:moveTo>
                  <a:pt x="101602" y="4853"/>
                </a:moveTo>
                <a:lnTo>
                  <a:pt x="101091" y="4904"/>
                </a:lnTo>
                <a:lnTo>
                  <a:pt x="100631" y="5007"/>
                </a:lnTo>
                <a:lnTo>
                  <a:pt x="100172" y="5211"/>
                </a:lnTo>
                <a:lnTo>
                  <a:pt x="99814" y="5415"/>
                </a:lnTo>
                <a:lnTo>
                  <a:pt x="99508" y="5671"/>
                </a:lnTo>
                <a:lnTo>
                  <a:pt x="99252" y="5977"/>
                </a:lnTo>
                <a:lnTo>
                  <a:pt x="99048" y="6386"/>
                </a:lnTo>
                <a:lnTo>
                  <a:pt x="98895" y="6794"/>
                </a:lnTo>
                <a:lnTo>
                  <a:pt x="98792" y="7254"/>
                </a:lnTo>
                <a:lnTo>
                  <a:pt x="98792" y="7765"/>
                </a:lnTo>
                <a:lnTo>
                  <a:pt x="98792" y="8327"/>
                </a:lnTo>
                <a:lnTo>
                  <a:pt x="98895" y="8991"/>
                </a:lnTo>
                <a:lnTo>
                  <a:pt x="99048" y="9655"/>
                </a:lnTo>
                <a:lnTo>
                  <a:pt x="99252" y="10370"/>
                </a:lnTo>
                <a:lnTo>
                  <a:pt x="99508" y="11085"/>
                </a:lnTo>
                <a:lnTo>
                  <a:pt x="99814" y="11903"/>
                </a:lnTo>
                <a:lnTo>
                  <a:pt x="100223" y="12720"/>
                </a:lnTo>
                <a:lnTo>
                  <a:pt x="100580" y="13435"/>
                </a:lnTo>
                <a:lnTo>
                  <a:pt x="100989" y="14150"/>
                </a:lnTo>
                <a:lnTo>
                  <a:pt x="101398" y="14763"/>
                </a:lnTo>
                <a:lnTo>
                  <a:pt x="101857" y="15376"/>
                </a:lnTo>
                <a:lnTo>
                  <a:pt x="102317" y="15938"/>
                </a:lnTo>
                <a:lnTo>
                  <a:pt x="102777" y="16398"/>
                </a:lnTo>
                <a:lnTo>
                  <a:pt x="103236" y="16857"/>
                </a:lnTo>
                <a:lnTo>
                  <a:pt x="103696" y="17266"/>
                </a:lnTo>
                <a:lnTo>
                  <a:pt x="104207" y="17573"/>
                </a:lnTo>
                <a:lnTo>
                  <a:pt x="104718" y="17879"/>
                </a:lnTo>
                <a:lnTo>
                  <a:pt x="105229" y="18134"/>
                </a:lnTo>
                <a:lnTo>
                  <a:pt x="105739" y="18288"/>
                </a:lnTo>
                <a:lnTo>
                  <a:pt x="106250" y="18441"/>
                </a:lnTo>
                <a:lnTo>
                  <a:pt x="106812" y="18543"/>
                </a:lnTo>
                <a:lnTo>
                  <a:pt x="107629" y="18543"/>
                </a:lnTo>
                <a:lnTo>
                  <a:pt x="108140" y="18492"/>
                </a:lnTo>
                <a:lnTo>
                  <a:pt x="108600" y="18390"/>
                </a:lnTo>
                <a:lnTo>
                  <a:pt x="109009" y="18186"/>
                </a:lnTo>
                <a:lnTo>
                  <a:pt x="109366" y="17981"/>
                </a:lnTo>
                <a:lnTo>
                  <a:pt x="109673" y="17726"/>
                </a:lnTo>
                <a:lnTo>
                  <a:pt x="109928" y="17368"/>
                </a:lnTo>
                <a:lnTo>
                  <a:pt x="110132" y="17011"/>
                </a:lnTo>
                <a:lnTo>
                  <a:pt x="110286" y="16551"/>
                </a:lnTo>
                <a:lnTo>
                  <a:pt x="110388" y="16091"/>
                </a:lnTo>
                <a:lnTo>
                  <a:pt x="110388" y="15529"/>
                </a:lnTo>
                <a:lnTo>
                  <a:pt x="110388" y="14967"/>
                </a:lnTo>
                <a:lnTo>
                  <a:pt x="110286" y="14354"/>
                </a:lnTo>
                <a:lnTo>
                  <a:pt x="110132" y="13690"/>
                </a:lnTo>
                <a:lnTo>
                  <a:pt x="109928" y="12924"/>
                </a:lnTo>
                <a:lnTo>
                  <a:pt x="109673" y="12158"/>
                </a:lnTo>
                <a:lnTo>
                  <a:pt x="109315" y="11341"/>
                </a:lnTo>
                <a:lnTo>
                  <a:pt x="108958" y="10574"/>
                </a:lnTo>
                <a:lnTo>
                  <a:pt x="108549" y="9859"/>
                </a:lnTo>
                <a:lnTo>
                  <a:pt x="108191" y="9195"/>
                </a:lnTo>
                <a:lnTo>
                  <a:pt x="107732" y="8531"/>
                </a:lnTo>
                <a:lnTo>
                  <a:pt x="107323" y="7969"/>
                </a:lnTo>
                <a:lnTo>
                  <a:pt x="106863" y="7407"/>
                </a:lnTo>
                <a:lnTo>
                  <a:pt x="106404" y="6948"/>
                </a:lnTo>
                <a:lnTo>
                  <a:pt x="105944" y="6488"/>
                </a:lnTo>
                <a:lnTo>
                  <a:pt x="105484" y="6130"/>
                </a:lnTo>
                <a:lnTo>
                  <a:pt x="104973" y="5773"/>
                </a:lnTo>
                <a:lnTo>
                  <a:pt x="104462" y="5517"/>
                </a:lnTo>
                <a:lnTo>
                  <a:pt x="104003" y="5262"/>
                </a:lnTo>
                <a:lnTo>
                  <a:pt x="103492" y="5109"/>
                </a:lnTo>
                <a:lnTo>
                  <a:pt x="102930" y="4955"/>
                </a:lnTo>
                <a:lnTo>
                  <a:pt x="102419" y="4853"/>
                </a:lnTo>
                <a:close/>
                <a:moveTo>
                  <a:pt x="64415" y="8991"/>
                </a:moveTo>
                <a:lnTo>
                  <a:pt x="64925" y="9042"/>
                </a:lnTo>
                <a:lnTo>
                  <a:pt x="65181" y="9093"/>
                </a:lnTo>
                <a:lnTo>
                  <a:pt x="65436" y="9195"/>
                </a:lnTo>
                <a:lnTo>
                  <a:pt x="65947" y="9553"/>
                </a:lnTo>
                <a:lnTo>
                  <a:pt x="66509" y="10013"/>
                </a:lnTo>
                <a:lnTo>
                  <a:pt x="67020" y="10626"/>
                </a:lnTo>
                <a:lnTo>
                  <a:pt x="67582" y="11494"/>
                </a:lnTo>
                <a:lnTo>
                  <a:pt x="68195" y="12516"/>
                </a:lnTo>
                <a:lnTo>
                  <a:pt x="68756" y="13741"/>
                </a:lnTo>
                <a:lnTo>
                  <a:pt x="69267" y="15019"/>
                </a:lnTo>
                <a:lnTo>
                  <a:pt x="69625" y="16091"/>
                </a:lnTo>
                <a:lnTo>
                  <a:pt x="69778" y="17011"/>
                </a:lnTo>
                <a:lnTo>
                  <a:pt x="69829" y="17368"/>
                </a:lnTo>
                <a:lnTo>
                  <a:pt x="69829" y="17675"/>
                </a:lnTo>
                <a:lnTo>
                  <a:pt x="69778" y="17981"/>
                </a:lnTo>
                <a:lnTo>
                  <a:pt x="69727" y="18237"/>
                </a:lnTo>
                <a:lnTo>
                  <a:pt x="69574" y="18441"/>
                </a:lnTo>
                <a:lnTo>
                  <a:pt x="69472" y="18594"/>
                </a:lnTo>
                <a:lnTo>
                  <a:pt x="69318" y="18696"/>
                </a:lnTo>
                <a:lnTo>
                  <a:pt x="69114" y="18799"/>
                </a:lnTo>
                <a:lnTo>
                  <a:pt x="68859" y="18901"/>
                </a:lnTo>
                <a:lnTo>
                  <a:pt x="68297" y="18901"/>
                </a:lnTo>
                <a:lnTo>
                  <a:pt x="68041" y="18850"/>
                </a:lnTo>
                <a:lnTo>
                  <a:pt x="67786" y="18747"/>
                </a:lnTo>
                <a:lnTo>
                  <a:pt x="67479" y="18645"/>
                </a:lnTo>
                <a:lnTo>
                  <a:pt x="66969" y="18339"/>
                </a:lnTo>
                <a:lnTo>
                  <a:pt x="66407" y="17828"/>
                </a:lnTo>
                <a:lnTo>
                  <a:pt x="65845" y="17164"/>
                </a:lnTo>
                <a:lnTo>
                  <a:pt x="65283" y="16296"/>
                </a:lnTo>
                <a:lnTo>
                  <a:pt x="64721" y="15274"/>
                </a:lnTo>
                <a:lnTo>
                  <a:pt x="64108" y="13997"/>
                </a:lnTo>
                <a:lnTo>
                  <a:pt x="63597" y="12720"/>
                </a:lnTo>
                <a:lnTo>
                  <a:pt x="63240" y="11647"/>
                </a:lnTo>
                <a:lnTo>
                  <a:pt x="63086" y="10779"/>
                </a:lnTo>
                <a:lnTo>
                  <a:pt x="63086" y="10421"/>
                </a:lnTo>
                <a:lnTo>
                  <a:pt x="63086" y="10115"/>
                </a:lnTo>
                <a:lnTo>
                  <a:pt x="63137" y="9859"/>
                </a:lnTo>
                <a:lnTo>
                  <a:pt x="63189" y="9604"/>
                </a:lnTo>
                <a:lnTo>
                  <a:pt x="63291" y="9451"/>
                </a:lnTo>
                <a:lnTo>
                  <a:pt x="63444" y="9246"/>
                </a:lnTo>
                <a:lnTo>
                  <a:pt x="63648" y="9144"/>
                </a:lnTo>
                <a:lnTo>
                  <a:pt x="63802" y="9042"/>
                </a:lnTo>
                <a:lnTo>
                  <a:pt x="64057" y="8991"/>
                </a:lnTo>
                <a:close/>
                <a:moveTo>
                  <a:pt x="85971" y="5773"/>
                </a:moveTo>
                <a:lnTo>
                  <a:pt x="85409" y="5824"/>
                </a:lnTo>
                <a:lnTo>
                  <a:pt x="84949" y="5926"/>
                </a:lnTo>
                <a:lnTo>
                  <a:pt x="84541" y="6130"/>
                </a:lnTo>
                <a:lnTo>
                  <a:pt x="84183" y="6335"/>
                </a:lnTo>
                <a:lnTo>
                  <a:pt x="83877" y="6590"/>
                </a:lnTo>
                <a:lnTo>
                  <a:pt x="83621" y="6897"/>
                </a:lnTo>
                <a:lnTo>
                  <a:pt x="83417" y="7305"/>
                </a:lnTo>
                <a:lnTo>
                  <a:pt x="83264" y="7714"/>
                </a:lnTo>
                <a:lnTo>
                  <a:pt x="83161" y="8174"/>
                </a:lnTo>
                <a:lnTo>
                  <a:pt x="83110" y="8684"/>
                </a:lnTo>
                <a:lnTo>
                  <a:pt x="83161" y="9246"/>
                </a:lnTo>
                <a:lnTo>
                  <a:pt x="83264" y="9859"/>
                </a:lnTo>
                <a:lnTo>
                  <a:pt x="83366" y="10574"/>
                </a:lnTo>
                <a:lnTo>
                  <a:pt x="83621" y="11290"/>
                </a:lnTo>
                <a:lnTo>
                  <a:pt x="83877" y="12005"/>
                </a:lnTo>
                <a:lnTo>
                  <a:pt x="84183" y="12822"/>
                </a:lnTo>
                <a:lnTo>
                  <a:pt x="84541" y="13639"/>
                </a:lnTo>
                <a:lnTo>
                  <a:pt x="84949" y="14354"/>
                </a:lnTo>
                <a:lnTo>
                  <a:pt x="85358" y="15070"/>
                </a:lnTo>
                <a:lnTo>
                  <a:pt x="85767" y="15683"/>
                </a:lnTo>
                <a:lnTo>
                  <a:pt x="86226" y="16296"/>
                </a:lnTo>
                <a:lnTo>
                  <a:pt x="86635" y="16806"/>
                </a:lnTo>
                <a:lnTo>
                  <a:pt x="87146" y="17317"/>
                </a:lnTo>
                <a:lnTo>
                  <a:pt x="87606" y="17777"/>
                </a:lnTo>
                <a:lnTo>
                  <a:pt x="88065" y="18186"/>
                </a:lnTo>
                <a:lnTo>
                  <a:pt x="88576" y="18492"/>
                </a:lnTo>
                <a:lnTo>
                  <a:pt x="89087" y="18799"/>
                </a:lnTo>
                <a:lnTo>
                  <a:pt x="89598" y="19054"/>
                </a:lnTo>
                <a:lnTo>
                  <a:pt x="90109" y="19207"/>
                </a:lnTo>
                <a:lnTo>
                  <a:pt x="90619" y="19360"/>
                </a:lnTo>
                <a:lnTo>
                  <a:pt x="91130" y="19463"/>
                </a:lnTo>
                <a:lnTo>
                  <a:pt x="91947" y="19463"/>
                </a:lnTo>
                <a:lnTo>
                  <a:pt x="92458" y="19412"/>
                </a:lnTo>
                <a:lnTo>
                  <a:pt x="92969" y="19309"/>
                </a:lnTo>
                <a:lnTo>
                  <a:pt x="93378" y="19105"/>
                </a:lnTo>
                <a:lnTo>
                  <a:pt x="93735" y="18901"/>
                </a:lnTo>
                <a:lnTo>
                  <a:pt x="94042" y="18594"/>
                </a:lnTo>
                <a:lnTo>
                  <a:pt x="94297" y="18288"/>
                </a:lnTo>
                <a:lnTo>
                  <a:pt x="94502" y="17930"/>
                </a:lnTo>
                <a:lnTo>
                  <a:pt x="94655" y="17470"/>
                </a:lnTo>
                <a:lnTo>
                  <a:pt x="94706" y="17011"/>
                </a:lnTo>
                <a:lnTo>
                  <a:pt x="94757" y="16449"/>
                </a:lnTo>
                <a:lnTo>
                  <a:pt x="94757" y="15887"/>
                </a:lnTo>
                <a:lnTo>
                  <a:pt x="94655" y="15274"/>
                </a:lnTo>
                <a:lnTo>
                  <a:pt x="94502" y="14610"/>
                </a:lnTo>
                <a:lnTo>
                  <a:pt x="94297" y="13844"/>
                </a:lnTo>
                <a:lnTo>
                  <a:pt x="93991" y="13077"/>
                </a:lnTo>
                <a:lnTo>
                  <a:pt x="93684" y="12260"/>
                </a:lnTo>
                <a:lnTo>
                  <a:pt x="93327" y="11494"/>
                </a:lnTo>
                <a:lnTo>
                  <a:pt x="92918" y="10779"/>
                </a:lnTo>
                <a:lnTo>
                  <a:pt x="92509" y="10115"/>
                </a:lnTo>
                <a:lnTo>
                  <a:pt x="92101" y="9451"/>
                </a:lnTo>
                <a:lnTo>
                  <a:pt x="91692" y="8889"/>
                </a:lnTo>
                <a:lnTo>
                  <a:pt x="91232" y="8327"/>
                </a:lnTo>
                <a:lnTo>
                  <a:pt x="90773" y="7867"/>
                </a:lnTo>
                <a:lnTo>
                  <a:pt x="90313" y="7407"/>
                </a:lnTo>
                <a:lnTo>
                  <a:pt x="89853" y="7050"/>
                </a:lnTo>
                <a:lnTo>
                  <a:pt x="89342" y="6692"/>
                </a:lnTo>
                <a:lnTo>
                  <a:pt x="88831" y="6437"/>
                </a:lnTo>
                <a:lnTo>
                  <a:pt x="88321" y="6181"/>
                </a:lnTo>
                <a:lnTo>
                  <a:pt x="87810" y="6028"/>
                </a:lnTo>
                <a:lnTo>
                  <a:pt x="87299" y="5875"/>
                </a:lnTo>
                <a:lnTo>
                  <a:pt x="86788" y="5773"/>
                </a:lnTo>
                <a:close/>
                <a:moveTo>
                  <a:pt x="53177" y="9604"/>
                </a:moveTo>
                <a:lnTo>
                  <a:pt x="53636" y="9706"/>
                </a:lnTo>
                <a:lnTo>
                  <a:pt x="54147" y="9859"/>
                </a:lnTo>
                <a:lnTo>
                  <a:pt x="54709" y="10166"/>
                </a:lnTo>
                <a:lnTo>
                  <a:pt x="55220" y="10677"/>
                </a:lnTo>
                <a:lnTo>
                  <a:pt x="55782" y="11290"/>
                </a:lnTo>
                <a:lnTo>
                  <a:pt x="56344" y="12158"/>
                </a:lnTo>
                <a:lnTo>
                  <a:pt x="56906" y="13180"/>
                </a:lnTo>
                <a:lnTo>
                  <a:pt x="57519" y="14406"/>
                </a:lnTo>
                <a:lnTo>
                  <a:pt x="58029" y="15683"/>
                </a:lnTo>
                <a:lnTo>
                  <a:pt x="58387" y="16755"/>
                </a:lnTo>
                <a:lnTo>
                  <a:pt x="58540" y="17675"/>
                </a:lnTo>
                <a:lnTo>
                  <a:pt x="58591" y="18032"/>
                </a:lnTo>
                <a:lnTo>
                  <a:pt x="58591" y="18339"/>
                </a:lnTo>
                <a:lnTo>
                  <a:pt x="58540" y="18645"/>
                </a:lnTo>
                <a:lnTo>
                  <a:pt x="58438" y="18901"/>
                </a:lnTo>
                <a:lnTo>
                  <a:pt x="58336" y="19105"/>
                </a:lnTo>
                <a:lnTo>
                  <a:pt x="58234" y="19258"/>
                </a:lnTo>
                <a:lnTo>
                  <a:pt x="58029" y="19360"/>
                </a:lnTo>
                <a:lnTo>
                  <a:pt x="57876" y="19463"/>
                </a:lnTo>
                <a:lnTo>
                  <a:pt x="57621" y="19514"/>
                </a:lnTo>
                <a:lnTo>
                  <a:pt x="57416" y="19565"/>
                </a:lnTo>
                <a:lnTo>
                  <a:pt x="57008" y="19565"/>
                </a:lnTo>
                <a:lnTo>
                  <a:pt x="56752" y="19514"/>
                </a:lnTo>
                <a:lnTo>
                  <a:pt x="56497" y="19412"/>
                </a:lnTo>
                <a:lnTo>
                  <a:pt x="56241" y="19309"/>
                </a:lnTo>
                <a:lnTo>
                  <a:pt x="55731" y="18952"/>
                </a:lnTo>
                <a:lnTo>
                  <a:pt x="55169" y="18492"/>
                </a:lnTo>
                <a:lnTo>
                  <a:pt x="54607" y="17828"/>
                </a:lnTo>
                <a:lnTo>
                  <a:pt x="54045" y="16960"/>
                </a:lnTo>
                <a:lnTo>
                  <a:pt x="53432" y="15938"/>
                </a:lnTo>
                <a:lnTo>
                  <a:pt x="52870" y="14661"/>
                </a:lnTo>
                <a:lnTo>
                  <a:pt x="52359" y="13384"/>
                </a:lnTo>
                <a:lnTo>
                  <a:pt x="52002" y="12311"/>
                </a:lnTo>
                <a:lnTo>
                  <a:pt x="51900" y="11851"/>
                </a:lnTo>
                <a:lnTo>
                  <a:pt x="51848" y="11443"/>
                </a:lnTo>
                <a:lnTo>
                  <a:pt x="51797" y="11085"/>
                </a:lnTo>
                <a:lnTo>
                  <a:pt x="51848" y="10779"/>
                </a:lnTo>
                <a:lnTo>
                  <a:pt x="51848" y="10523"/>
                </a:lnTo>
                <a:lnTo>
                  <a:pt x="51951" y="10268"/>
                </a:lnTo>
                <a:lnTo>
                  <a:pt x="52053" y="10064"/>
                </a:lnTo>
                <a:lnTo>
                  <a:pt x="52206" y="9910"/>
                </a:lnTo>
                <a:lnTo>
                  <a:pt x="52359" y="9808"/>
                </a:lnTo>
                <a:lnTo>
                  <a:pt x="52564" y="9706"/>
                </a:lnTo>
                <a:lnTo>
                  <a:pt x="52768" y="9655"/>
                </a:lnTo>
                <a:lnTo>
                  <a:pt x="53023" y="9655"/>
                </a:lnTo>
                <a:lnTo>
                  <a:pt x="53177" y="9604"/>
                </a:lnTo>
                <a:close/>
                <a:moveTo>
                  <a:pt x="74733" y="6437"/>
                </a:moveTo>
                <a:lnTo>
                  <a:pt x="74171" y="6488"/>
                </a:lnTo>
                <a:lnTo>
                  <a:pt x="73711" y="6590"/>
                </a:lnTo>
                <a:lnTo>
                  <a:pt x="73303" y="6794"/>
                </a:lnTo>
                <a:lnTo>
                  <a:pt x="72945" y="6999"/>
                </a:lnTo>
                <a:lnTo>
                  <a:pt x="72639" y="7254"/>
                </a:lnTo>
                <a:lnTo>
                  <a:pt x="72383" y="7561"/>
                </a:lnTo>
                <a:lnTo>
                  <a:pt x="72179" y="7969"/>
                </a:lnTo>
                <a:lnTo>
                  <a:pt x="72026" y="8378"/>
                </a:lnTo>
                <a:lnTo>
                  <a:pt x="71924" y="8838"/>
                </a:lnTo>
                <a:lnTo>
                  <a:pt x="71872" y="9348"/>
                </a:lnTo>
                <a:lnTo>
                  <a:pt x="71924" y="9910"/>
                </a:lnTo>
                <a:lnTo>
                  <a:pt x="71975" y="10523"/>
                </a:lnTo>
                <a:lnTo>
                  <a:pt x="72128" y="11187"/>
                </a:lnTo>
                <a:lnTo>
                  <a:pt x="72332" y="11903"/>
                </a:lnTo>
                <a:lnTo>
                  <a:pt x="72588" y="12669"/>
                </a:lnTo>
                <a:lnTo>
                  <a:pt x="72945" y="13486"/>
                </a:lnTo>
                <a:lnTo>
                  <a:pt x="73303" y="14303"/>
                </a:lnTo>
                <a:lnTo>
                  <a:pt x="73711" y="15019"/>
                </a:lnTo>
                <a:lnTo>
                  <a:pt x="74120" y="15734"/>
                </a:lnTo>
                <a:lnTo>
                  <a:pt x="74529" y="16347"/>
                </a:lnTo>
                <a:lnTo>
                  <a:pt x="74937" y="16960"/>
                </a:lnTo>
                <a:lnTo>
                  <a:pt x="75397" y="17470"/>
                </a:lnTo>
                <a:lnTo>
                  <a:pt x="75857" y="17981"/>
                </a:lnTo>
                <a:lnTo>
                  <a:pt x="76368" y="18441"/>
                </a:lnTo>
                <a:lnTo>
                  <a:pt x="76827" y="18799"/>
                </a:lnTo>
                <a:lnTo>
                  <a:pt x="77338" y="19156"/>
                </a:lnTo>
                <a:lnTo>
                  <a:pt x="77849" y="19463"/>
                </a:lnTo>
                <a:lnTo>
                  <a:pt x="78360" y="19718"/>
                </a:lnTo>
                <a:lnTo>
                  <a:pt x="78871" y="19871"/>
                </a:lnTo>
                <a:lnTo>
                  <a:pt x="79381" y="20024"/>
                </a:lnTo>
                <a:lnTo>
                  <a:pt x="79892" y="20127"/>
                </a:lnTo>
                <a:lnTo>
                  <a:pt x="80710" y="20127"/>
                </a:lnTo>
                <a:lnTo>
                  <a:pt x="81220" y="20076"/>
                </a:lnTo>
                <a:lnTo>
                  <a:pt x="81680" y="19922"/>
                </a:lnTo>
                <a:lnTo>
                  <a:pt x="82140" y="19769"/>
                </a:lnTo>
                <a:lnTo>
                  <a:pt x="82497" y="19565"/>
                </a:lnTo>
                <a:lnTo>
                  <a:pt x="82804" y="19258"/>
                </a:lnTo>
                <a:lnTo>
                  <a:pt x="83059" y="18952"/>
                </a:lnTo>
                <a:lnTo>
                  <a:pt x="83264" y="18594"/>
                </a:lnTo>
                <a:lnTo>
                  <a:pt x="83366" y="18134"/>
                </a:lnTo>
                <a:lnTo>
                  <a:pt x="83468" y="17675"/>
                </a:lnTo>
                <a:lnTo>
                  <a:pt x="83519" y="17113"/>
                </a:lnTo>
                <a:lnTo>
                  <a:pt x="83468" y="16551"/>
                </a:lnTo>
                <a:lnTo>
                  <a:pt x="83366" y="15938"/>
                </a:lnTo>
                <a:lnTo>
                  <a:pt x="83213" y="15223"/>
                </a:lnTo>
                <a:lnTo>
                  <a:pt x="83008" y="14508"/>
                </a:lnTo>
                <a:lnTo>
                  <a:pt x="82753" y="13741"/>
                </a:lnTo>
                <a:lnTo>
                  <a:pt x="82395" y="12924"/>
                </a:lnTo>
                <a:lnTo>
                  <a:pt x="82038" y="12158"/>
                </a:lnTo>
                <a:lnTo>
                  <a:pt x="81680" y="11443"/>
                </a:lnTo>
                <a:lnTo>
                  <a:pt x="81271" y="10728"/>
                </a:lnTo>
                <a:lnTo>
                  <a:pt x="80863" y="10115"/>
                </a:lnTo>
                <a:lnTo>
                  <a:pt x="80403" y="9553"/>
                </a:lnTo>
                <a:lnTo>
                  <a:pt x="79994" y="8991"/>
                </a:lnTo>
                <a:lnTo>
                  <a:pt x="79535" y="8531"/>
                </a:lnTo>
                <a:lnTo>
                  <a:pt x="79075" y="8071"/>
                </a:lnTo>
                <a:lnTo>
                  <a:pt x="78564" y="7714"/>
                </a:lnTo>
                <a:lnTo>
                  <a:pt x="78104" y="7356"/>
                </a:lnTo>
                <a:lnTo>
                  <a:pt x="77594" y="7101"/>
                </a:lnTo>
                <a:lnTo>
                  <a:pt x="77083" y="6846"/>
                </a:lnTo>
                <a:lnTo>
                  <a:pt x="76572" y="6641"/>
                </a:lnTo>
                <a:lnTo>
                  <a:pt x="76061" y="6539"/>
                </a:lnTo>
                <a:lnTo>
                  <a:pt x="75550" y="6437"/>
                </a:lnTo>
                <a:close/>
                <a:moveTo>
                  <a:pt x="37546" y="10523"/>
                </a:moveTo>
                <a:lnTo>
                  <a:pt x="38005" y="10626"/>
                </a:lnTo>
                <a:lnTo>
                  <a:pt x="38516" y="10779"/>
                </a:lnTo>
                <a:lnTo>
                  <a:pt x="39078" y="11085"/>
                </a:lnTo>
                <a:lnTo>
                  <a:pt x="39589" y="11596"/>
                </a:lnTo>
                <a:lnTo>
                  <a:pt x="40151" y="12209"/>
                </a:lnTo>
                <a:lnTo>
                  <a:pt x="40713" y="13077"/>
                </a:lnTo>
                <a:lnTo>
                  <a:pt x="41275" y="14099"/>
                </a:lnTo>
                <a:lnTo>
                  <a:pt x="41888" y="15325"/>
                </a:lnTo>
                <a:lnTo>
                  <a:pt x="42398" y="16602"/>
                </a:lnTo>
                <a:lnTo>
                  <a:pt x="42705" y="17675"/>
                </a:lnTo>
                <a:lnTo>
                  <a:pt x="42909" y="18594"/>
                </a:lnTo>
                <a:lnTo>
                  <a:pt x="42960" y="18952"/>
                </a:lnTo>
                <a:lnTo>
                  <a:pt x="42909" y="19258"/>
                </a:lnTo>
                <a:lnTo>
                  <a:pt x="42909" y="19565"/>
                </a:lnTo>
                <a:lnTo>
                  <a:pt x="42807" y="19820"/>
                </a:lnTo>
                <a:lnTo>
                  <a:pt x="42705" y="20024"/>
                </a:lnTo>
                <a:lnTo>
                  <a:pt x="42552" y="20178"/>
                </a:lnTo>
                <a:lnTo>
                  <a:pt x="42398" y="20280"/>
                </a:lnTo>
                <a:lnTo>
                  <a:pt x="42194" y="20382"/>
                </a:lnTo>
                <a:lnTo>
                  <a:pt x="41990" y="20433"/>
                </a:lnTo>
                <a:lnTo>
                  <a:pt x="41785" y="20484"/>
                </a:lnTo>
                <a:lnTo>
                  <a:pt x="41377" y="20484"/>
                </a:lnTo>
                <a:lnTo>
                  <a:pt x="41121" y="20433"/>
                </a:lnTo>
                <a:lnTo>
                  <a:pt x="40866" y="20331"/>
                </a:lnTo>
                <a:lnTo>
                  <a:pt x="40611" y="20229"/>
                </a:lnTo>
                <a:lnTo>
                  <a:pt x="40100" y="19871"/>
                </a:lnTo>
                <a:lnTo>
                  <a:pt x="39538" y="19412"/>
                </a:lnTo>
                <a:lnTo>
                  <a:pt x="38976" y="18747"/>
                </a:lnTo>
                <a:lnTo>
                  <a:pt x="38414" y="17879"/>
                </a:lnTo>
                <a:lnTo>
                  <a:pt x="37801" y="16857"/>
                </a:lnTo>
                <a:lnTo>
                  <a:pt x="37239" y="15580"/>
                </a:lnTo>
                <a:lnTo>
                  <a:pt x="36728" y="14303"/>
                </a:lnTo>
                <a:lnTo>
                  <a:pt x="36371" y="13231"/>
                </a:lnTo>
                <a:lnTo>
                  <a:pt x="36269" y="12771"/>
                </a:lnTo>
                <a:lnTo>
                  <a:pt x="36218" y="12362"/>
                </a:lnTo>
                <a:lnTo>
                  <a:pt x="36166" y="12005"/>
                </a:lnTo>
                <a:lnTo>
                  <a:pt x="36166" y="11698"/>
                </a:lnTo>
                <a:lnTo>
                  <a:pt x="36218" y="11443"/>
                </a:lnTo>
                <a:lnTo>
                  <a:pt x="36320" y="11187"/>
                </a:lnTo>
                <a:lnTo>
                  <a:pt x="36422" y="10983"/>
                </a:lnTo>
                <a:lnTo>
                  <a:pt x="36575" y="10830"/>
                </a:lnTo>
                <a:lnTo>
                  <a:pt x="36728" y="10728"/>
                </a:lnTo>
                <a:lnTo>
                  <a:pt x="36933" y="10626"/>
                </a:lnTo>
                <a:lnTo>
                  <a:pt x="37137" y="10574"/>
                </a:lnTo>
                <a:lnTo>
                  <a:pt x="37392" y="10523"/>
                </a:lnTo>
                <a:close/>
                <a:moveTo>
                  <a:pt x="63444" y="7101"/>
                </a:moveTo>
                <a:lnTo>
                  <a:pt x="62933" y="7152"/>
                </a:lnTo>
                <a:lnTo>
                  <a:pt x="62473" y="7254"/>
                </a:lnTo>
                <a:lnTo>
                  <a:pt x="62065" y="7407"/>
                </a:lnTo>
                <a:lnTo>
                  <a:pt x="61707" y="7663"/>
                </a:lnTo>
                <a:lnTo>
                  <a:pt x="61350" y="7918"/>
                </a:lnTo>
                <a:lnTo>
                  <a:pt x="61094" y="8225"/>
                </a:lnTo>
                <a:lnTo>
                  <a:pt x="60890" y="8582"/>
                </a:lnTo>
                <a:lnTo>
                  <a:pt x="60737" y="9042"/>
                </a:lnTo>
                <a:lnTo>
                  <a:pt x="60686" y="9502"/>
                </a:lnTo>
                <a:lnTo>
                  <a:pt x="60634" y="10013"/>
                </a:lnTo>
                <a:lnTo>
                  <a:pt x="60686" y="10574"/>
                </a:lnTo>
                <a:lnTo>
                  <a:pt x="60737" y="11187"/>
                </a:lnTo>
                <a:lnTo>
                  <a:pt x="60890" y="11851"/>
                </a:lnTo>
                <a:lnTo>
                  <a:pt x="61094" y="12567"/>
                </a:lnTo>
                <a:lnTo>
                  <a:pt x="61350" y="13333"/>
                </a:lnTo>
                <a:lnTo>
                  <a:pt x="61707" y="14150"/>
                </a:lnTo>
                <a:lnTo>
                  <a:pt x="62065" y="14916"/>
                </a:lnTo>
                <a:lnTo>
                  <a:pt x="62473" y="15683"/>
                </a:lnTo>
                <a:lnTo>
                  <a:pt x="62831" y="16347"/>
                </a:lnTo>
                <a:lnTo>
                  <a:pt x="63291" y="17011"/>
                </a:lnTo>
                <a:lnTo>
                  <a:pt x="63699" y="17624"/>
                </a:lnTo>
                <a:lnTo>
                  <a:pt x="64159" y="18134"/>
                </a:lnTo>
                <a:lnTo>
                  <a:pt x="64619" y="18645"/>
                </a:lnTo>
                <a:lnTo>
                  <a:pt x="65079" y="19105"/>
                </a:lnTo>
                <a:lnTo>
                  <a:pt x="65589" y="19463"/>
                </a:lnTo>
                <a:lnTo>
                  <a:pt x="66100" y="19820"/>
                </a:lnTo>
                <a:lnTo>
                  <a:pt x="66560" y="20127"/>
                </a:lnTo>
                <a:lnTo>
                  <a:pt x="67071" y="20382"/>
                </a:lnTo>
                <a:lnTo>
                  <a:pt x="67582" y="20535"/>
                </a:lnTo>
                <a:lnTo>
                  <a:pt x="68143" y="20689"/>
                </a:lnTo>
                <a:lnTo>
                  <a:pt x="68654" y="20740"/>
                </a:lnTo>
                <a:lnTo>
                  <a:pt x="69165" y="20791"/>
                </a:lnTo>
                <a:lnTo>
                  <a:pt x="69472" y="20791"/>
                </a:lnTo>
                <a:lnTo>
                  <a:pt x="69982" y="20740"/>
                </a:lnTo>
                <a:lnTo>
                  <a:pt x="70442" y="20586"/>
                </a:lnTo>
                <a:lnTo>
                  <a:pt x="70851" y="20433"/>
                </a:lnTo>
                <a:lnTo>
                  <a:pt x="71208" y="20229"/>
                </a:lnTo>
                <a:lnTo>
                  <a:pt x="71515" y="19922"/>
                </a:lnTo>
                <a:lnTo>
                  <a:pt x="71770" y="19616"/>
                </a:lnTo>
                <a:lnTo>
                  <a:pt x="71975" y="19207"/>
                </a:lnTo>
                <a:lnTo>
                  <a:pt x="72128" y="18799"/>
                </a:lnTo>
                <a:lnTo>
                  <a:pt x="72230" y="18339"/>
                </a:lnTo>
                <a:lnTo>
                  <a:pt x="72281" y="17777"/>
                </a:lnTo>
                <a:lnTo>
                  <a:pt x="72230" y="17215"/>
                </a:lnTo>
                <a:lnTo>
                  <a:pt x="72128" y="16602"/>
                </a:lnTo>
                <a:lnTo>
                  <a:pt x="71975" y="15887"/>
                </a:lnTo>
                <a:lnTo>
                  <a:pt x="71770" y="15172"/>
                </a:lnTo>
                <a:lnTo>
                  <a:pt x="71515" y="14406"/>
                </a:lnTo>
                <a:lnTo>
                  <a:pt x="71157" y="13588"/>
                </a:lnTo>
                <a:lnTo>
                  <a:pt x="70800" y="12822"/>
                </a:lnTo>
                <a:lnTo>
                  <a:pt x="70442" y="12107"/>
                </a:lnTo>
                <a:lnTo>
                  <a:pt x="70033" y="11392"/>
                </a:lnTo>
                <a:lnTo>
                  <a:pt x="69625" y="10779"/>
                </a:lnTo>
                <a:lnTo>
                  <a:pt x="69165" y="10217"/>
                </a:lnTo>
                <a:lnTo>
                  <a:pt x="68756" y="9655"/>
                </a:lnTo>
                <a:lnTo>
                  <a:pt x="68297" y="9195"/>
                </a:lnTo>
                <a:lnTo>
                  <a:pt x="67786" y="8736"/>
                </a:lnTo>
                <a:lnTo>
                  <a:pt x="67326" y="8378"/>
                </a:lnTo>
                <a:lnTo>
                  <a:pt x="66815" y="8020"/>
                </a:lnTo>
                <a:lnTo>
                  <a:pt x="66356" y="7714"/>
                </a:lnTo>
                <a:lnTo>
                  <a:pt x="65845" y="7510"/>
                </a:lnTo>
                <a:lnTo>
                  <a:pt x="65334" y="7305"/>
                </a:lnTo>
                <a:lnTo>
                  <a:pt x="64823" y="7203"/>
                </a:lnTo>
                <a:lnTo>
                  <a:pt x="64261" y="7101"/>
                </a:lnTo>
                <a:close/>
                <a:moveTo>
                  <a:pt x="26257" y="11187"/>
                </a:moveTo>
                <a:lnTo>
                  <a:pt x="26767" y="11239"/>
                </a:lnTo>
                <a:lnTo>
                  <a:pt x="27023" y="11341"/>
                </a:lnTo>
                <a:lnTo>
                  <a:pt x="27278" y="11443"/>
                </a:lnTo>
                <a:lnTo>
                  <a:pt x="27789" y="11749"/>
                </a:lnTo>
                <a:lnTo>
                  <a:pt x="28351" y="12260"/>
                </a:lnTo>
                <a:lnTo>
                  <a:pt x="28913" y="12873"/>
                </a:lnTo>
                <a:lnTo>
                  <a:pt x="29475" y="13690"/>
                </a:lnTo>
                <a:lnTo>
                  <a:pt x="30037" y="14763"/>
                </a:lnTo>
                <a:lnTo>
                  <a:pt x="30599" y="15989"/>
                </a:lnTo>
                <a:lnTo>
                  <a:pt x="31160" y="17266"/>
                </a:lnTo>
                <a:lnTo>
                  <a:pt x="31467" y="18339"/>
                </a:lnTo>
                <a:lnTo>
                  <a:pt x="31671" y="19207"/>
                </a:lnTo>
                <a:lnTo>
                  <a:pt x="31671" y="19616"/>
                </a:lnTo>
                <a:lnTo>
                  <a:pt x="31671" y="19922"/>
                </a:lnTo>
                <a:lnTo>
                  <a:pt x="31620" y="20229"/>
                </a:lnTo>
                <a:lnTo>
                  <a:pt x="31569" y="20433"/>
                </a:lnTo>
                <a:lnTo>
                  <a:pt x="31467" y="20637"/>
                </a:lnTo>
                <a:lnTo>
                  <a:pt x="31314" y="20842"/>
                </a:lnTo>
                <a:lnTo>
                  <a:pt x="31160" y="20944"/>
                </a:lnTo>
                <a:lnTo>
                  <a:pt x="30956" y="21046"/>
                </a:lnTo>
                <a:lnTo>
                  <a:pt x="30752" y="21097"/>
                </a:lnTo>
                <a:lnTo>
                  <a:pt x="30496" y="21148"/>
                </a:lnTo>
                <a:lnTo>
                  <a:pt x="30139" y="21148"/>
                </a:lnTo>
                <a:lnTo>
                  <a:pt x="29883" y="21097"/>
                </a:lnTo>
                <a:lnTo>
                  <a:pt x="29628" y="20995"/>
                </a:lnTo>
                <a:lnTo>
                  <a:pt x="29373" y="20893"/>
                </a:lnTo>
                <a:lnTo>
                  <a:pt x="28811" y="20535"/>
                </a:lnTo>
                <a:lnTo>
                  <a:pt x="28249" y="20076"/>
                </a:lnTo>
                <a:lnTo>
                  <a:pt x="27687" y="19412"/>
                </a:lnTo>
                <a:lnTo>
                  <a:pt x="27125" y="18543"/>
                </a:lnTo>
                <a:lnTo>
                  <a:pt x="26563" y="17522"/>
                </a:lnTo>
                <a:lnTo>
                  <a:pt x="25950" y="16244"/>
                </a:lnTo>
                <a:lnTo>
                  <a:pt x="25439" y="14967"/>
                </a:lnTo>
                <a:lnTo>
                  <a:pt x="25133" y="13895"/>
                </a:lnTo>
                <a:lnTo>
                  <a:pt x="25031" y="13435"/>
                </a:lnTo>
                <a:lnTo>
                  <a:pt x="24929" y="13026"/>
                </a:lnTo>
                <a:lnTo>
                  <a:pt x="24929" y="12669"/>
                </a:lnTo>
                <a:lnTo>
                  <a:pt x="24929" y="12362"/>
                </a:lnTo>
                <a:lnTo>
                  <a:pt x="24980" y="12107"/>
                </a:lnTo>
                <a:lnTo>
                  <a:pt x="25031" y="11851"/>
                </a:lnTo>
                <a:lnTo>
                  <a:pt x="25184" y="11647"/>
                </a:lnTo>
                <a:lnTo>
                  <a:pt x="25286" y="11494"/>
                </a:lnTo>
                <a:lnTo>
                  <a:pt x="25490" y="11392"/>
                </a:lnTo>
                <a:lnTo>
                  <a:pt x="25695" y="11290"/>
                </a:lnTo>
                <a:lnTo>
                  <a:pt x="25899" y="11239"/>
                </a:lnTo>
                <a:lnTo>
                  <a:pt x="26154" y="11187"/>
                </a:lnTo>
                <a:close/>
                <a:moveTo>
                  <a:pt x="52206" y="7765"/>
                </a:moveTo>
                <a:lnTo>
                  <a:pt x="51695" y="7816"/>
                </a:lnTo>
                <a:lnTo>
                  <a:pt x="51235" y="7918"/>
                </a:lnTo>
                <a:lnTo>
                  <a:pt x="50827" y="8071"/>
                </a:lnTo>
                <a:lnTo>
                  <a:pt x="50418" y="8327"/>
                </a:lnTo>
                <a:lnTo>
                  <a:pt x="50112" y="8582"/>
                </a:lnTo>
                <a:lnTo>
                  <a:pt x="49856" y="8889"/>
                </a:lnTo>
                <a:lnTo>
                  <a:pt x="49652" y="9246"/>
                </a:lnTo>
                <a:lnTo>
                  <a:pt x="49499" y="9706"/>
                </a:lnTo>
                <a:lnTo>
                  <a:pt x="49397" y="10166"/>
                </a:lnTo>
                <a:lnTo>
                  <a:pt x="49397" y="10677"/>
                </a:lnTo>
                <a:lnTo>
                  <a:pt x="49397" y="11239"/>
                </a:lnTo>
                <a:lnTo>
                  <a:pt x="49499" y="11851"/>
                </a:lnTo>
                <a:lnTo>
                  <a:pt x="49652" y="12516"/>
                </a:lnTo>
                <a:lnTo>
                  <a:pt x="49856" y="13231"/>
                </a:lnTo>
                <a:lnTo>
                  <a:pt x="50112" y="13997"/>
                </a:lnTo>
                <a:lnTo>
                  <a:pt x="50469" y="14814"/>
                </a:lnTo>
                <a:lnTo>
                  <a:pt x="50827" y="15580"/>
                </a:lnTo>
                <a:lnTo>
                  <a:pt x="51184" y="16347"/>
                </a:lnTo>
                <a:lnTo>
                  <a:pt x="51593" y="17011"/>
                </a:lnTo>
                <a:lnTo>
                  <a:pt x="52002" y="17675"/>
                </a:lnTo>
                <a:lnTo>
                  <a:pt x="52461" y="18288"/>
                </a:lnTo>
                <a:lnTo>
                  <a:pt x="52921" y="18799"/>
                </a:lnTo>
                <a:lnTo>
                  <a:pt x="53381" y="19309"/>
                </a:lnTo>
                <a:lnTo>
                  <a:pt x="53841" y="19769"/>
                </a:lnTo>
                <a:lnTo>
                  <a:pt x="54351" y="20127"/>
                </a:lnTo>
                <a:lnTo>
                  <a:pt x="54811" y="20484"/>
                </a:lnTo>
                <a:lnTo>
                  <a:pt x="55322" y="20791"/>
                </a:lnTo>
                <a:lnTo>
                  <a:pt x="55833" y="20995"/>
                </a:lnTo>
                <a:lnTo>
                  <a:pt x="56344" y="21199"/>
                </a:lnTo>
                <a:lnTo>
                  <a:pt x="56854" y="21353"/>
                </a:lnTo>
                <a:lnTo>
                  <a:pt x="57416" y="21404"/>
                </a:lnTo>
                <a:lnTo>
                  <a:pt x="57927" y="21455"/>
                </a:lnTo>
                <a:lnTo>
                  <a:pt x="58234" y="21455"/>
                </a:lnTo>
                <a:lnTo>
                  <a:pt x="58744" y="21404"/>
                </a:lnTo>
                <a:lnTo>
                  <a:pt x="59204" y="21250"/>
                </a:lnTo>
                <a:lnTo>
                  <a:pt x="59613" y="21097"/>
                </a:lnTo>
                <a:lnTo>
                  <a:pt x="59970" y="20893"/>
                </a:lnTo>
                <a:lnTo>
                  <a:pt x="60277" y="20586"/>
                </a:lnTo>
                <a:lnTo>
                  <a:pt x="60532" y="20280"/>
                </a:lnTo>
                <a:lnTo>
                  <a:pt x="60737" y="19871"/>
                </a:lnTo>
                <a:lnTo>
                  <a:pt x="60890" y="19463"/>
                </a:lnTo>
                <a:lnTo>
                  <a:pt x="60992" y="19003"/>
                </a:lnTo>
                <a:lnTo>
                  <a:pt x="60992" y="18441"/>
                </a:lnTo>
                <a:lnTo>
                  <a:pt x="60992" y="17879"/>
                </a:lnTo>
                <a:lnTo>
                  <a:pt x="60890" y="17266"/>
                </a:lnTo>
                <a:lnTo>
                  <a:pt x="60737" y="16551"/>
                </a:lnTo>
                <a:lnTo>
                  <a:pt x="60532" y="15836"/>
                </a:lnTo>
                <a:lnTo>
                  <a:pt x="60277" y="15070"/>
                </a:lnTo>
                <a:lnTo>
                  <a:pt x="59919" y="14252"/>
                </a:lnTo>
                <a:lnTo>
                  <a:pt x="59562" y="13486"/>
                </a:lnTo>
                <a:lnTo>
                  <a:pt x="59153" y="12771"/>
                </a:lnTo>
                <a:lnTo>
                  <a:pt x="58796" y="12056"/>
                </a:lnTo>
                <a:lnTo>
                  <a:pt x="58336" y="11443"/>
                </a:lnTo>
                <a:lnTo>
                  <a:pt x="57927" y="10830"/>
                </a:lnTo>
                <a:lnTo>
                  <a:pt x="57467" y="10319"/>
                </a:lnTo>
                <a:lnTo>
                  <a:pt x="57008" y="9808"/>
                </a:lnTo>
                <a:lnTo>
                  <a:pt x="56548" y="9400"/>
                </a:lnTo>
                <a:lnTo>
                  <a:pt x="56088" y="8991"/>
                </a:lnTo>
                <a:lnTo>
                  <a:pt x="55577" y="8684"/>
                </a:lnTo>
                <a:lnTo>
                  <a:pt x="55067" y="8378"/>
                </a:lnTo>
                <a:lnTo>
                  <a:pt x="54607" y="8174"/>
                </a:lnTo>
                <a:lnTo>
                  <a:pt x="54096" y="7969"/>
                </a:lnTo>
                <a:lnTo>
                  <a:pt x="53534" y="7867"/>
                </a:lnTo>
                <a:lnTo>
                  <a:pt x="53023" y="7765"/>
                </a:lnTo>
                <a:close/>
                <a:moveTo>
                  <a:pt x="15019" y="11851"/>
                </a:moveTo>
                <a:lnTo>
                  <a:pt x="15530" y="11903"/>
                </a:lnTo>
                <a:lnTo>
                  <a:pt x="15785" y="12005"/>
                </a:lnTo>
                <a:lnTo>
                  <a:pt x="16040" y="12107"/>
                </a:lnTo>
                <a:lnTo>
                  <a:pt x="16551" y="12413"/>
                </a:lnTo>
                <a:lnTo>
                  <a:pt x="17113" y="12924"/>
                </a:lnTo>
                <a:lnTo>
                  <a:pt x="17624" y="13537"/>
                </a:lnTo>
                <a:lnTo>
                  <a:pt x="18186" y="14354"/>
                </a:lnTo>
                <a:lnTo>
                  <a:pt x="18799" y="15376"/>
                </a:lnTo>
                <a:lnTo>
                  <a:pt x="19361" y="16653"/>
                </a:lnTo>
                <a:lnTo>
                  <a:pt x="19871" y="17930"/>
                </a:lnTo>
                <a:lnTo>
                  <a:pt x="20229" y="19003"/>
                </a:lnTo>
                <a:lnTo>
                  <a:pt x="20382" y="19871"/>
                </a:lnTo>
                <a:lnTo>
                  <a:pt x="20433" y="20280"/>
                </a:lnTo>
                <a:lnTo>
                  <a:pt x="20433" y="20586"/>
                </a:lnTo>
                <a:lnTo>
                  <a:pt x="20382" y="20893"/>
                </a:lnTo>
                <a:lnTo>
                  <a:pt x="20331" y="21097"/>
                </a:lnTo>
                <a:lnTo>
                  <a:pt x="20229" y="21302"/>
                </a:lnTo>
                <a:lnTo>
                  <a:pt x="20076" y="21506"/>
                </a:lnTo>
                <a:lnTo>
                  <a:pt x="19923" y="21608"/>
                </a:lnTo>
                <a:lnTo>
                  <a:pt x="19718" y="21710"/>
                </a:lnTo>
                <a:lnTo>
                  <a:pt x="19463" y="21761"/>
                </a:lnTo>
                <a:lnTo>
                  <a:pt x="19258" y="21812"/>
                </a:lnTo>
                <a:lnTo>
                  <a:pt x="18901" y="21812"/>
                </a:lnTo>
                <a:lnTo>
                  <a:pt x="18645" y="21761"/>
                </a:lnTo>
                <a:lnTo>
                  <a:pt x="18390" y="21659"/>
                </a:lnTo>
                <a:lnTo>
                  <a:pt x="18084" y="21557"/>
                </a:lnTo>
                <a:lnTo>
                  <a:pt x="17573" y="21199"/>
                </a:lnTo>
                <a:lnTo>
                  <a:pt x="17011" y="20740"/>
                </a:lnTo>
                <a:lnTo>
                  <a:pt x="16449" y="20076"/>
                </a:lnTo>
                <a:lnTo>
                  <a:pt x="15887" y="19207"/>
                </a:lnTo>
                <a:lnTo>
                  <a:pt x="15325" y="18134"/>
                </a:lnTo>
                <a:lnTo>
                  <a:pt x="14712" y="16909"/>
                </a:lnTo>
                <a:lnTo>
                  <a:pt x="14201" y="15631"/>
                </a:lnTo>
                <a:lnTo>
                  <a:pt x="13844" y="14559"/>
                </a:lnTo>
                <a:lnTo>
                  <a:pt x="13691" y="13690"/>
                </a:lnTo>
                <a:lnTo>
                  <a:pt x="13691" y="13333"/>
                </a:lnTo>
                <a:lnTo>
                  <a:pt x="13691" y="13026"/>
                </a:lnTo>
                <a:lnTo>
                  <a:pt x="13742" y="12771"/>
                </a:lnTo>
                <a:lnTo>
                  <a:pt x="13793" y="12516"/>
                </a:lnTo>
                <a:lnTo>
                  <a:pt x="13946" y="12311"/>
                </a:lnTo>
                <a:lnTo>
                  <a:pt x="14048" y="12158"/>
                </a:lnTo>
                <a:lnTo>
                  <a:pt x="14252" y="12056"/>
                </a:lnTo>
                <a:lnTo>
                  <a:pt x="14406" y="11954"/>
                </a:lnTo>
                <a:lnTo>
                  <a:pt x="14661" y="11903"/>
                </a:lnTo>
                <a:lnTo>
                  <a:pt x="14865" y="11851"/>
                </a:lnTo>
                <a:close/>
                <a:moveTo>
                  <a:pt x="36575" y="8684"/>
                </a:moveTo>
                <a:lnTo>
                  <a:pt x="36064" y="8736"/>
                </a:lnTo>
                <a:lnTo>
                  <a:pt x="35605" y="8838"/>
                </a:lnTo>
                <a:lnTo>
                  <a:pt x="35145" y="8991"/>
                </a:lnTo>
                <a:lnTo>
                  <a:pt x="34787" y="9246"/>
                </a:lnTo>
                <a:lnTo>
                  <a:pt x="34481" y="9502"/>
                </a:lnTo>
                <a:lnTo>
                  <a:pt x="34225" y="9808"/>
                </a:lnTo>
                <a:lnTo>
                  <a:pt x="34021" y="10166"/>
                </a:lnTo>
                <a:lnTo>
                  <a:pt x="33868" y="10626"/>
                </a:lnTo>
                <a:lnTo>
                  <a:pt x="33766" y="11085"/>
                </a:lnTo>
                <a:lnTo>
                  <a:pt x="33766" y="11596"/>
                </a:lnTo>
                <a:lnTo>
                  <a:pt x="33766" y="12158"/>
                </a:lnTo>
                <a:lnTo>
                  <a:pt x="33868" y="12771"/>
                </a:lnTo>
                <a:lnTo>
                  <a:pt x="34021" y="13435"/>
                </a:lnTo>
                <a:lnTo>
                  <a:pt x="34225" y="14150"/>
                </a:lnTo>
                <a:lnTo>
                  <a:pt x="34481" y="14916"/>
                </a:lnTo>
                <a:lnTo>
                  <a:pt x="34787" y="15734"/>
                </a:lnTo>
                <a:lnTo>
                  <a:pt x="35196" y="16500"/>
                </a:lnTo>
                <a:lnTo>
                  <a:pt x="35553" y="17266"/>
                </a:lnTo>
                <a:lnTo>
                  <a:pt x="35962" y="17930"/>
                </a:lnTo>
                <a:lnTo>
                  <a:pt x="36371" y="18594"/>
                </a:lnTo>
                <a:lnTo>
                  <a:pt x="36831" y="19156"/>
                </a:lnTo>
                <a:lnTo>
                  <a:pt x="37290" y="19718"/>
                </a:lnTo>
                <a:lnTo>
                  <a:pt x="37750" y="20229"/>
                </a:lnTo>
                <a:lnTo>
                  <a:pt x="38210" y="20689"/>
                </a:lnTo>
                <a:lnTo>
                  <a:pt x="38721" y="21046"/>
                </a:lnTo>
                <a:lnTo>
                  <a:pt x="39180" y="21404"/>
                </a:lnTo>
                <a:lnTo>
                  <a:pt x="39691" y="21710"/>
                </a:lnTo>
                <a:lnTo>
                  <a:pt x="40202" y="21915"/>
                </a:lnTo>
                <a:lnTo>
                  <a:pt x="40713" y="22119"/>
                </a:lnTo>
                <a:lnTo>
                  <a:pt x="41224" y="22272"/>
                </a:lnTo>
                <a:lnTo>
                  <a:pt x="41785" y="22323"/>
                </a:lnTo>
                <a:lnTo>
                  <a:pt x="42296" y="22374"/>
                </a:lnTo>
                <a:lnTo>
                  <a:pt x="42603" y="22374"/>
                </a:lnTo>
                <a:lnTo>
                  <a:pt x="43114" y="22272"/>
                </a:lnTo>
                <a:lnTo>
                  <a:pt x="43573" y="22170"/>
                </a:lnTo>
                <a:lnTo>
                  <a:pt x="43982" y="22017"/>
                </a:lnTo>
                <a:lnTo>
                  <a:pt x="44339" y="21812"/>
                </a:lnTo>
                <a:lnTo>
                  <a:pt x="44646" y="21506"/>
                </a:lnTo>
                <a:lnTo>
                  <a:pt x="44901" y="21199"/>
                </a:lnTo>
                <a:lnTo>
                  <a:pt x="45106" y="20791"/>
                </a:lnTo>
                <a:lnTo>
                  <a:pt x="45259" y="20382"/>
                </a:lnTo>
                <a:lnTo>
                  <a:pt x="45361" y="19871"/>
                </a:lnTo>
                <a:lnTo>
                  <a:pt x="45361" y="19360"/>
                </a:lnTo>
                <a:lnTo>
                  <a:pt x="45361" y="18799"/>
                </a:lnTo>
                <a:lnTo>
                  <a:pt x="45259" y="18134"/>
                </a:lnTo>
                <a:lnTo>
                  <a:pt x="45106" y="17470"/>
                </a:lnTo>
                <a:lnTo>
                  <a:pt x="44901" y="16755"/>
                </a:lnTo>
                <a:lnTo>
                  <a:pt x="44595" y="15989"/>
                </a:lnTo>
                <a:lnTo>
                  <a:pt x="44288" y="15172"/>
                </a:lnTo>
                <a:lnTo>
                  <a:pt x="43931" y="14406"/>
                </a:lnTo>
                <a:lnTo>
                  <a:pt x="43522" y="13690"/>
                </a:lnTo>
                <a:lnTo>
                  <a:pt x="43114" y="12975"/>
                </a:lnTo>
                <a:lnTo>
                  <a:pt x="42705" y="12362"/>
                </a:lnTo>
                <a:lnTo>
                  <a:pt x="42296" y="11749"/>
                </a:lnTo>
                <a:lnTo>
                  <a:pt x="41836" y="11239"/>
                </a:lnTo>
                <a:lnTo>
                  <a:pt x="41377" y="10728"/>
                </a:lnTo>
                <a:lnTo>
                  <a:pt x="40917" y="10319"/>
                </a:lnTo>
                <a:lnTo>
                  <a:pt x="40457" y="9910"/>
                </a:lnTo>
                <a:lnTo>
                  <a:pt x="39946" y="9604"/>
                </a:lnTo>
                <a:lnTo>
                  <a:pt x="39436" y="9297"/>
                </a:lnTo>
                <a:lnTo>
                  <a:pt x="38925" y="9093"/>
                </a:lnTo>
                <a:lnTo>
                  <a:pt x="38414" y="8889"/>
                </a:lnTo>
                <a:lnTo>
                  <a:pt x="37903" y="8787"/>
                </a:lnTo>
                <a:lnTo>
                  <a:pt x="37392" y="8684"/>
                </a:lnTo>
                <a:close/>
                <a:moveTo>
                  <a:pt x="3781" y="12516"/>
                </a:moveTo>
                <a:lnTo>
                  <a:pt x="4241" y="12567"/>
                </a:lnTo>
                <a:lnTo>
                  <a:pt x="4751" y="12771"/>
                </a:lnTo>
                <a:lnTo>
                  <a:pt x="5313" y="13077"/>
                </a:lnTo>
                <a:lnTo>
                  <a:pt x="5824" y="13537"/>
                </a:lnTo>
                <a:lnTo>
                  <a:pt x="6386" y="14201"/>
                </a:lnTo>
                <a:lnTo>
                  <a:pt x="6948" y="15019"/>
                </a:lnTo>
                <a:lnTo>
                  <a:pt x="7510" y="16040"/>
                </a:lnTo>
                <a:lnTo>
                  <a:pt x="8123" y="17317"/>
                </a:lnTo>
                <a:lnTo>
                  <a:pt x="8634" y="18594"/>
                </a:lnTo>
                <a:lnTo>
                  <a:pt x="8991" y="19667"/>
                </a:lnTo>
                <a:lnTo>
                  <a:pt x="9144" y="20535"/>
                </a:lnTo>
                <a:lnTo>
                  <a:pt x="9195" y="20944"/>
                </a:lnTo>
                <a:lnTo>
                  <a:pt x="9195" y="21250"/>
                </a:lnTo>
                <a:lnTo>
                  <a:pt x="9144" y="21557"/>
                </a:lnTo>
                <a:lnTo>
                  <a:pt x="9042" y="21761"/>
                </a:lnTo>
                <a:lnTo>
                  <a:pt x="8940" y="21966"/>
                </a:lnTo>
                <a:lnTo>
                  <a:pt x="8838" y="22170"/>
                </a:lnTo>
                <a:lnTo>
                  <a:pt x="8634" y="22272"/>
                </a:lnTo>
                <a:lnTo>
                  <a:pt x="8480" y="22374"/>
                </a:lnTo>
                <a:lnTo>
                  <a:pt x="8225" y="22425"/>
                </a:lnTo>
                <a:lnTo>
                  <a:pt x="8021" y="22476"/>
                </a:lnTo>
                <a:lnTo>
                  <a:pt x="7867" y="22476"/>
                </a:lnTo>
                <a:lnTo>
                  <a:pt x="7612" y="22425"/>
                </a:lnTo>
                <a:lnTo>
                  <a:pt x="7356" y="22425"/>
                </a:lnTo>
                <a:lnTo>
                  <a:pt x="7101" y="22323"/>
                </a:lnTo>
                <a:lnTo>
                  <a:pt x="6846" y="22221"/>
                </a:lnTo>
                <a:lnTo>
                  <a:pt x="6335" y="21863"/>
                </a:lnTo>
                <a:lnTo>
                  <a:pt x="5773" y="21353"/>
                </a:lnTo>
                <a:lnTo>
                  <a:pt x="5211" y="20689"/>
                </a:lnTo>
                <a:lnTo>
                  <a:pt x="4649" y="19871"/>
                </a:lnTo>
                <a:lnTo>
                  <a:pt x="4036" y="18799"/>
                </a:lnTo>
                <a:lnTo>
                  <a:pt x="3474" y="17573"/>
                </a:lnTo>
                <a:lnTo>
                  <a:pt x="2963" y="16296"/>
                </a:lnTo>
                <a:lnTo>
                  <a:pt x="2606" y="15223"/>
                </a:lnTo>
                <a:lnTo>
                  <a:pt x="2504" y="14763"/>
                </a:lnTo>
                <a:lnTo>
                  <a:pt x="2453" y="14354"/>
                </a:lnTo>
                <a:lnTo>
                  <a:pt x="2402" y="13997"/>
                </a:lnTo>
                <a:lnTo>
                  <a:pt x="2453" y="13690"/>
                </a:lnTo>
                <a:lnTo>
                  <a:pt x="2453" y="13384"/>
                </a:lnTo>
                <a:lnTo>
                  <a:pt x="2555" y="13180"/>
                </a:lnTo>
                <a:lnTo>
                  <a:pt x="2657" y="12975"/>
                </a:lnTo>
                <a:lnTo>
                  <a:pt x="2810" y="12822"/>
                </a:lnTo>
                <a:lnTo>
                  <a:pt x="2963" y="12720"/>
                </a:lnTo>
                <a:lnTo>
                  <a:pt x="3168" y="12618"/>
                </a:lnTo>
                <a:lnTo>
                  <a:pt x="3372" y="12567"/>
                </a:lnTo>
                <a:lnTo>
                  <a:pt x="3628" y="12516"/>
                </a:lnTo>
                <a:close/>
                <a:moveTo>
                  <a:pt x="25337" y="9348"/>
                </a:moveTo>
                <a:lnTo>
                  <a:pt x="24775" y="9400"/>
                </a:lnTo>
                <a:lnTo>
                  <a:pt x="24316" y="9502"/>
                </a:lnTo>
                <a:lnTo>
                  <a:pt x="23907" y="9655"/>
                </a:lnTo>
                <a:lnTo>
                  <a:pt x="23549" y="9859"/>
                </a:lnTo>
                <a:lnTo>
                  <a:pt x="23243" y="10166"/>
                </a:lnTo>
                <a:lnTo>
                  <a:pt x="22987" y="10472"/>
                </a:lnTo>
                <a:lnTo>
                  <a:pt x="22783" y="10830"/>
                </a:lnTo>
                <a:lnTo>
                  <a:pt x="22630" y="11239"/>
                </a:lnTo>
                <a:lnTo>
                  <a:pt x="22528" y="11749"/>
                </a:lnTo>
                <a:lnTo>
                  <a:pt x="22477" y="12260"/>
                </a:lnTo>
                <a:lnTo>
                  <a:pt x="22528" y="12822"/>
                </a:lnTo>
                <a:lnTo>
                  <a:pt x="22630" y="13435"/>
                </a:lnTo>
                <a:lnTo>
                  <a:pt x="22732" y="14099"/>
                </a:lnTo>
                <a:lnTo>
                  <a:pt x="22987" y="14814"/>
                </a:lnTo>
                <a:lnTo>
                  <a:pt x="23243" y="15580"/>
                </a:lnTo>
                <a:lnTo>
                  <a:pt x="23549" y="16398"/>
                </a:lnTo>
                <a:lnTo>
                  <a:pt x="23907" y="17164"/>
                </a:lnTo>
                <a:lnTo>
                  <a:pt x="24316" y="17930"/>
                </a:lnTo>
                <a:lnTo>
                  <a:pt x="24724" y="18594"/>
                </a:lnTo>
                <a:lnTo>
                  <a:pt x="25133" y="19258"/>
                </a:lnTo>
                <a:lnTo>
                  <a:pt x="25593" y="19820"/>
                </a:lnTo>
                <a:lnTo>
                  <a:pt x="26001" y="20382"/>
                </a:lnTo>
                <a:lnTo>
                  <a:pt x="26461" y="20893"/>
                </a:lnTo>
                <a:lnTo>
                  <a:pt x="26972" y="21302"/>
                </a:lnTo>
                <a:lnTo>
                  <a:pt x="27432" y="21710"/>
                </a:lnTo>
                <a:lnTo>
                  <a:pt x="27942" y="22068"/>
                </a:lnTo>
                <a:lnTo>
                  <a:pt x="28453" y="22374"/>
                </a:lnTo>
                <a:lnTo>
                  <a:pt x="28964" y="22579"/>
                </a:lnTo>
                <a:lnTo>
                  <a:pt x="29475" y="22783"/>
                </a:lnTo>
                <a:lnTo>
                  <a:pt x="29986" y="22936"/>
                </a:lnTo>
                <a:lnTo>
                  <a:pt x="30496" y="22987"/>
                </a:lnTo>
                <a:lnTo>
                  <a:pt x="31007" y="23038"/>
                </a:lnTo>
                <a:lnTo>
                  <a:pt x="31314" y="23038"/>
                </a:lnTo>
                <a:lnTo>
                  <a:pt x="31825" y="22936"/>
                </a:lnTo>
                <a:lnTo>
                  <a:pt x="32284" y="22834"/>
                </a:lnTo>
                <a:lnTo>
                  <a:pt x="32744" y="22681"/>
                </a:lnTo>
                <a:lnTo>
                  <a:pt x="33102" y="22425"/>
                </a:lnTo>
                <a:lnTo>
                  <a:pt x="33408" y="22170"/>
                </a:lnTo>
                <a:lnTo>
                  <a:pt x="33663" y="21863"/>
                </a:lnTo>
                <a:lnTo>
                  <a:pt x="33868" y="21455"/>
                </a:lnTo>
                <a:lnTo>
                  <a:pt x="33970" y="21046"/>
                </a:lnTo>
                <a:lnTo>
                  <a:pt x="34072" y="20535"/>
                </a:lnTo>
                <a:lnTo>
                  <a:pt x="34123" y="20024"/>
                </a:lnTo>
                <a:lnTo>
                  <a:pt x="34072" y="19463"/>
                </a:lnTo>
                <a:lnTo>
                  <a:pt x="33970" y="18799"/>
                </a:lnTo>
                <a:lnTo>
                  <a:pt x="33817" y="18134"/>
                </a:lnTo>
                <a:lnTo>
                  <a:pt x="33612" y="17419"/>
                </a:lnTo>
                <a:lnTo>
                  <a:pt x="33357" y="16653"/>
                </a:lnTo>
                <a:lnTo>
                  <a:pt x="32999" y="15836"/>
                </a:lnTo>
                <a:lnTo>
                  <a:pt x="32642" y="15070"/>
                </a:lnTo>
                <a:lnTo>
                  <a:pt x="32284" y="14303"/>
                </a:lnTo>
                <a:lnTo>
                  <a:pt x="31876" y="13639"/>
                </a:lnTo>
                <a:lnTo>
                  <a:pt x="31467" y="13026"/>
                </a:lnTo>
                <a:lnTo>
                  <a:pt x="31058" y="12413"/>
                </a:lnTo>
                <a:lnTo>
                  <a:pt x="30599" y="11903"/>
                </a:lnTo>
                <a:lnTo>
                  <a:pt x="30139" y="11392"/>
                </a:lnTo>
                <a:lnTo>
                  <a:pt x="29679" y="10983"/>
                </a:lnTo>
                <a:lnTo>
                  <a:pt x="29168" y="10574"/>
                </a:lnTo>
                <a:lnTo>
                  <a:pt x="28709" y="10268"/>
                </a:lnTo>
                <a:lnTo>
                  <a:pt x="28198" y="9961"/>
                </a:lnTo>
                <a:lnTo>
                  <a:pt x="27687" y="9757"/>
                </a:lnTo>
                <a:lnTo>
                  <a:pt x="27176" y="9553"/>
                </a:lnTo>
                <a:lnTo>
                  <a:pt x="26665" y="9451"/>
                </a:lnTo>
                <a:lnTo>
                  <a:pt x="26154" y="9348"/>
                </a:lnTo>
                <a:close/>
                <a:moveTo>
                  <a:pt x="14355" y="9961"/>
                </a:moveTo>
                <a:lnTo>
                  <a:pt x="14048" y="10013"/>
                </a:lnTo>
                <a:lnTo>
                  <a:pt x="13537" y="10064"/>
                </a:lnTo>
                <a:lnTo>
                  <a:pt x="13078" y="10166"/>
                </a:lnTo>
                <a:lnTo>
                  <a:pt x="12669" y="10319"/>
                </a:lnTo>
                <a:lnTo>
                  <a:pt x="12311" y="10523"/>
                </a:lnTo>
                <a:lnTo>
                  <a:pt x="11954" y="10830"/>
                </a:lnTo>
                <a:lnTo>
                  <a:pt x="11698" y="11136"/>
                </a:lnTo>
                <a:lnTo>
                  <a:pt x="11494" y="11494"/>
                </a:lnTo>
                <a:lnTo>
                  <a:pt x="11392" y="11903"/>
                </a:lnTo>
                <a:lnTo>
                  <a:pt x="11290" y="12413"/>
                </a:lnTo>
                <a:lnTo>
                  <a:pt x="11239" y="12924"/>
                </a:lnTo>
                <a:lnTo>
                  <a:pt x="11290" y="13486"/>
                </a:lnTo>
                <a:lnTo>
                  <a:pt x="11341" y="14099"/>
                </a:lnTo>
                <a:lnTo>
                  <a:pt x="11494" y="14763"/>
                </a:lnTo>
                <a:lnTo>
                  <a:pt x="11698" y="15478"/>
                </a:lnTo>
                <a:lnTo>
                  <a:pt x="11954" y="16244"/>
                </a:lnTo>
                <a:lnTo>
                  <a:pt x="12311" y="17062"/>
                </a:lnTo>
                <a:lnTo>
                  <a:pt x="12669" y="17828"/>
                </a:lnTo>
                <a:lnTo>
                  <a:pt x="13078" y="18594"/>
                </a:lnTo>
                <a:lnTo>
                  <a:pt x="13486" y="19258"/>
                </a:lnTo>
                <a:lnTo>
                  <a:pt x="13895" y="19922"/>
                </a:lnTo>
                <a:lnTo>
                  <a:pt x="14304" y="20484"/>
                </a:lnTo>
                <a:lnTo>
                  <a:pt x="14763" y="21046"/>
                </a:lnTo>
                <a:lnTo>
                  <a:pt x="15223" y="21557"/>
                </a:lnTo>
                <a:lnTo>
                  <a:pt x="15683" y="21966"/>
                </a:lnTo>
                <a:lnTo>
                  <a:pt x="16194" y="22374"/>
                </a:lnTo>
                <a:lnTo>
                  <a:pt x="16704" y="22732"/>
                </a:lnTo>
                <a:lnTo>
                  <a:pt x="17164" y="23038"/>
                </a:lnTo>
                <a:lnTo>
                  <a:pt x="17675" y="23243"/>
                </a:lnTo>
                <a:lnTo>
                  <a:pt x="18186" y="23447"/>
                </a:lnTo>
                <a:lnTo>
                  <a:pt x="18748" y="23600"/>
                </a:lnTo>
                <a:lnTo>
                  <a:pt x="19258" y="23651"/>
                </a:lnTo>
                <a:lnTo>
                  <a:pt x="19769" y="23702"/>
                </a:lnTo>
                <a:lnTo>
                  <a:pt x="20076" y="23651"/>
                </a:lnTo>
                <a:lnTo>
                  <a:pt x="20587" y="23600"/>
                </a:lnTo>
                <a:lnTo>
                  <a:pt x="21046" y="23498"/>
                </a:lnTo>
                <a:lnTo>
                  <a:pt x="21455" y="23345"/>
                </a:lnTo>
                <a:lnTo>
                  <a:pt x="21864" y="23089"/>
                </a:lnTo>
                <a:lnTo>
                  <a:pt x="22170" y="22834"/>
                </a:lnTo>
                <a:lnTo>
                  <a:pt x="22426" y="22527"/>
                </a:lnTo>
                <a:lnTo>
                  <a:pt x="22630" y="22119"/>
                </a:lnTo>
                <a:lnTo>
                  <a:pt x="22732" y="21710"/>
                </a:lnTo>
                <a:lnTo>
                  <a:pt x="22834" y="21199"/>
                </a:lnTo>
                <a:lnTo>
                  <a:pt x="22885" y="20689"/>
                </a:lnTo>
                <a:lnTo>
                  <a:pt x="22834" y="20127"/>
                </a:lnTo>
                <a:lnTo>
                  <a:pt x="22732" y="19463"/>
                </a:lnTo>
                <a:lnTo>
                  <a:pt x="22579" y="18799"/>
                </a:lnTo>
                <a:lnTo>
                  <a:pt x="22374" y="18083"/>
                </a:lnTo>
                <a:lnTo>
                  <a:pt x="22119" y="17317"/>
                </a:lnTo>
                <a:lnTo>
                  <a:pt x="21761" y="16500"/>
                </a:lnTo>
                <a:lnTo>
                  <a:pt x="21404" y="15734"/>
                </a:lnTo>
                <a:lnTo>
                  <a:pt x="21046" y="14967"/>
                </a:lnTo>
                <a:lnTo>
                  <a:pt x="20638" y="14303"/>
                </a:lnTo>
                <a:lnTo>
                  <a:pt x="20229" y="13690"/>
                </a:lnTo>
                <a:lnTo>
                  <a:pt x="19769" y="13077"/>
                </a:lnTo>
                <a:lnTo>
                  <a:pt x="19361" y="12567"/>
                </a:lnTo>
                <a:lnTo>
                  <a:pt x="18901" y="12056"/>
                </a:lnTo>
                <a:lnTo>
                  <a:pt x="18441" y="11647"/>
                </a:lnTo>
                <a:lnTo>
                  <a:pt x="17930" y="11239"/>
                </a:lnTo>
                <a:lnTo>
                  <a:pt x="17471" y="10932"/>
                </a:lnTo>
                <a:lnTo>
                  <a:pt x="16960" y="10626"/>
                </a:lnTo>
                <a:lnTo>
                  <a:pt x="16449" y="10421"/>
                </a:lnTo>
                <a:lnTo>
                  <a:pt x="15938" y="10217"/>
                </a:lnTo>
                <a:lnTo>
                  <a:pt x="15427" y="10064"/>
                </a:lnTo>
                <a:lnTo>
                  <a:pt x="14917" y="10013"/>
                </a:lnTo>
                <a:lnTo>
                  <a:pt x="14355" y="9961"/>
                </a:lnTo>
                <a:close/>
                <a:moveTo>
                  <a:pt x="3117" y="10626"/>
                </a:moveTo>
                <a:lnTo>
                  <a:pt x="2810" y="10677"/>
                </a:lnTo>
                <a:lnTo>
                  <a:pt x="2299" y="10728"/>
                </a:lnTo>
                <a:lnTo>
                  <a:pt x="1840" y="10830"/>
                </a:lnTo>
                <a:lnTo>
                  <a:pt x="1431" y="10983"/>
                </a:lnTo>
                <a:lnTo>
                  <a:pt x="1022" y="11187"/>
                </a:lnTo>
                <a:lnTo>
                  <a:pt x="716" y="11494"/>
                </a:lnTo>
                <a:lnTo>
                  <a:pt x="460" y="11800"/>
                </a:lnTo>
                <a:lnTo>
                  <a:pt x="256" y="12158"/>
                </a:lnTo>
                <a:lnTo>
                  <a:pt x="103" y="12567"/>
                </a:lnTo>
                <a:lnTo>
                  <a:pt x="1" y="13026"/>
                </a:lnTo>
                <a:lnTo>
                  <a:pt x="1" y="13588"/>
                </a:lnTo>
                <a:lnTo>
                  <a:pt x="1" y="14150"/>
                </a:lnTo>
                <a:lnTo>
                  <a:pt x="103" y="14763"/>
                </a:lnTo>
                <a:lnTo>
                  <a:pt x="256" y="15427"/>
                </a:lnTo>
                <a:lnTo>
                  <a:pt x="460" y="16142"/>
                </a:lnTo>
                <a:lnTo>
                  <a:pt x="716" y="16909"/>
                </a:lnTo>
                <a:lnTo>
                  <a:pt x="1073" y="17726"/>
                </a:lnTo>
                <a:lnTo>
                  <a:pt x="1431" y="18492"/>
                </a:lnTo>
                <a:lnTo>
                  <a:pt x="1789" y="19258"/>
                </a:lnTo>
                <a:lnTo>
                  <a:pt x="2197" y="19922"/>
                </a:lnTo>
                <a:lnTo>
                  <a:pt x="2606" y="20586"/>
                </a:lnTo>
                <a:lnTo>
                  <a:pt x="3066" y="21148"/>
                </a:lnTo>
                <a:lnTo>
                  <a:pt x="3525" y="21710"/>
                </a:lnTo>
                <a:lnTo>
                  <a:pt x="3985" y="22221"/>
                </a:lnTo>
                <a:lnTo>
                  <a:pt x="4445" y="22630"/>
                </a:lnTo>
                <a:lnTo>
                  <a:pt x="4956" y="23038"/>
                </a:lnTo>
                <a:lnTo>
                  <a:pt x="5415" y="23396"/>
                </a:lnTo>
                <a:lnTo>
                  <a:pt x="5926" y="23651"/>
                </a:lnTo>
                <a:lnTo>
                  <a:pt x="6437" y="23907"/>
                </a:lnTo>
                <a:lnTo>
                  <a:pt x="6948" y="24111"/>
                </a:lnTo>
                <a:lnTo>
                  <a:pt x="7510" y="24213"/>
                </a:lnTo>
                <a:lnTo>
                  <a:pt x="8021" y="24315"/>
                </a:lnTo>
                <a:lnTo>
                  <a:pt x="8531" y="24366"/>
                </a:lnTo>
                <a:lnTo>
                  <a:pt x="8838" y="24315"/>
                </a:lnTo>
                <a:lnTo>
                  <a:pt x="9349" y="24264"/>
                </a:lnTo>
                <a:lnTo>
                  <a:pt x="9808" y="24162"/>
                </a:lnTo>
                <a:lnTo>
                  <a:pt x="10217" y="24009"/>
                </a:lnTo>
                <a:lnTo>
                  <a:pt x="10575" y="23753"/>
                </a:lnTo>
                <a:lnTo>
                  <a:pt x="10881" y="23498"/>
                </a:lnTo>
                <a:lnTo>
                  <a:pt x="11137" y="23192"/>
                </a:lnTo>
                <a:lnTo>
                  <a:pt x="11341" y="22783"/>
                </a:lnTo>
                <a:lnTo>
                  <a:pt x="11494" y="22374"/>
                </a:lnTo>
                <a:lnTo>
                  <a:pt x="11596" y="21863"/>
                </a:lnTo>
                <a:lnTo>
                  <a:pt x="11596" y="21353"/>
                </a:lnTo>
                <a:lnTo>
                  <a:pt x="11596" y="20740"/>
                </a:lnTo>
                <a:lnTo>
                  <a:pt x="11494" y="20127"/>
                </a:lnTo>
                <a:lnTo>
                  <a:pt x="11341" y="19463"/>
                </a:lnTo>
                <a:lnTo>
                  <a:pt x="11137" y="18747"/>
                </a:lnTo>
                <a:lnTo>
                  <a:pt x="10881" y="17981"/>
                </a:lnTo>
                <a:lnTo>
                  <a:pt x="10524" y="17164"/>
                </a:lnTo>
                <a:lnTo>
                  <a:pt x="10166" y="16398"/>
                </a:lnTo>
                <a:lnTo>
                  <a:pt x="9757" y="15631"/>
                </a:lnTo>
                <a:lnTo>
                  <a:pt x="9400" y="14967"/>
                </a:lnTo>
                <a:lnTo>
                  <a:pt x="8940" y="14354"/>
                </a:lnTo>
                <a:lnTo>
                  <a:pt x="8531" y="13741"/>
                </a:lnTo>
                <a:lnTo>
                  <a:pt x="8072" y="13231"/>
                </a:lnTo>
                <a:lnTo>
                  <a:pt x="7612" y="12720"/>
                </a:lnTo>
                <a:lnTo>
                  <a:pt x="7152" y="12311"/>
                </a:lnTo>
                <a:lnTo>
                  <a:pt x="6692" y="11903"/>
                </a:lnTo>
                <a:lnTo>
                  <a:pt x="6182" y="11596"/>
                </a:lnTo>
                <a:lnTo>
                  <a:pt x="5671" y="11290"/>
                </a:lnTo>
                <a:lnTo>
                  <a:pt x="5211" y="11034"/>
                </a:lnTo>
                <a:lnTo>
                  <a:pt x="4700" y="10881"/>
                </a:lnTo>
                <a:lnTo>
                  <a:pt x="4138" y="10728"/>
                </a:lnTo>
                <a:lnTo>
                  <a:pt x="3628" y="10677"/>
                </a:lnTo>
                <a:lnTo>
                  <a:pt x="3117" y="10626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1" name="Google Shape;261;p11"/>
          <p:cNvSpPr>
            <a:spLocks noGrp="1"/>
          </p:cNvSpPr>
          <p:nvPr/>
        </p:nvSpPr>
        <p:spPr>
          <a:xfrm flipH="1">
            <a:off x="-1322228" y="6331197"/>
            <a:ext cx="34655" cy="50807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10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1" y="1482"/>
                </a:lnTo>
                <a:lnTo>
                  <a:pt x="52" y="1175"/>
                </a:lnTo>
                <a:lnTo>
                  <a:pt x="52" y="869"/>
                </a:lnTo>
                <a:lnTo>
                  <a:pt x="154" y="665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80" y="1"/>
                </a:lnTo>
                <a:lnTo>
                  <a:pt x="1380" y="1"/>
                </a:lnTo>
                <a:lnTo>
                  <a:pt x="1840" y="52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25"/>
                </a:lnTo>
                <a:lnTo>
                  <a:pt x="5722" y="4802"/>
                </a:lnTo>
                <a:lnTo>
                  <a:pt x="5722" y="4802"/>
                </a:lnTo>
                <a:lnTo>
                  <a:pt x="6233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429"/>
                </a:lnTo>
                <a:lnTo>
                  <a:pt x="6794" y="8735"/>
                </a:lnTo>
                <a:lnTo>
                  <a:pt x="6743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437" y="9655"/>
                </a:lnTo>
                <a:lnTo>
                  <a:pt x="6233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20" y="9961"/>
                </a:lnTo>
                <a:lnTo>
                  <a:pt x="5620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2" name="Google Shape;262;p11"/>
          <p:cNvSpPr>
            <a:spLocks noGrp="1"/>
          </p:cNvSpPr>
          <p:nvPr/>
        </p:nvSpPr>
        <p:spPr>
          <a:xfrm flipH="1">
            <a:off x="-1309983" y="6321557"/>
            <a:ext cx="59145" cy="70085"/>
          </a:xfrm>
          <a:custGeom>
            <a:avLst/>
            <a:gdLst/>
            <a:ahLst/>
            <a:cxnLst/>
            <a:rect l="l" t="t" r="r" b="b"/>
            <a:pathLst>
              <a:path w="11597" h="13742">
                <a:moveTo>
                  <a:pt x="3117" y="1"/>
                </a:moveTo>
                <a:lnTo>
                  <a:pt x="3117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22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03" y="1942"/>
                </a:lnTo>
                <a:lnTo>
                  <a:pt x="1" y="2401"/>
                </a:lnTo>
                <a:lnTo>
                  <a:pt x="1" y="2963"/>
                </a:lnTo>
                <a:lnTo>
                  <a:pt x="1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789" y="8633"/>
                </a:lnTo>
                <a:lnTo>
                  <a:pt x="2197" y="9297"/>
                </a:lnTo>
                <a:lnTo>
                  <a:pt x="2606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588"/>
                </a:lnTo>
                <a:lnTo>
                  <a:pt x="8021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5" y="13128"/>
                </a:lnTo>
                <a:lnTo>
                  <a:pt x="10881" y="12873"/>
                </a:lnTo>
                <a:lnTo>
                  <a:pt x="11137" y="12567"/>
                </a:lnTo>
                <a:lnTo>
                  <a:pt x="11341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838"/>
                </a:lnTo>
                <a:lnTo>
                  <a:pt x="11137" y="8122"/>
                </a:lnTo>
                <a:lnTo>
                  <a:pt x="10881" y="7356"/>
                </a:lnTo>
                <a:lnTo>
                  <a:pt x="10524" y="6539"/>
                </a:lnTo>
                <a:lnTo>
                  <a:pt x="10524" y="6539"/>
                </a:lnTo>
                <a:lnTo>
                  <a:pt x="10166" y="5773"/>
                </a:lnTo>
                <a:lnTo>
                  <a:pt x="9757" y="5006"/>
                </a:lnTo>
                <a:lnTo>
                  <a:pt x="9400" y="4342"/>
                </a:lnTo>
                <a:lnTo>
                  <a:pt x="8940" y="3729"/>
                </a:lnTo>
                <a:lnTo>
                  <a:pt x="8531" y="3116"/>
                </a:lnTo>
                <a:lnTo>
                  <a:pt x="8072" y="2606"/>
                </a:lnTo>
                <a:lnTo>
                  <a:pt x="7612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2" y="971"/>
                </a:lnTo>
                <a:lnTo>
                  <a:pt x="567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8" y="52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3" name="Google Shape;263;p11"/>
          <p:cNvSpPr>
            <a:spLocks noGrp="1"/>
          </p:cNvSpPr>
          <p:nvPr/>
        </p:nvSpPr>
        <p:spPr>
          <a:xfrm flipH="1">
            <a:off x="-1379804" y="6327811"/>
            <a:ext cx="34395" cy="50807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15" y="9961"/>
                </a:moveTo>
                <a:lnTo>
                  <a:pt x="5415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394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0"/>
                </a:lnTo>
                <a:lnTo>
                  <a:pt x="154" y="270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16" y="103"/>
                </a:lnTo>
                <a:lnTo>
                  <a:pt x="971" y="52"/>
                </a:lnTo>
                <a:lnTo>
                  <a:pt x="1175" y="0"/>
                </a:lnTo>
                <a:lnTo>
                  <a:pt x="1175" y="0"/>
                </a:lnTo>
                <a:lnTo>
                  <a:pt x="1329" y="0"/>
                </a:lnTo>
                <a:lnTo>
                  <a:pt x="1329" y="0"/>
                </a:lnTo>
                <a:lnTo>
                  <a:pt x="1840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3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8" y="9859"/>
                </a:lnTo>
                <a:lnTo>
                  <a:pt x="577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15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4" name="Google Shape;264;p11"/>
          <p:cNvSpPr>
            <a:spLocks noGrp="1"/>
          </p:cNvSpPr>
          <p:nvPr/>
        </p:nvSpPr>
        <p:spPr>
          <a:xfrm flipH="1">
            <a:off x="-1367299" y="6318171"/>
            <a:ext cx="59405" cy="70085"/>
          </a:xfrm>
          <a:custGeom>
            <a:avLst/>
            <a:gdLst/>
            <a:ahLst/>
            <a:cxnLst/>
            <a:rect l="l" t="t" r="r" b="b"/>
            <a:pathLst>
              <a:path w="11648" h="13742">
                <a:moveTo>
                  <a:pt x="3117" y="0"/>
                </a:moveTo>
                <a:lnTo>
                  <a:pt x="3117" y="0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54" y="1942"/>
                </a:lnTo>
                <a:lnTo>
                  <a:pt x="52" y="2452"/>
                </a:lnTo>
                <a:lnTo>
                  <a:pt x="1" y="2963"/>
                </a:lnTo>
                <a:lnTo>
                  <a:pt x="52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3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840" y="8633"/>
                </a:lnTo>
                <a:lnTo>
                  <a:pt x="2248" y="9297"/>
                </a:lnTo>
                <a:lnTo>
                  <a:pt x="2657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66" y="12771"/>
                </a:lnTo>
                <a:lnTo>
                  <a:pt x="5926" y="13077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626" y="13128"/>
                </a:lnTo>
                <a:lnTo>
                  <a:pt x="10932" y="12873"/>
                </a:lnTo>
                <a:lnTo>
                  <a:pt x="11188" y="12566"/>
                </a:lnTo>
                <a:lnTo>
                  <a:pt x="11392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4" y="9502"/>
                </a:lnTo>
                <a:lnTo>
                  <a:pt x="11341" y="8838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73"/>
                </a:lnTo>
                <a:lnTo>
                  <a:pt x="9808" y="5006"/>
                </a:lnTo>
                <a:lnTo>
                  <a:pt x="9400" y="4342"/>
                </a:lnTo>
                <a:lnTo>
                  <a:pt x="8991" y="3729"/>
                </a:lnTo>
                <a:lnTo>
                  <a:pt x="8531" y="3116"/>
                </a:lnTo>
                <a:lnTo>
                  <a:pt x="8123" y="2606"/>
                </a:lnTo>
                <a:lnTo>
                  <a:pt x="7663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3" y="971"/>
                </a:lnTo>
                <a:lnTo>
                  <a:pt x="5722" y="665"/>
                </a:lnTo>
                <a:lnTo>
                  <a:pt x="5211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9" y="52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5" name="Google Shape;265;p11"/>
          <p:cNvSpPr>
            <a:spLocks noGrp="1"/>
          </p:cNvSpPr>
          <p:nvPr/>
        </p:nvSpPr>
        <p:spPr>
          <a:xfrm flipH="1">
            <a:off x="-1437119" y="6324424"/>
            <a:ext cx="34395" cy="50807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335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5" y="2708"/>
                </a:lnTo>
                <a:lnTo>
                  <a:pt x="103" y="224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0"/>
                </a:lnTo>
                <a:lnTo>
                  <a:pt x="1226" y="0"/>
                </a:lnTo>
                <a:lnTo>
                  <a:pt x="1329" y="0"/>
                </a:lnTo>
                <a:lnTo>
                  <a:pt x="1329" y="0"/>
                </a:lnTo>
                <a:lnTo>
                  <a:pt x="1839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3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0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6" name="Google Shape;266;p11"/>
          <p:cNvSpPr>
            <a:spLocks noGrp="1"/>
          </p:cNvSpPr>
          <p:nvPr/>
        </p:nvSpPr>
        <p:spPr>
          <a:xfrm flipH="1">
            <a:off x="-1424613" y="6315045"/>
            <a:ext cx="59405" cy="69825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8" y="0"/>
                </a:moveTo>
                <a:lnTo>
                  <a:pt x="3168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2"/>
                </a:lnTo>
                <a:lnTo>
                  <a:pt x="1840" y="154"/>
                </a:lnTo>
                <a:lnTo>
                  <a:pt x="1431" y="307"/>
                </a:lnTo>
                <a:lnTo>
                  <a:pt x="1073" y="511"/>
                </a:lnTo>
                <a:lnTo>
                  <a:pt x="767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4" y="1891"/>
                </a:lnTo>
                <a:lnTo>
                  <a:pt x="52" y="2401"/>
                </a:lnTo>
                <a:lnTo>
                  <a:pt x="1" y="2912"/>
                </a:lnTo>
                <a:lnTo>
                  <a:pt x="52" y="3474"/>
                </a:lnTo>
                <a:lnTo>
                  <a:pt x="154" y="4087"/>
                </a:lnTo>
                <a:lnTo>
                  <a:pt x="256" y="4751"/>
                </a:lnTo>
                <a:lnTo>
                  <a:pt x="511" y="5466"/>
                </a:lnTo>
                <a:lnTo>
                  <a:pt x="767" y="6232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40" y="8582"/>
                </a:lnTo>
                <a:lnTo>
                  <a:pt x="2248" y="9246"/>
                </a:lnTo>
                <a:lnTo>
                  <a:pt x="2657" y="9910"/>
                </a:lnTo>
                <a:lnTo>
                  <a:pt x="3117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1954"/>
                </a:lnTo>
                <a:lnTo>
                  <a:pt x="4956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8" y="13231"/>
                </a:lnTo>
                <a:lnTo>
                  <a:pt x="6999" y="13435"/>
                </a:lnTo>
                <a:lnTo>
                  <a:pt x="7510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68" y="13333"/>
                </a:lnTo>
                <a:lnTo>
                  <a:pt x="10626" y="13077"/>
                </a:lnTo>
                <a:lnTo>
                  <a:pt x="10932" y="12822"/>
                </a:lnTo>
                <a:lnTo>
                  <a:pt x="11187" y="12515"/>
                </a:lnTo>
                <a:lnTo>
                  <a:pt x="11392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647" y="10676"/>
                </a:lnTo>
                <a:lnTo>
                  <a:pt x="11596" y="10115"/>
                </a:lnTo>
                <a:lnTo>
                  <a:pt x="11494" y="9451"/>
                </a:lnTo>
                <a:lnTo>
                  <a:pt x="11341" y="8786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4955"/>
                </a:lnTo>
                <a:lnTo>
                  <a:pt x="9400" y="4291"/>
                </a:lnTo>
                <a:lnTo>
                  <a:pt x="8991" y="3678"/>
                </a:lnTo>
                <a:lnTo>
                  <a:pt x="8582" y="3065"/>
                </a:lnTo>
                <a:lnTo>
                  <a:pt x="8123" y="2555"/>
                </a:lnTo>
                <a:lnTo>
                  <a:pt x="7663" y="2044"/>
                </a:lnTo>
                <a:lnTo>
                  <a:pt x="7203" y="1635"/>
                </a:lnTo>
                <a:lnTo>
                  <a:pt x="6692" y="1226"/>
                </a:lnTo>
                <a:lnTo>
                  <a:pt x="6233" y="920"/>
                </a:lnTo>
                <a:lnTo>
                  <a:pt x="5722" y="613"/>
                </a:lnTo>
                <a:lnTo>
                  <a:pt x="5211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0"/>
                </a:lnTo>
                <a:lnTo>
                  <a:pt x="316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7" name="Google Shape;267;p11"/>
          <p:cNvSpPr>
            <a:spLocks noGrp="1"/>
          </p:cNvSpPr>
          <p:nvPr/>
        </p:nvSpPr>
        <p:spPr>
          <a:xfrm flipH="1">
            <a:off x="-1494433" y="6321037"/>
            <a:ext cx="34655" cy="50807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89"/>
                </a:lnTo>
                <a:lnTo>
                  <a:pt x="2810" y="8224"/>
                </a:lnTo>
                <a:lnTo>
                  <a:pt x="2248" y="7356"/>
                </a:lnTo>
                <a:lnTo>
                  <a:pt x="1635" y="6334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80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0" y="1482"/>
                </a:lnTo>
                <a:lnTo>
                  <a:pt x="0" y="1175"/>
                </a:lnTo>
                <a:lnTo>
                  <a:pt x="52" y="920"/>
                </a:lnTo>
                <a:lnTo>
                  <a:pt x="154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80" y="0"/>
                </a:lnTo>
                <a:lnTo>
                  <a:pt x="1380" y="0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54"/>
                </a:lnTo>
                <a:lnTo>
                  <a:pt x="5109" y="3576"/>
                </a:lnTo>
                <a:lnTo>
                  <a:pt x="5722" y="4802"/>
                </a:lnTo>
                <a:lnTo>
                  <a:pt x="5722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71"/>
                </a:lnTo>
                <a:lnTo>
                  <a:pt x="6794" y="8429"/>
                </a:lnTo>
                <a:lnTo>
                  <a:pt x="6743" y="8735"/>
                </a:lnTo>
                <a:lnTo>
                  <a:pt x="6743" y="9042"/>
                </a:lnTo>
                <a:lnTo>
                  <a:pt x="6641" y="9297"/>
                </a:lnTo>
                <a:lnTo>
                  <a:pt x="6539" y="9501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619" y="9961"/>
                </a:lnTo>
                <a:lnTo>
                  <a:pt x="5619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8" name="Google Shape;268;p11"/>
          <p:cNvSpPr>
            <a:spLocks noGrp="1"/>
          </p:cNvSpPr>
          <p:nvPr/>
        </p:nvSpPr>
        <p:spPr>
          <a:xfrm flipH="1">
            <a:off x="-1482188" y="6311659"/>
            <a:ext cx="59145" cy="69825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0"/>
                </a:moveTo>
                <a:lnTo>
                  <a:pt x="3117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2"/>
                </a:lnTo>
                <a:lnTo>
                  <a:pt x="1840" y="154"/>
                </a:lnTo>
                <a:lnTo>
                  <a:pt x="1380" y="307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482"/>
                </a:lnTo>
                <a:lnTo>
                  <a:pt x="103" y="1942"/>
                </a:lnTo>
                <a:lnTo>
                  <a:pt x="1" y="2401"/>
                </a:lnTo>
                <a:lnTo>
                  <a:pt x="1" y="2912"/>
                </a:lnTo>
                <a:lnTo>
                  <a:pt x="1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6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16"/>
                </a:lnTo>
                <a:lnTo>
                  <a:pt x="1788" y="8582"/>
                </a:lnTo>
                <a:lnTo>
                  <a:pt x="2197" y="9246"/>
                </a:lnTo>
                <a:lnTo>
                  <a:pt x="2606" y="9910"/>
                </a:lnTo>
                <a:lnTo>
                  <a:pt x="3066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6" y="12362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31"/>
                </a:lnTo>
                <a:lnTo>
                  <a:pt x="6948" y="13435"/>
                </a:lnTo>
                <a:lnTo>
                  <a:pt x="745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22"/>
                </a:lnTo>
                <a:lnTo>
                  <a:pt x="11136" y="12515"/>
                </a:lnTo>
                <a:lnTo>
                  <a:pt x="11341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596" y="10676"/>
                </a:lnTo>
                <a:lnTo>
                  <a:pt x="11596" y="10115"/>
                </a:lnTo>
                <a:lnTo>
                  <a:pt x="11494" y="9450"/>
                </a:lnTo>
                <a:lnTo>
                  <a:pt x="11341" y="8786"/>
                </a:lnTo>
                <a:lnTo>
                  <a:pt x="11136" y="8071"/>
                </a:lnTo>
                <a:lnTo>
                  <a:pt x="10830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6"/>
                </a:lnTo>
                <a:lnTo>
                  <a:pt x="9349" y="4291"/>
                </a:lnTo>
                <a:lnTo>
                  <a:pt x="8940" y="3678"/>
                </a:lnTo>
                <a:lnTo>
                  <a:pt x="8531" y="3065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5"/>
                </a:lnTo>
                <a:lnTo>
                  <a:pt x="6692" y="1226"/>
                </a:lnTo>
                <a:lnTo>
                  <a:pt x="6181" y="920"/>
                </a:lnTo>
                <a:lnTo>
                  <a:pt x="5671" y="613"/>
                </a:lnTo>
                <a:lnTo>
                  <a:pt x="5160" y="409"/>
                </a:lnTo>
                <a:lnTo>
                  <a:pt x="4649" y="205"/>
                </a:lnTo>
                <a:lnTo>
                  <a:pt x="4138" y="103"/>
                </a:lnTo>
                <a:lnTo>
                  <a:pt x="3627" y="0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9" name="Google Shape;269;p11"/>
          <p:cNvSpPr>
            <a:spLocks noGrp="1"/>
          </p:cNvSpPr>
          <p:nvPr/>
        </p:nvSpPr>
        <p:spPr>
          <a:xfrm flipH="1">
            <a:off x="-1574153" y="6316345"/>
            <a:ext cx="34655" cy="50807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2"/>
                </a:moveTo>
                <a:lnTo>
                  <a:pt x="5466" y="9962"/>
                </a:lnTo>
                <a:lnTo>
                  <a:pt x="5211" y="9962"/>
                </a:lnTo>
                <a:lnTo>
                  <a:pt x="4955" y="9911"/>
                </a:lnTo>
                <a:lnTo>
                  <a:pt x="4700" y="9809"/>
                </a:lnTo>
                <a:lnTo>
                  <a:pt x="4444" y="9706"/>
                </a:lnTo>
                <a:lnTo>
                  <a:pt x="3934" y="9349"/>
                </a:lnTo>
                <a:lnTo>
                  <a:pt x="3372" y="8889"/>
                </a:lnTo>
                <a:lnTo>
                  <a:pt x="2810" y="8225"/>
                </a:lnTo>
                <a:lnTo>
                  <a:pt x="2248" y="7357"/>
                </a:lnTo>
                <a:lnTo>
                  <a:pt x="1635" y="6335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1" y="1840"/>
                </a:lnTo>
                <a:lnTo>
                  <a:pt x="0" y="1482"/>
                </a:lnTo>
                <a:lnTo>
                  <a:pt x="51" y="1176"/>
                </a:lnTo>
                <a:lnTo>
                  <a:pt x="51" y="920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52"/>
                </a:lnTo>
                <a:lnTo>
                  <a:pt x="1226" y="52"/>
                </a:lnTo>
                <a:lnTo>
                  <a:pt x="1380" y="1"/>
                </a:lnTo>
                <a:lnTo>
                  <a:pt x="1380" y="1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74"/>
                </a:lnTo>
                <a:lnTo>
                  <a:pt x="3985" y="1687"/>
                </a:lnTo>
                <a:lnTo>
                  <a:pt x="4547" y="2555"/>
                </a:lnTo>
                <a:lnTo>
                  <a:pt x="5109" y="3577"/>
                </a:lnTo>
                <a:lnTo>
                  <a:pt x="5722" y="4803"/>
                </a:lnTo>
                <a:lnTo>
                  <a:pt x="5722" y="4803"/>
                </a:lnTo>
                <a:lnTo>
                  <a:pt x="6232" y="6080"/>
                </a:lnTo>
                <a:lnTo>
                  <a:pt x="6590" y="7152"/>
                </a:lnTo>
                <a:lnTo>
                  <a:pt x="6743" y="8072"/>
                </a:lnTo>
                <a:lnTo>
                  <a:pt x="6794" y="8429"/>
                </a:lnTo>
                <a:lnTo>
                  <a:pt x="6794" y="8736"/>
                </a:lnTo>
                <a:lnTo>
                  <a:pt x="6743" y="9042"/>
                </a:lnTo>
                <a:lnTo>
                  <a:pt x="6641" y="9298"/>
                </a:lnTo>
                <a:lnTo>
                  <a:pt x="6539" y="9502"/>
                </a:lnTo>
                <a:lnTo>
                  <a:pt x="6437" y="9655"/>
                </a:lnTo>
                <a:lnTo>
                  <a:pt x="6232" y="9757"/>
                </a:lnTo>
                <a:lnTo>
                  <a:pt x="6079" y="9860"/>
                </a:lnTo>
                <a:lnTo>
                  <a:pt x="5824" y="9911"/>
                </a:lnTo>
                <a:lnTo>
                  <a:pt x="5619" y="9962"/>
                </a:lnTo>
                <a:lnTo>
                  <a:pt x="5619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0" name="Google Shape;270;p11"/>
          <p:cNvSpPr>
            <a:spLocks noGrp="1"/>
          </p:cNvSpPr>
          <p:nvPr/>
        </p:nvSpPr>
        <p:spPr>
          <a:xfrm flipH="1">
            <a:off x="-1561908" y="6306967"/>
            <a:ext cx="59145" cy="69825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1"/>
                </a:moveTo>
                <a:lnTo>
                  <a:pt x="3117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22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1" y="2402"/>
                </a:lnTo>
                <a:lnTo>
                  <a:pt x="1" y="2913"/>
                </a:lnTo>
                <a:lnTo>
                  <a:pt x="1" y="3475"/>
                </a:lnTo>
                <a:lnTo>
                  <a:pt x="103" y="4087"/>
                </a:lnTo>
                <a:lnTo>
                  <a:pt x="256" y="4752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788" y="8583"/>
                </a:lnTo>
                <a:lnTo>
                  <a:pt x="2197" y="9247"/>
                </a:lnTo>
                <a:lnTo>
                  <a:pt x="2606" y="9911"/>
                </a:lnTo>
                <a:lnTo>
                  <a:pt x="3065" y="10524"/>
                </a:lnTo>
                <a:lnTo>
                  <a:pt x="3525" y="11035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15" y="12720"/>
                </a:lnTo>
                <a:lnTo>
                  <a:pt x="5926" y="13027"/>
                </a:lnTo>
                <a:lnTo>
                  <a:pt x="6437" y="13231"/>
                </a:lnTo>
                <a:lnTo>
                  <a:pt x="6948" y="13435"/>
                </a:lnTo>
                <a:lnTo>
                  <a:pt x="7458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596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7"/>
                </a:lnTo>
                <a:lnTo>
                  <a:pt x="9400" y="4292"/>
                </a:lnTo>
                <a:lnTo>
                  <a:pt x="8940" y="3679"/>
                </a:lnTo>
                <a:lnTo>
                  <a:pt x="8531" y="3066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6"/>
                </a:lnTo>
                <a:lnTo>
                  <a:pt x="6692" y="1227"/>
                </a:lnTo>
                <a:lnTo>
                  <a:pt x="6181" y="920"/>
                </a:lnTo>
                <a:lnTo>
                  <a:pt x="5671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38" y="103"/>
                </a:lnTo>
                <a:lnTo>
                  <a:pt x="3627" y="1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1" name="Google Shape;271;p11"/>
          <p:cNvSpPr>
            <a:spLocks noGrp="1"/>
          </p:cNvSpPr>
          <p:nvPr/>
        </p:nvSpPr>
        <p:spPr>
          <a:xfrm flipH="1">
            <a:off x="-1631728" y="6313219"/>
            <a:ext cx="34395" cy="50547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15" y="9911"/>
                </a:moveTo>
                <a:lnTo>
                  <a:pt x="5415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393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6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154" y="2657"/>
                </a:lnTo>
                <a:lnTo>
                  <a:pt x="0" y="1789"/>
                </a:lnTo>
                <a:lnTo>
                  <a:pt x="0" y="1431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05" y="461"/>
                </a:lnTo>
                <a:lnTo>
                  <a:pt x="358" y="256"/>
                </a:lnTo>
                <a:lnTo>
                  <a:pt x="562" y="154"/>
                </a:lnTo>
                <a:lnTo>
                  <a:pt x="716" y="52"/>
                </a:lnTo>
                <a:lnTo>
                  <a:pt x="971" y="1"/>
                </a:lnTo>
                <a:lnTo>
                  <a:pt x="1175" y="1"/>
                </a:lnTo>
                <a:lnTo>
                  <a:pt x="1175" y="1"/>
                </a:lnTo>
                <a:lnTo>
                  <a:pt x="1329" y="1"/>
                </a:lnTo>
                <a:lnTo>
                  <a:pt x="1329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3"/>
                </a:lnTo>
                <a:lnTo>
                  <a:pt x="3934" y="1636"/>
                </a:lnTo>
                <a:lnTo>
                  <a:pt x="4496" y="2504"/>
                </a:lnTo>
                <a:lnTo>
                  <a:pt x="5109" y="3526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9"/>
                </a:lnTo>
                <a:lnTo>
                  <a:pt x="6539" y="7101"/>
                </a:lnTo>
                <a:lnTo>
                  <a:pt x="6692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488" y="9451"/>
                </a:lnTo>
                <a:lnTo>
                  <a:pt x="6386" y="9604"/>
                </a:lnTo>
                <a:lnTo>
                  <a:pt x="6232" y="9706"/>
                </a:lnTo>
                <a:lnTo>
                  <a:pt x="6028" y="9809"/>
                </a:lnTo>
                <a:lnTo>
                  <a:pt x="5773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15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2" name="Google Shape;272;p11"/>
          <p:cNvSpPr>
            <a:spLocks noGrp="1"/>
          </p:cNvSpPr>
          <p:nvPr/>
        </p:nvSpPr>
        <p:spPr>
          <a:xfrm flipH="1">
            <a:off x="-1619223" y="6303580"/>
            <a:ext cx="59405" cy="69825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73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52" y="2402"/>
                </a:lnTo>
                <a:lnTo>
                  <a:pt x="0" y="2913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39" y="8583"/>
                </a:lnTo>
                <a:lnTo>
                  <a:pt x="2197" y="9247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26" y="13027"/>
                </a:lnTo>
                <a:lnTo>
                  <a:pt x="6437" y="13282"/>
                </a:lnTo>
                <a:lnTo>
                  <a:pt x="6948" y="13435"/>
                </a:lnTo>
                <a:lnTo>
                  <a:pt x="7509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152" y="1636"/>
                </a:lnTo>
                <a:lnTo>
                  <a:pt x="6692" y="1278"/>
                </a:lnTo>
                <a:lnTo>
                  <a:pt x="6181" y="920"/>
                </a:lnTo>
                <a:lnTo>
                  <a:pt x="5722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27" y="1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3" name="Google Shape;273;p11"/>
          <p:cNvSpPr>
            <a:spLocks noGrp="1"/>
          </p:cNvSpPr>
          <p:nvPr/>
        </p:nvSpPr>
        <p:spPr>
          <a:xfrm flipH="1">
            <a:off x="-1689044" y="6309832"/>
            <a:ext cx="34395" cy="50547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444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5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205" y="2657"/>
                </a:lnTo>
                <a:lnTo>
                  <a:pt x="51" y="2248"/>
                </a:lnTo>
                <a:lnTo>
                  <a:pt x="0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56" y="461"/>
                </a:lnTo>
                <a:lnTo>
                  <a:pt x="358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34" y="1687"/>
                </a:lnTo>
                <a:lnTo>
                  <a:pt x="4496" y="2504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8"/>
                </a:lnTo>
                <a:lnTo>
                  <a:pt x="6539" y="7101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6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4" name="Google Shape;274;p11"/>
          <p:cNvSpPr>
            <a:spLocks noGrp="1"/>
          </p:cNvSpPr>
          <p:nvPr/>
        </p:nvSpPr>
        <p:spPr>
          <a:xfrm flipH="1">
            <a:off x="-1676539" y="6300193"/>
            <a:ext cx="59405" cy="69825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2" y="2402"/>
                </a:lnTo>
                <a:lnTo>
                  <a:pt x="0" y="2912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3"/>
                </a:lnTo>
                <a:lnTo>
                  <a:pt x="2248" y="9298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494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692" y="1278"/>
                </a:lnTo>
                <a:lnTo>
                  <a:pt x="6232" y="920"/>
                </a:lnTo>
                <a:lnTo>
                  <a:pt x="5722" y="665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5" name="Google Shape;275;p11"/>
          <p:cNvSpPr>
            <a:spLocks noGrp="1"/>
          </p:cNvSpPr>
          <p:nvPr/>
        </p:nvSpPr>
        <p:spPr>
          <a:xfrm flipH="1">
            <a:off x="-1746359" y="6306447"/>
            <a:ext cx="34395" cy="50547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808"/>
                </a:lnTo>
                <a:lnTo>
                  <a:pt x="4444" y="9655"/>
                </a:lnTo>
                <a:lnTo>
                  <a:pt x="3882" y="9349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05"/>
                </a:lnTo>
                <a:lnTo>
                  <a:pt x="1635" y="6284"/>
                </a:lnTo>
                <a:lnTo>
                  <a:pt x="1073" y="5007"/>
                </a:lnTo>
                <a:lnTo>
                  <a:pt x="1073" y="5007"/>
                </a:lnTo>
                <a:lnTo>
                  <a:pt x="511" y="3730"/>
                </a:lnTo>
                <a:lnTo>
                  <a:pt x="205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39" y="7152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6" name="Google Shape;276;p11"/>
          <p:cNvSpPr>
            <a:spLocks noGrp="1"/>
          </p:cNvSpPr>
          <p:nvPr/>
        </p:nvSpPr>
        <p:spPr>
          <a:xfrm flipH="1">
            <a:off x="-1733853" y="6296807"/>
            <a:ext cx="59400" cy="69825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1" y="2402"/>
                </a:lnTo>
                <a:lnTo>
                  <a:pt x="0" y="2912"/>
                </a:lnTo>
                <a:lnTo>
                  <a:pt x="51" y="3474"/>
                </a:lnTo>
                <a:lnTo>
                  <a:pt x="154" y="4087"/>
                </a:lnTo>
                <a:lnTo>
                  <a:pt x="256" y="4802"/>
                </a:lnTo>
                <a:lnTo>
                  <a:pt x="511" y="5518"/>
                </a:lnTo>
                <a:lnTo>
                  <a:pt x="767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8"/>
                </a:lnTo>
                <a:lnTo>
                  <a:pt x="2657" y="9911"/>
                </a:lnTo>
                <a:lnTo>
                  <a:pt x="3116" y="10524"/>
                </a:lnTo>
                <a:lnTo>
                  <a:pt x="3525" y="11034"/>
                </a:lnTo>
                <a:lnTo>
                  <a:pt x="4036" y="11545"/>
                </a:lnTo>
                <a:lnTo>
                  <a:pt x="4496" y="12005"/>
                </a:lnTo>
                <a:lnTo>
                  <a:pt x="4955" y="12414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7" y="13691"/>
                </a:lnTo>
                <a:lnTo>
                  <a:pt x="8837" y="13691"/>
                </a:lnTo>
                <a:lnTo>
                  <a:pt x="9348" y="13640"/>
                </a:lnTo>
                <a:lnTo>
                  <a:pt x="9859" y="13537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545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647" y="10115"/>
                </a:lnTo>
                <a:lnTo>
                  <a:pt x="11545" y="9502"/>
                </a:lnTo>
                <a:lnTo>
                  <a:pt x="11392" y="8838"/>
                </a:lnTo>
                <a:lnTo>
                  <a:pt x="11187" y="8072"/>
                </a:lnTo>
                <a:lnTo>
                  <a:pt x="10881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7" y="5722"/>
                </a:lnTo>
                <a:lnTo>
                  <a:pt x="9808" y="5007"/>
                </a:lnTo>
                <a:lnTo>
                  <a:pt x="9399" y="4343"/>
                </a:lnTo>
                <a:lnTo>
                  <a:pt x="8991" y="3679"/>
                </a:lnTo>
                <a:lnTo>
                  <a:pt x="8582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743" y="1278"/>
                </a:lnTo>
                <a:lnTo>
                  <a:pt x="6232" y="920"/>
                </a:lnTo>
                <a:lnTo>
                  <a:pt x="572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7" name="Google Shape;277;p11"/>
          <p:cNvSpPr>
            <a:spLocks noGrp="1"/>
          </p:cNvSpPr>
          <p:nvPr/>
        </p:nvSpPr>
        <p:spPr>
          <a:xfrm flipH="1">
            <a:off x="-1826079" y="6301759"/>
            <a:ext cx="34655" cy="50547"/>
          </a:xfrm>
          <a:custGeom>
            <a:avLst/>
            <a:gdLst/>
            <a:ahLst/>
            <a:cxnLst/>
            <a:rect l="l" t="t" r="r" b="b"/>
            <a:pathLst>
              <a:path w="6795" h="9911">
                <a:moveTo>
                  <a:pt x="5466" y="9910"/>
                </a:moveTo>
                <a:lnTo>
                  <a:pt x="5466" y="9910"/>
                </a:lnTo>
                <a:lnTo>
                  <a:pt x="5211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655"/>
                </a:lnTo>
                <a:lnTo>
                  <a:pt x="3933" y="9348"/>
                </a:lnTo>
                <a:lnTo>
                  <a:pt x="3372" y="8837"/>
                </a:lnTo>
                <a:lnTo>
                  <a:pt x="2810" y="8173"/>
                </a:lnTo>
                <a:lnTo>
                  <a:pt x="2248" y="7305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29"/>
                </a:lnTo>
                <a:lnTo>
                  <a:pt x="205" y="2708"/>
                </a:lnTo>
                <a:lnTo>
                  <a:pt x="102" y="2248"/>
                </a:lnTo>
                <a:lnTo>
                  <a:pt x="51" y="1839"/>
                </a:lnTo>
                <a:lnTo>
                  <a:pt x="0" y="1482"/>
                </a:lnTo>
                <a:lnTo>
                  <a:pt x="51" y="1124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154"/>
                </a:lnTo>
                <a:lnTo>
                  <a:pt x="766" y="103"/>
                </a:lnTo>
                <a:lnTo>
                  <a:pt x="971" y="0"/>
                </a:lnTo>
                <a:lnTo>
                  <a:pt x="1226" y="0"/>
                </a:lnTo>
                <a:lnTo>
                  <a:pt x="1226" y="0"/>
                </a:lnTo>
                <a:lnTo>
                  <a:pt x="1379" y="0"/>
                </a:lnTo>
                <a:lnTo>
                  <a:pt x="1379" y="0"/>
                </a:lnTo>
                <a:lnTo>
                  <a:pt x="1839" y="51"/>
                </a:lnTo>
                <a:lnTo>
                  <a:pt x="2350" y="205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94" y="8735"/>
                </a:lnTo>
                <a:lnTo>
                  <a:pt x="6743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436" y="9604"/>
                </a:lnTo>
                <a:lnTo>
                  <a:pt x="6232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19" y="9910"/>
                </a:lnTo>
                <a:lnTo>
                  <a:pt x="5619" y="9910"/>
                </a:lnTo>
                <a:lnTo>
                  <a:pt x="5466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8" name="Google Shape;278;p11"/>
          <p:cNvSpPr>
            <a:spLocks noGrp="1"/>
          </p:cNvSpPr>
          <p:nvPr/>
        </p:nvSpPr>
        <p:spPr>
          <a:xfrm flipH="1">
            <a:off x="-1813833" y="6292120"/>
            <a:ext cx="59140" cy="69825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154"/>
                </a:lnTo>
                <a:lnTo>
                  <a:pt x="1380" y="358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3" y="1941"/>
                </a:lnTo>
                <a:lnTo>
                  <a:pt x="0" y="2401"/>
                </a:lnTo>
                <a:lnTo>
                  <a:pt x="0" y="2912"/>
                </a:lnTo>
                <a:lnTo>
                  <a:pt x="0" y="3474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67"/>
                </a:lnTo>
                <a:lnTo>
                  <a:pt x="1788" y="8582"/>
                </a:lnTo>
                <a:lnTo>
                  <a:pt x="2197" y="9297"/>
                </a:lnTo>
                <a:lnTo>
                  <a:pt x="260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04" y="12413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35"/>
                </a:lnTo>
                <a:lnTo>
                  <a:pt x="7458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596" y="10676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1"/>
                </a:lnTo>
                <a:lnTo>
                  <a:pt x="9757" y="5006"/>
                </a:lnTo>
                <a:lnTo>
                  <a:pt x="9399" y="4342"/>
                </a:lnTo>
                <a:lnTo>
                  <a:pt x="8940" y="3678"/>
                </a:lnTo>
                <a:lnTo>
                  <a:pt x="8531" y="3116"/>
                </a:lnTo>
                <a:lnTo>
                  <a:pt x="8071" y="2554"/>
                </a:lnTo>
                <a:lnTo>
                  <a:pt x="7612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670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2"/>
                </a:lnTo>
                <a:lnTo>
                  <a:pt x="3627" y="0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9" name="Google Shape;279;p11"/>
          <p:cNvSpPr>
            <a:spLocks noGrp="1"/>
          </p:cNvSpPr>
          <p:nvPr/>
        </p:nvSpPr>
        <p:spPr>
          <a:xfrm flipH="1">
            <a:off x="-1883653" y="6298372"/>
            <a:ext cx="34389" cy="50547"/>
          </a:xfrm>
          <a:custGeom>
            <a:avLst/>
            <a:gdLst/>
            <a:ahLst/>
            <a:cxnLst/>
            <a:rect l="l" t="t" r="r" b="b"/>
            <a:pathLst>
              <a:path w="6743" h="9911">
                <a:moveTo>
                  <a:pt x="5415" y="9910"/>
                </a:moveTo>
                <a:lnTo>
                  <a:pt x="5415" y="9910"/>
                </a:lnTo>
                <a:lnTo>
                  <a:pt x="5159" y="9910"/>
                </a:lnTo>
                <a:lnTo>
                  <a:pt x="4904" y="9859"/>
                </a:lnTo>
                <a:lnTo>
                  <a:pt x="4649" y="9808"/>
                </a:lnTo>
                <a:lnTo>
                  <a:pt x="4393" y="9655"/>
                </a:lnTo>
                <a:lnTo>
                  <a:pt x="3882" y="9348"/>
                </a:lnTo>
                <a:lnTo>
                  <a:pt x="3321" y="8837"/>
                </a:lnTo>
                <a:lnTo>
                  <a:pt x="2759" y="8173"/>
                </a:lnTo>
                <a:lnTo>
                  <a:pt x="2197" y="7305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153" y="270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05" y="460"/>
                </a:lnTo>
                <a:lnTo>
                  <a:pt x="358" y="307"/>
                </a:lnTo>
                <a:lnTo>
                  <a:pt x="511" y="154"/>
                </a:lnTo>
                <a:lnTo>
                  <a:pt x="715" y="102"/>
                </a:lnTo>
                <a:lnTo>
                  <a:pt x="920" y="0"/>
                </a:lnTo>
                <a:lnTo>
                  <a:pt x="1175" y="0"/>
                </a:lnTo>
                <a:lnTo>
                  <a:pt x="1175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095" y="102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4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488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15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0" name="Google Shape;280;p11"/>
          <p:cNvSpPr>
            <a:spLocks noGrp="1"/>
          </p:cNvSpPr>
          <p:nvPr/>
        </p:nvSpPr>
        <p:spPr>
          <a:xfrm flipH="1">
            <a:off x="-1871148" y="6288733"/>
            <a:ext cx="59400" cy="69825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5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2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197" y="9297"/>
                </a:lnTo>
                <a:lnTo>
                  <a:pt x="2657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55" y="12413"/>
                </a:lnTo>
                <a:lnTo>
                  <a:pt x="5466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05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3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27" y="51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1" name="Google Shape;281;p11"/>
          <p:cNvSpPr>
            <a:spLocks noGrp="1"/>
          </p:cNvSpPr>
          <p:nvPr/>
        </p:nvSpPr>
        <p:spPr>
          <a:xfrm flipH="1">
            <a:off x="-1940968" y="6294987"/>
            <a:ext cx="34389" cy="50807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20" y="8837"/>
                </a:lnTo>
                <a:lnTo>
                  <a:pt x="2759" y="8173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4" y="2708"/>
                </a:lnTo>
                <a:lnTo>
                  <a:pt x="51" y="224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153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2" name="Google Shape;282;p11"/>
          <p:cNvSpPr>
            <a:spLocks noGrp="1"/>
          </p:cNvSpPr>
          <p:nvPr/>
        </p:nvSpPr>
        <p:spPr>
          <a:xfrm flipH="1">
            <a:off x="-1928463" y="6285347"/>
            <a:ext cx="59400" cy="69825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66" y="818"/>
                </a:lnTo>
                <a:lnTo>
                  <a:pt x="511" y="1175"/>
                </a:lnTo>
                <a:lnTo>
                  <a:pt x="307" y="1533"/>
                </a:lnTo>
                <a:lnTo>
                  <a:pt x="154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49"/>
                </a:lnTo>
                <a:lnTo>
                  <a:pt x="1073" y="7049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8" y="13332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2" y="2095"/>
                </a:lnTo>
                <a:lnTo>
                  <a:pt x="7203" y="1635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3" name="Google Shape;283;p11"/>
          <p:cNvSpPr>
            <a:spLocks noGrp="1"/>
          </p:cNvSpPr>
          <p:nvPr/>
        </p:nvSpPr>
        <p:spPr>
          <a:xfrm flipH="1">
            <a:off x="-1998284" y="6291600"/>
            <a:ext cx="34389" cy="50807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71" y="8837"/>
                </a:lnTo>
                <a:lnTo>
                  <a:pt x="2810" y="8173"/>
                </a:lnTo>
                <a:lnTo>
                  <a:pt x="2248" y="7356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11" y="3780"/>
                </a:lnTo>
                <a:lnTo>
                  <a:pt x="204" y="2707"/>
                </a:lnTo>
                <a:lnTo>
                  <a:pt x="51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4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0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3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4" name="Google Shape;284;p11"/>
          <p:cNvSpPr>
            <a:spLocks noGrp="1"/>
          </p:cNvSpPr>
          <p:nvPr/>
        </p:nvSpPr>
        <p:spPr>
          <a:xfrm flipH="1">
            <a:off x="-1985779" y="6281960"/>
            <a:ext cx="59400" cy="69820"/>
          </a:xfrm>
          <a:custGeom>
            <a:avLst/>
            <a:gdLst/>
            <a:ahLst/>
            <a:cxnLst/>
            <a:rect l="l" t="t" r="r" b="b"/>
            <a:pathLst>
              <a:path w="11647" h="13690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102"/>
                </a:lnTo>
                <a:lnTo>
                  <a:pt x="1839" y="204"/>
                </a:lnTo>
                <a:lnTo>
                  <a:pt x="1430" y="358"/>
                </a:lnTo>
                <a:lnTo>
                  <a:pt x="1073" y="562"/>
                </a:lnTo>
                <a:lnTo>
                  <a:pt x="766" y="817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1"/>
                </a:lnTo>
                <a:lnTo>
                  <a:pt x="51" y="2401"/>
                </a:lnTo>
                <a:lnTo>
                  <a:pt x="0" y="2963"/>
                </a:lnTo>
                <a:lnTo>
                  <a:pt x="51" y="3525"/>
                </a:lnTo>
                <a:lnTo>
                  <a:pt x="153" y="4138"/>
                </a:lnTo>
                <a:lnTo>
                  <a:pt x="256" y="4802"/>
                </a:lnTo>
                <a:lnTo>
                  <a:pt x="511" y="5517"/>
                </a:lnTo>
                <a:lnTo>
                  <a:pt x="766" y="6283"/>
                </a:lnTo>
                <a:lnTo>
                  <a:pt x="1073" y="7100"/>
                </a:lnTo>
                <a:lnTo>
                  <a:pt x="1073" y="7100"/>
                </a:lnTo>
                <a:lnTo>
                  <a:pt x="1430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116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0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59" y="13537"/>
                </a:lnTo>
                <a:lnTo>
                  <a:pt x="10268" y="13383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545" y="11749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545" y="9501"/>
                </a:lnTo>
                <a:lnTo>
                  <a:pt x="11391" y="8837"/>
                </a:lnTo>
                <a:lnTo>
                  <a:pt x="11187" y="8122"/>
                </a:lnTo>
                <a:lnTo>
                  <a:pt x="10881" y="7356"/>
                </a:lnTo>
                <a:lnTo>
                  <a:pt x="10574" y="6539"/>
                </a:lnTo>
                <a:lnTo>
                  <a:pt x="10574" y="6539"/>
                </a:lnTo>
                <a:lnTo>
                  <a:pt x="1021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82" y="3116"/>
                </a:lnTo>
                <a:lnTo>
                  <a:pt x="8122" y="2605"/>
                </a:lnTo>
                <a:lnTo>
                  <a:pt x="7662" y="2094"/>
                </a:lnTo>
                <a:lnTo>
                  <a:pt x="7203" y="1686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5" name="Google Shape;285;p11"/>
          <p:cNvSpPr>
            <a:spLocks noGrp="1"/>
          </p:cNvSpPr>
          <p:nvPr/>
        </p:nvSpPr>
        <p:spPr>
          <a:xfrm flipH="1">
            <a:off x="-2078004" y="6286908"/>
            <a:ext cx="34649" cy="50807"/>
          </a:xfrm>
          <a:custGeom>
            <a:avLst/>
            <a:gdLst/>
            <a:ahLst/>
            <a:cxnLst/>
            <a:rect l="l" t="t" r="r" b="b"/>
            <a:pathLst>
              <a:path w="6794" h="9962">
                <a:moveTo>
                  <a:pt x="5466" y="9962"/>
                </a:moveTo>
                <a:lnTo>
                  <a:pt x="5466" y="9962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933" y="9349"/>
                </a:lnTo>
                <a:lnTo>
                  <a:pt x="3371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4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869"/>
                </a:lnTo>
                <a:lnTo>
                  <a:pt x="153" y="665"/>
                </a:lnTo>
                <a:lnTo>
                  <a:pt x="255" y="460"/>
                </a:lnTo>
                <a:lnTo>
                  <a:pt x="409" y="307"/>
                </a:lnTo>
                <a:lnTo>
                  <a:pt x="562" y="205"/>
                </a:lnTo>
                <a:lnTo>
                  <a:pt x="766" y="103"/>
                </a:lnTo>
                <a:lnTo>
                  <a:pt x="971" y="52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4"/>
                </a:lnTo>
                <a:lnTo>
                  <a:pt x="5108" y="3525"/>
                </a:lnTo>
                <a:lnTo>
                  <a:pt x="5721" y="4802"/>
                </a:lnTo>
                <a:lnTo>
                  <a:pt x="5721" y="4802"/>
                </a:lnTo>
                <a:lnTo>
                  <a:pt x="6232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6"/>
                </a:lnTo>
                <a:lnTo>
                  <a:pt x="6538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6" name="Google Shape;286;p11"/>
          <p:cNvSpPr>
            <a:spLocks noGrp="1"/>
          </p:cNvSpPr>
          <p:nvPr/>
        </p:nvSpPr>
        <p:spPr>
          <a:xfrm flipH="1">
            <a:off x="-2065759" y="6277268"/>
            <a:ext cx="59140" cy="69825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103"/>
                </a:lnTo>
                <a:lnTo>
                  <a:pt x="1788" y="205"/>
                </a:lnTo>
                <a:lnTo>
                  <a:pt x="1379" y="358"/>
                </a:lnTo>
                <a:lnTo>
                  <a:pt x="1022" y="563"/>
                </a:lnTo>
                <a:lnTo>
                  <a:pt x="715" y="818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0" y="2402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22" y="7101"/>
                </a:lnTo>
                <a:lnTo>
                  <a:pt x="1022" y="7101"/>
                </a:lnTo>
                <a:lnTo>
                  <a:pt x="1430" y="7867"/>
                </a:lnTo>
                <a:lnTo>
                  <a:pt x="1788" y="8582"/>
                </a:lnTo>
                <a:lnTo>
                  <a:pt x="2197" y="9298"/>
                </a:lnTo>
                <a:lnTo>
                  <a:pt x="2605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04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458" y="13588"/>
                </a:lnTo>
                <a:lnTo>
                  <a:pt x="7969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786" y="13690"/>
                </a:lnTo>
                <a:lnTo>
                  <a:pt x="8786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16"/>
                </a:lnTo>
                <a:lnTo>
                  <a:pt x="11340" y="12158"/>
                </a:lnTo>
                <a:lnTo>
                  <a:pt x="11494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29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2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679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159" y="409"/>
                </a:lnTo>
                <a:lnTo>
                  <a:pt x="4649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7" name="Google Shape;287;p11"/>
          <p:cNvSpPr>
            <a:spLocks noGrp="1"/>
          </p:cNvSpPr>
          <p:nvPr/>
        </p:nvSpPr>
        <p:spPr>
          <a:xfrm flipH="1">
            <a:off x="-2135579" y="6283521"/>
            <a:ext cx="34389" cy="50807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15" y="9962"/>
                </a:moveTo>
                <a:lnTo>
                  <a:pt x="5415" y="9962"/>
                </a:lnTo>
                <a:lnTo>
                  <a:pt x="5159" y="9910"/>
                </a:lnTo>
                <a:lnTo>
                  <a:pt x="4904" y="9910"/>
                </a:lnTo>
                <a:lnTo>
                  <a:pt x="4648" y="9808"/>
                </a:lnTo>
                <a:lnTo>
                  <a:pt x="4393" y="9706"/>
                </a:lnTo>
                <a:lnTo>
                  <a:pt x="3882" y="9349"/>
                </a:lnTo>
                <a:lnTo>
                  <a:pt x="3320" y="8838"/>
                </a:lnTo>
                <a:lnTo>
                  <a:pt x="2758" y="8174"/>
                </a:lnTo>
                <a:lnTo>
                  <a:pt x="2197" y="7356"/>
                </a:lnTo>
                <a:lnTo>
                  <a:pt x="1635" y="6284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1"/>
                </a:lnTo>
                <a:lnTo>
                  <a:pt x="153" y="2708"/>
                </a:lnTo>
                <a:lnTo>
                  <a:pt x="0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920"/>
                </a:lnTo>
                <a:lnTo>
                  <a:pt x="102" y="665"/>
                </a:lnTo>
                <a:lnTo>
                  <a:pt x="204" y="460"/>
                </a:lnTo>
                <a:lnTo>
                  <a:pt x="358" y="307"/>
                </a:lnTo>
                <a:lnTo>
                  <a:pt x="511" y="205"/>
                </a:lnTo>
                <a:lnTo>
                  <a:pt x="715" y="103"/>
                </a:lnTo>
                <a:lnTo>
                  <a:pt x="920" y="52"/>
                </a:lnTo>
                <a:lnTo>
                  <a:pt x="1175" y="1"/>
                </a:lnTo>
                <a:lnTo>
                  <a:pt x="1175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861" y="563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4"/>
                </a:lnTo>
                <a:lnTo>
                  <a:pt x="5108" y="3525"/>
                </a:lnTo>
                <a:lnTo>
                  <a:pt x="5670" y="4802"/>
                </a:lnTo>
                <a:lnTo>
                  <a:pt x="5670" y="4802"/>
                </a:lnTo>
                <a:lnTo>
                  <a:pt x="6181" y="6079"/>
                </a:lnTo>
                <a:lnTo>
                  <a:pt x="6538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6"/>
                </a:lnTo>
                <a:lnTo>
                  <a:pt x="6692" y="9042"/>
                </a:lnTo>
                <a:lnTo>
                  <a:pt x="6641" y="9246"/>
                </a:lnTo>
                <a:lnTo>
                  <a:pt x="6487" y="9451"/>
                </a:lnTo>
                <a:lnTo>
                  <a:pt x="6385" y="9655"/>
                </a:lnTo>
                <a:lnTo>
                  <a:pt x="6181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15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8" name="Google Shape;288;p11"/>
          <p:cNvSpPr>
            <a:spLocks noGrp="1"/>
          </p:cNvSpPr>
          <p:nvPr/>
        </p:nvSpPr>
        <p:spPr>
          <a:xfrm flipH="1">
            <a:off x="-2123073" y="6273881"/>
            <a:ext cx="59140" cy="70085"/>
          </a:xfrm>
          <a:custGeom>
            <a:avLst/>
            <a:gdLst/>
            <a:ahLst/>
            <a:cxnLst/>
            <a:rect l="l" t="t" r="r" b="b"/>
            <a:pathLst>
              <a:path w="11596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3"/>
                </a:lnTo>
                <a:lnTo>
                  <a:pt x="715" y="869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51" y="2401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197" y="9297"/>
                </a:lnTo>
                <a:lnTo>
                  <a:pt x="2656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55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742"/>
                </a:lnTo>
                <a:lnTo>
                  <a:pt x="8531" y="13742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6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67"/>
                </a:lnTo>
                <a:lnTo>
                  <a:pt x="11340" y="12158"/>
                </a:lnTo>
                <a:lnTo>
                  <a:pt x="11493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730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210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9" name="Google Shape;289;p11"/>
          <p:cNvSpPr>
            <a:spLocks noGrp="1"/>
          </p:cNvSpPr>
          <p:nvPr/>
        </p:nvSpPr>
        <p:spPr>
          <a:xfrm flipH="1">
            <a:off x="-2192888" y="6280135"/>
            <a:ext cx="34395" cy="50807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174"/>
                </a:lnTo>
                <a:lnTo>
                  <a:pt x="2198" y="7356"/>
                </a:lnTo>
                <a:lnTo>
                  <a:pt x="1636" y="6284"/>
                </a:lnTo>
                <a:lnTo>
                  <a:pt x="1023" y="5058"/>
                </a:lnTo>
                <a:lnTo>
                  <a:pt x="1023" y="5058"/>
                </a:lnTo>
                <a:lnTo>
                  <a:pt x="512" y="3781"/>
                </a:lnTo>
                <a:lnTo>
                  <a:pt x="154" y="2708"/>
                </a:lnTo>
                <a:lnTo>
                  <a:pt x="52" y="2248"/>
                </a:lnTo>
                <a:lnTo>
                  <a:pt x="1" y="1840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9" y="307"/>
                </a:lnTo>
                <a:lnTo>
                  <a:pt x="563" y="205"/>
                </a:lnTo>
                <a:lnTo>
                  <a:pt x="767" y="103"/>
                </a:lnTo>
                <a:lnTo>
                  <a:pt x="972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351" y="256"/>
                </a:lnTo>
                <a:lnTo>
                  <a:pt x="2862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4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2" y="6079"/>
                </a:lnTo>
                <a:lnTo>
                  <a:pt x="6539" y="7152"/>
                </a:lnTo>
                <a:lnTo>
                  <a:pt x="6693" y="8020"/>
                </a:lnTo>
                <a:lnTo>
                  <a:pt x="6744" y="8429"/>
                </a:lnTo>
                <a:lnTo>
                  <a:pt x="6744" y="8736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0" name="Google Shape;290;p11"/>
          <p:cNvSpPr>
            <a:spLocks noGrp="1"/>
          </p:cNvSpPr>
          <p:nvPr/>
        </p:nvSpPr>
        <p:spPr>
          <a:xfrm flipH="1">
            <a:off x="-2180388" y="6270496"/>
            <a:ext cx="59400" cy="70085"/>
          </a:xfrm>
          <a:custGeom>
            <a:avLst/>
            <a:gdLst/>
            <a:ahLst/>
            <a:cxnLst/>
            <a:rect l="l" t="t" r="r" b="b"/>
            <a:pathLst>
              <a:path w="11647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2"/>
                </a:lnTo>
                <a:lnTo>
                  <a:pt x="766" y="869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2"/>
                </a:lnTo>
                <a:lnTo>
                  <a:pt x="51" y="2452"/>
                </a:lnTo>
                <a:lnTo>
                  <a:pt x="0" y="2963"/>
                </a:lnTo>
                <a:lnTo>
                  <a:pt x="51" y="3525"/>
                </a:lnTo>
                <a:lnTo>
                  <a:pt x="102" y="4138"/>
                </a:lnTo>
                <a:lnTo>
                  <a:pt x="255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248" y="9297"/>
                </a:lnTo>
                <a:lnTo>
                  <a:pt x="2656" y="9961"/>
                </a:lnTo>
                <a:lnTo>
                  <a:pt x="3065" y="10523"/>
                </a:lnTo>
                <a:lnTo>
                  <a:pt x="3525" y="11085"/>
                </a:lnTo>
                <a:lnTo>
                  <a:pt x="3984" y="11596"/>
                </a:lnTo>
                <a:lnTo>
                  <a:pt x="4495" y="12005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77"/>
                </a:lnTo>
                <a:lnTo>
                  <a:pt x="6487" y="13282"/>
                </a:lnTo>
                <a:lnTo>
                  <a:pt x="6998" y="13486"/>
                </a:lnTo>
                <a:lnTo>
                  <a:pt x="7509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7" y="13384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67"/>
                </a:lnTo>
                <a:lnTo>
                  <a:pt x="11391" y="12158"/>
                </a:lnTo>
                <a:lnTo>
                  <a:pt x="11493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0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808" y="5007"/>
                </a:lnTo>
                <a:lnTo>
                  <a:pt x="9399" y="4342"/>
                </a:lnTo>
                <a:lnTo>
                  <a:pt x="8990" y="3730"/>
                </a:lnTo>
                <a:lnTo>
                  <a:pt x="8531" y="3117"/>
                </a:lnTo>
                <a:lnTo>
                  <a:pt x="8122" y="2606"/>
                </a:lnTo>
                <a:lnTo>
                  <a:pt x="7662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2" y="971"/>
                </a:lnTo>
                <a:lnTo>
                  <a:pt x="5721" y="665"/>
                </a:lnTo>
                <a:lnTo>
                  <a:pt x="5210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8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1" name="Google Shape;291;p11"/>
          <p:cNvSpPr>
            <a:spLocks noGrp="1"/>
          </p:cNvSpPr>
          <p:nvPr/>
        </p:nvSpPr>
        <p:spPr>
          <a:xfrm flipH="1">
            <a:off x="-2250204" y="6276748"/>
            <a:ext cx="34395" cy="50807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72" y="8889"/>
                </a:lnTo>
                <a:lnTo>
                  <a:pt x="2810" y="8225"/>
                </a:lnTo>
                <a:lnTo>
                  <a:pt x="2249" y="7356"/>
                </a:lnTo>
                <a:lnTo>
                  <a:pt x="1636" y="6335"/>
                </a:lnTo>
                <a:lnTo>
                  <a:pt x="1074" y="5058"/>
                </a:lnTo>
                <a:lnTo>
                  <a:pt x="1074" y="5058"/>
                </a:lnTo>
                <a:lnTo>
                  <a:pt x="512" y="3781"/>
                </a:lnTo>
                <a:lnTo>
                  <a:pt x="205" y="2708"/>
                </a:lnTo>
                <a:lnTo>
                  <a:pt x="52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54" y="665"/>
                </a:lnTo>
                <a:lnTo>
                  <a:pt x="256" y="460"/>
                </a:lnTo>
                <a:lnTo>
                  <a:pt x="410" y="307"/>
                </a:lnTo>
                <a:lnTo>
                  <a:pt x="563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095" y="154"/>
                </a:lnTo>
                <a:lnTo>
                  <a:pt x="2351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3" y="6079"/>
                </a:lnTo>
                <a:lnTo>
                  <a:pt x="6539" y="7152"/>
                </a:lnTo>
                <a:lnTo>
                  <a:pt x="6744" y="8020"/>
                </a:lnTo>
                <a:lnTo>
                  <a:pt x="6744" y="8429"/>
                </a:lnTo>
                <a:lnTo>
                  <a:pt x="6744" y="8735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2" name="Google Shape;292;p11"/>
          <p:cNvSpPr>
            <a:spLocks noGrp="1"/>
          </p:cNvSpPr>
          <p:nvPr/>
        </p:nvSpPr>
        <p:spPr>
          <a:xfrm flipH="1">
            <a:off x="-2237703" y="6267369"/>
            <a:ext cx="59400" cy="69825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0" y="307"/>
                </a:lnTo>
                <a:lnTo>
                  <a:pt x="1073" y="511"/>
                </a:lnTo>
                <a:lnTo>
                  <a:pt x="766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3" y="1891"/>
                </a:lnTo>
                <a:lnTo>
                  <a:pt x="51" y="2401"/>
                </a:lnTo>
                <a:lnTo>
                  <a:pt x="0" y="2912"/>
                </a:lnTo>
                <a:lnTo>
                  <a:pt x="51" y="3474"/>
                </a:lnTo>
                <a:lnTo>
                  <a:pt x="153" y="4087"/>
                </a:lnTo>
                <a:lnTo>
                  <a:pt x="255" y="4751"/>
                </a:lnTo>
                <a:lnTo>
                  <a:pt x="460" y="5466"/>
                </a:lnTo>
                <a:lnTo>
                  <a:pt x="76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0" y="7816"/>
                </a:lnTo>
                <a:lnTo>
                  <a:pt x="1839" y="8582"/>
                </a:lnTo>
                <a:lnTo>
                  <a:pt x="2248" y="9246"/>
                </a:lnTo>
                <a:lnTo>
                  <a:pt x="2656" y="9910"/>
                </a:lnTo>
                <a:lnTo>
                  <a:pt x="3116" y="10472"/>
                </a:lnTo>
                <a:lnTo>
                  <a:pt x="3525" y="11034"/>
                </a:lnTo>
                <a:lnTo>
                  <a:pt x="3984" y="11545"/>
                </a:lnTo>
                <a:lnTo>
                  <a:pt x="4495" y="11954"/>
                </a:lnTo>
                <a:lnTo>
                  <a:pt x="4955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7" y="13231"/>
                </a:lnTo>
                <a:lnTo>
                  <a:pt x="6998" y="13435"/>
                </a:lnTo>
                <a:lnTo>
                  <a:pt x="750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588"/>
                </a:lnTo>
                <a:lnTo>
                  <a:pt x="9808" y="13486"/>
                </a:lnTo>
                <a:lnTo>
                  <a:pt x="10267" y="13333"/>
                </a:lnTo>
                <a:lnTo>
                  <a:pt x="10625" y="13077"/>
                </a:lnTo>
                <a:lnTo>
                  <a:pt x="10931" y="12822"/>
                </a:lnTo>
                <a:lnTo>
                  <a:pt x="11187" y="12516"/>
                </a:lnTo>
                <a:lnTo>
                  <a:pt x="11391" y="12107"/>
                </a:lnTo>
                <a:lnTo>
                  <a:pt x="11544" y="11698"/>
                </a:lnTo>
                <a:lnTo>
                  <a:pt x="11596" y="11187"/>
                </a:lnTo>
                <a:lnTo>
                  <a:pt x="11647" y="10677"/>
                </a:lnTo>
                <a:lnTo>
                  <a:pt x="11596" y="10115"/>
                </a:lnTo>
                <a:lnTo>
                  <a:pt x="11544" y="9451"/>
                </a:lnTo>
                <a:lnTo>
                  <a:pt x="11391" y="8787"/>
                </a:lnTo>
                <a:lnTo>
                  <a:pt x="11187" y="8071"/>
                </a:lnTo>
                <a:lnTo>
                  <a:pt x="10880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6" y="5722"/>
                </a:lnTo>
                <a:lnTo>
                  <a:pt x="9808" y="4955"/>
                </a:lnTo>
                <a:lnTo>
                  <a:pt x="9399" y="4291"/>
                </a:lnTo>
                <a:lnTo>
                  <a:pt x="8990" y="3678"/>
                </a:lnTo>
                <a:lnTo>
                  <a:pt x="8582" y="3065"/>
                </a:lnTo>
                <a:lnTo>
                  <a:pt x="8122" y="2555"/>
                </a:lnTo>
                <a:lnTo>
                  <a:pt x="7662" y="2044"/>
                </a:lnTo>
                <a:lnTo>
                  <a:pt x="7203" y="1635"/>
                </a:lnTo>
                <a:lnTo>
                  <a:pt x="6692" y="1227"/>
                </a:lnTo>
                <a:lnTo>
                  <a:pt x="6232" y="920"/>
                </a:lnTo>
                <a:lnTo>
                  <a:pt x="5721" y="614"/>
                </a:lnTo>
                <a:lnTo>
                  <a:pt x="5210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3" name="Google Shape;293;p11"/>
          <p:cNvSpPr>
            <a:spLocks noGrp="1"/>
          </p:cNvSpPr>
          <p:nvPr/>
        </p:nvSpPr>
        <p:spPr>
          <a:xfrm flipH="1">
            <a:off x="-1135177" y="5910979"/>
            <a:ext cx="236557" cy="71385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6830" y="0"/>
                </a:move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4" name="Google Shape;294;p11"/>
          <p:cNvSpPr>
            <a:spLocks noGrp="1"/>
          </p:cNvSpPr>
          <p:nvPr/>
        </p:nvSpPr>
        <p:spPr>
          <a:xfrm flipH="1">
            <a:off x="-1135177" y="5910979"/>
            <a:ext cx="236557" cy="71385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7238" y="0"/>
                </a:moveTo>
                <a:lnTo>
                  <a:pt x="37238" y="0"/>
                </a:lnTo>
                <a:lnTo>
                  <a:pt x="36830" y="0"/>
                </a:lnTo>
                <a:lnTo>
                  <a:pt x="4240" y="1941"/>
                </a:ln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5" name="Google Shape;295;p11"/>
          <p:cNvSpPr>
            <a:spLocks noGrp="1"/>
          </p:cNvSpPr>
          <p:nvPr/>
        </p:nvSpPr>
        <p:spPr>
          <a:xfrm flipH="1">
            <a:off x="-1189885" y="6025608"/>
            <a:ext cx="295953" cy="226653"/>
          </a:xfrm>
          <a:custGeom>
            <a:avLst/>
            <a:gdLst/>
            <a:ahLst/>
            <a:cxnLst/>
            <a:rect l="l" t="t" r="r" b="b"/>
            <a:pathLst>
              <a:path w="58029" h="44441">
                <a:moveTo>
                  <a:pt x="26256" y="409"/>
                </a:moveTo>
                <a:lnTo>
                  <a:pt x="12924" y="1175"/>
                </a:lnTo>
                <a:lnTo>
                  <a:pt x="27073" y="33407"/>
                </a:lnTo>
                <a:lnTo>
                  <a:pt x="40406" y="32590"/>
                </a:lnTo>
                <a:lnTo>
                  <a:pt x="26256" y="409"/>
                </a:lnTo>
                <a:close/>
                <a:moveTo>
                  <a:pt x="33101" y="0"/>
                </a:moveTo>
                <a:lnTo>
                  <a:pt x="28044" y="307"/>
                </a:lnTo>
                <a:lnTo>
                  <a:pt x="46892" y="43111"/>
                </a:lnTo>
                <a:lnTo>
                  <a:pt x="46892" y="43111"/>
                </a:lnTo>
                <a:lnTo>
                  <a:pt x="51899" y="42806"/>
                </a:lnTo>
                <a:lnTo>
                  <a:pt x="52818" y="42704"/>
                </a:lnTo>
                <a:lnTo>
                  <a:pt x="53687" y="42551"/>
                </a:lnTo>
                <a:lnTo>
                  <a:pt x="54453" y="42295"/>
                </a:lnTo>
                <a:lnTo>
                  <a:pt x="55168" y="41938"/>
                </a:lnTo>
                <a:lnTo>
                  <a:pt x="55832" y="41529"/>
                </a:lnTo>
                <a:lnTo>
                  <a:pt x="56394" y="41018"/>
                </a:lnTo>
                <a:lnTo>
                  <a:pt x="56854" y="40508"/>
                </a:lnTo>
                <a:lnTo>
                  <a:pt x="57263" y="39895"/>
                </a:lnTo>
                <a:lnTo>
                  <a:pt x="57569" y="39231"/>
                </a:lnTo>
                <a:lnTo>
                  <a:pt x="57824" y="38567"/>
                </a:lnTo>
                <a:lnTo>
                  <a:pt x="57978" y="37800"/>
                </a:lnTo>
                <a:lnTo>
                  <a:pt x="58029" y="37034"/>
                </a:lnTo>
                <a:lnTo>
                  <a:pt x="57978" y="36217"/>
                </a:lnTo>
                <a:lnTo>
                  <a:pt x="57824" y="35348"/>
                </a:lnTo>
                <a:lnTo>
                  <a:pt x="57620" y="34480"/>
                </a:lnTo>
                <a:lnTo>
                  <a:pt x="57263" y="33612"/>
                </a:lnTo>
                <a:lnTo>
                  <a:pt x="46076" y="8122"/>
                </a:lnTo>
                <a:lnTo>
                  <a:pt x="45667" y="7254"/>
                </a:lnTo>
                <a:lnTo>
                  <a:pt x="45156" y="6436"/>
                </a:lnTo>
                <a:lnTo>
                  <a:pt x="44594" y="5670"/>
                </a:lnTo>
                <a:lnTo>
                  <a:pt x="43981" y="4904"/>
                </a:lnTo>
                <a:lnTo>
                  <a:pt x="43266" y="4189"/>
                </a:lnTo>
                <a:lnTo>
                  <a:pt x="42551" y="3525"/>
                </a:lnTo>
                <a:lnTo>
                  <a:pt x="41785" y="2912"/>
                </a:lnTo>
                <a:lnTo>
                  <a:pt x="40968" y="2350"/>
                </a:lnTo>
                <a:lnTo>
                  <a:pt x="40099" y="1788"/>
                </a:lnTo>
                <a:lnTo>
                  <a:pt x="39231" y="1328"/>
                </a:lnTo>
                <a:lnTo>
                  <a:pt x="38311" y="920"/>
                </a:lnTo>
                <a:lnTo>
                  <a:pt x="37392" y="613"/>
                </a:lnTo>
                <a:lnTo>
                  <a:pt x="36472" y="358"/>
                </a:lnTo>
                <a:lnTo>
                  <a:pt x="35553" y="153"/>
                </a:lnTo>
                <a:lnTo>
                  <a:pt x="34582" y="0"/>
                </a:lnTo>
                <a:close/>
                <a:moveTo>
                  <a:pt x="46892" y="43111"/>
                </a:moveTo>
                <a:lnTo>
                  <a:pt x="46025" y="43164"/>
                </a:lnTo>
                <a:lnTo>
                  <a:pt x="46893" y="43113"/>
                </a:lnTo>
                <a:lnTo>
                  <a:pt x="46892" y="43111"/>
                </a:lnTo>
                <a:close/>
                <a:moveTo>
                  <a:pt x="41172" y="34276"/>
                </a:moveTo>
                <a:lnTo>
                  <a:pt x="27789" y="35093"/>
                </a:lnTo>
                <a:lnTo>
                  <a:pt x="31722" y="44032"/>
                </a:lnTo>
                <a:lnTo>
                  <a:pt x="45105" y="43215"/>
                </a:lnTo>
                <a:lnTo>
                  <a:pt x="41172" y="34276"/>
                </a:lnTo>
                <a:close/>
                <a:moveTo>
                  <a:pt x="11136" y="1277"/>
                </a:moveTo>
                <a:lnTo>
                  <a:pt x="6130" y="1584"/>
                </a:lnTo>
                <a:lnTo>
                  <a:pt x="5210" y="1686"/>
                </a:lnTo>
                <a:lnTo>
                  <a:pt x="4342" y="1839"/>
                </a:lnTo>
                <a:lnTo>
                  <a:pt x="3576" y="2146"/>
                </a:lnTo>
                <a:lnTo>
                  <a:pt x="2861" y="2452"/>
                </a:lnTo>
                <a:lnTo>
                  <a:pt x="2197" y="2861"/>
                </a:lnTo>
                <a:lnTo>
                  <a:pt x="1635" y="3371"/>
                </a:lnTo>
                <a:lnTo>
                  <a:pt x="1124" y="3882"/>
                </a:lnTo>
                <a:lnTo>
                  <a:pt x="715" y="4495"/>
                </a:lnTo>
                <a:lnTo>
                  <a:pt x="409" y="5159"/>
                </a:lnTo>
                <a:lnTo>
                  <a:pt x="153" y="5874"/>
                </a:lnTo>
                <a:lnTo>
                  <a:pt x="51" y="6590"/>
                </a:lnTo>
                <a:lnTo>
                  <a:pt x="0" y="7356"/>
                </a:lnTo>
                <a:lnTo>
                  <a:pt x="0" y="8173"/>
                </a:lnTo>
                <a:lnTo>
                  <a:pt x="153" y="9042"/>
                </a:lnTo>
                <a:lnTo>
                  <a:pt x="409" y="9910"/>
                </a:lnTo>
                <a:lnTo>
                  <a:pt x="715" y="10778"/>
                </a:lnTo>
                <a:lnTo>
                  <a:pt x="11902" y="36268"/>
                </a:lnTo>
                <a:lnTo>
                  <a:pt x="12362" y="37136"/>
                </a:lnTo>
                <a:lnTo>
                  <a:pt x="12822" y="37954"/>
                </a:lnTo>
                <a:lnTo>
                  <a:pt x="13384" y="38720"/>
                </a:lnTo>
                <a:lnTo>
                  <a:pt x="14048" y="39486"/>
                </a:lnTo>
                <a:lnTo>
                  <a:pt x="14712" y="40201"/>
                </a:lnTo>
                <a:lnTo>
                  <a:pt x="15427" y="40865"/>
                </a:lnTo>
                <a:lnTo>
                  <a:pt x="16244" y="41478"/>
                </a:lnTo>
                <a:lnTo>
                  <a:pt x="17061" y="42091"/>
                </a:lnTo>
                <a:lnTo>
                  <a:pt x="17879" y="42602"/>
                </a:lnTo>
                <a:lnTo>
                  <a:pt x="18798" y="43062"/>
                </a:lnTo>
                <a:lnTo>
                  <a:pt x="19667" y="43470"/>
                </a:lnTo>
                <a:lnTo>
                  <a:pt x="20586" y="43777"/>
                </a:lnTo>
                <a:lnTo>
                  <a:pt x="21557" y="44083"/>
                </a:lnTo>
                <a:lnTo>
                  <a:pt x="22476" y="44288"/>
                </a:lnTo>
                <a:lnTo>
                  <a:pt x="23395" y="44390"/>
                </a:lnTo>
                <a:lnTo>
                  <a:pt x="24366" y="44441"/>
                </a:lnTo>
                <a:lnTo>
                  <a:pt x="24928" y="44390"/>
                </a:lnTo>
                <a:lnTo>
                  <a:pt x="29934" y="44134"/>
                </a:lnTo>
                <a:lnTo>
                  <a:pt x="11136" y="1277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6" name="Google Shape;296;p11"/>
          <p:cNvSpPr>
            <a:spLocks noGrp="1"/>
          </p:cNvSpPr>
          <p:nvPr/>
        </p:nvSpPr>
        <p:spPr>
          <a:xfrm flipH="1">
            <a:off x="-1342548" y="6250176"/>
            <a:ext cx="9124" cy="524"/>
          </a:xfrm>
          <a:custGeom>
            <a:avLst/>
            <a:gdLst/>
            <a:ahLst/>
            <a:cxnLst/>
            <a:rect l="l" t="t" r="r" b="b"/>
            <a:pathLst>
              <a:path w="1789" h="103">
                <a:moveTo>
                  <a:pt x="1789" y="0"/>
                </a:moveTo>
                <a:lnTo>
                  <a:pt x="1" y="102"/>
                </a:lnTo>
                <a:lnTo>
                  <a:pt x="1" y="102"/>
                </a:lnTo>
                <a:lnTo>
                  <a:pt x="1789" y="0"/>
                </a:lnTo>
                <a:lnTo>
                  <a:pt x="178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7" name="Google Shape;297;p11"/>
          <p:cNvSpPr>
            <a:spLocks noGrp="1"/>
          </p:cNvSpPr>
          <p:nvPr/>
        </p:nvSpPr>
        <p:spPr>
          <a:xfrm flipH="1">
            <a:off x="-1419927" y="6245744"/>
            <a:ext cx="4692" cy="264"/>
          </a:xfrm>
          <a:custGeom>
            <a:avLst/>
            <a:gdLst/>
            <a:ahLst/>
            <a:cxnLst/>
            <a:rect l="l" t="t" r="r" b="b"/>
            <a:pathLst>
              <a:path w="920" h="52">
                <a:moveTo>
                  <a:pt x="920" y="1"/>
                </a:moveTo>
                <a:lnTo>
                  <a:pt x="0" y="52"/>
                </a:lnTo>
                <a:lnTo>
                  <a:pt x="0" y="52"/>
                </a:lnTo>
                <a:lnTo>
                  <a:pt x="920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8" name="Google Shape;298;p11"/>
          <p:cNvSpPr>
            <a:spLocks noGrp="1"/>
          </p:cNvSpPr>
          <p:nvPr/>
        </p:nvSpPr>
        <p:spPr>
          <a:xfrm flipH="1">
            <a:off x="-1331608" y="6200415"/>
            <a:ext cx="88323" cy="49767"/>
          </a:xfrm>
          <a:custGeom>
            <a:avLst/>
            <a:gdLst/>
            <a:ahLst/>
            <a:cxnLst/>
            <a:rect l="l" t="t" r="r" b="b"/>
            <a:pathLst>
              <a:path w="17318" h="9758">
                <a:moveTo>
                  <a:pt x="13384" y="1"/>
                </a:moveTo>
                <a:lnTo>
                  <a:pt x="1" y="818"/>
                </a:lnTo>
                <a:lnTo>
                  <a:pt x="3934" y="9757"/>
                </a:lnTo>
                <a:lnTo>
                  <a:pt x="17317" y="8940"/>
                </a:lnTo>
                <a:lnTo>
                  <a:pt x="13384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9" name="Google Shape;299;p11"/>
          <p:cNvSpPr>
            <a:spLocks noGrp="1"/>
          </p:cNvSpPr>
          <p:nvPr/>
        </p:nvSpPr>
        <p:spPr>
          <a:xfrm flipH="1">
            <a:off x="-1189885" y="6032121"/>
            <a:ext cx="152665" cy="220140"/>
          </a:xfrm>
          <a:custGeom>
            <a:avLst/>
            <a:gdLst/>
            <a:ahLst/>
            <a:cxnLst/>
            <a:rect l="l" t="t" r="r" b="b"/>
            <a:pathLst>
              <a:path w="29934" h="43164">
                <a:moveTo>
                  <a:pt x="11136" y="0"/>
                </a:moveTo>
                <a:lnTo>
                  <a:pt x="6130" y="307"/>
                </a:lnTo>
                <a:lnTo>
                  <a:pt x="6130" y="307"/>
                </a:lnTo>
                <a:lnTo>
                  <a:pt x="5210" y="409"/>
                </a:lnTo>
                <a:lnTo>
                  <a:pt x="4342" y="562"/>
                </a:lnTo>
                <a:lnTo>
                  <a:pt x="3576" y="869"/>
                </a:lnTo>
                <a:lnTo>
                  <a:pt x="2861" y="1175"/>
                </a:lnTo>
                <a:lnTo>
                  <a:pt x="2197" y="1584"/>
                </a:lnTo>
                <a:lnTo>
                  <a:pt x="1635" y="2094"/>
                </a:lnTo>
                <a:lnTo>
                  <a:pt x="1124" y="2605"/>
                </a:lnTo>
                <a:lnTo>
                  <a:pt x="715" y="3218"/>
                </a:lnTo>
                <a:lnTo>
                  <a:pt x="409" y="3882"/>
                </a:lnTo>
                <a:lnTo>
                  <a:pt x="153" y="4597"/>
                </a:lnTo>
                <a:lnTo>
                  <a:pt x="51" y="5313"/>
                </a:lnTo>
                <a:lnTo>
                  <a:pt x="0" y="6079"/>
                </a:lnTo>
                <a:lnTo>
                  <a:pt x="0" y="6896"/>
                </a:lnTo>
                <a:lnTo>
                  <a:pt x="153" y="7765"/>
                </a:lnTo>
                <a:lnTo>
                  <a:pt x="409" y="8633"/>
                </a:lnTo>
                <a:lnTo>
                  <a:pt x="715" y="9501"/>
                </a:lnTo>
                <a:lnTo>
                  <a:pt x="11902" y="34991"/>
                </a:lnTo>
                <a:lnTo>
                  <a:pt x="11902" y="34991"/>
                </a:lnTo>
                <a:lnTo>
                  <a:pt x="12362" y="35859"/>
                </a:lnTo>
                <a:lnTo>
                  <a:pt x="12822" y="36677"/>
                </a:lnTo>
                <a:lnTo>
                  <a:pt x="13384" y="37443"/>
                </a:lnTo>
                <a:lnTo>
                  <a:pt x="14048" y="38209"/>
                </a:lnTo>
                <a:lnTo>
                  <a:pt x="14712" y="38924"/>
                </a:lnTo>
                <a:lnTo>
                  <a:pt x="15427" y="39588"/>
                </a:lnTo>
                <a:lnTo>
                  <a:pt x="16244" y="40201"/>
                </a:lnTo>
                <a:lnTo>
                  <a:pt x="17061" y="40814"/>
                </a:lnTo>
                <a:lnTo>
                  <a:pt x="17879" y="41325"/>
                </a:lnTo>
                <a:lnTo>
                  <a:pt x="18798" y="41785"/>
                </a:lnTo>
                <a:lnTo>
                  <a:pt x="19667" y="42193"/>
                </a:lnTo>
                <a:lnTo>
                  <a:pt x="20586" y="42500"/>
                </a:lnTo>
                <a:lnTo>
                  <a:pt x="21557" y="42806"/>
                </a:lnTo>
                <a:lnTo>
                  <a:pt x="22476" y="43011"/>
                </a:lnTo>
                <a:lnTo>
                  <a:pt x="23395" y="43113"/>
                </a:lnTo>
                <a:lnTo>
                  <a:pt x="24366" y="43164"/>
                </a:lnTo>
                <a:lnTo>
                  <a:pt x="24366" y="43164"/>
                </a:lnTo>
                <a:lnTo>
                  <a:pt x="24928" y="43113"/>
                </a:lnTo>
                <a:lnTo>
                  <a:pt x="29934" y="42857"/>
                </a:lnTo>
                <a:lnTo>
                  <a:pt x="1113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0" name="Google Shape;300;p11"/>
          <p:cNvSpPr>
            <a:spLocks noGrp="1"/>
          </p:cNvSpPr>
          <p:nvPr/>
        </p:nvSpPr>
        <p:spPr>
          <a:xfrm flipH="1">
            <a:off x="-1255795" y="6027689"/>
            <a:ext cx="140165" cy="168303"/>
          </a:xfrm>
          <a:custGeom>
            <a:avLst/>
            <a:gdLst/>
            <a:ahLst/>
            <a:cxnLst/>
            <a:rect l="l" t="t" r="r" b="b"/>
            <a:pathLst>
              <a:path w="27483" h="33000">
                <a:moveTo>
                  <a:pt x="13333" y="1"/>
                </a:moveTo>
                <a:lnTo>
                  <a:pt x="1" y="767"/>
                </a:lnTo>
                <a:lnTo>
                  <a:pt x="14150" y="32999"/>
                </a:lnTo>
                <a:lnTo>
                  <a:pt x="27483" y="32182"/>
                </a:lnTo>
                <a:lnTo>
                  <a:pt x="13333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1" name="Google Shape;301;p11"/>
          <p:cNvSpPr>
            <a:spLocks noGrp="1"/>
          </p:cNvSpPr>
          <p:nvPr/>
        </p:nvSpPr>
        <p:spPr>
          <a:xfrm flipH="1">
            <a:off x="-1332908" y="6025608"/>
            <a:ext cx="152931" cy="220140"/>
          </a:xfrm>
          <a:custGeom>
            <a:avLst/>
            <a:gdLst/>
            <a:ahLst/>
            <a:cxnLst/>
            <a:rect l="l" t="t" r="r" b="b"/>
            <a:pathLst>
              <a:path w="29986" h="43164">
                <a:moveTo>
                  <a:pt x="5620" y="0"/>
                </a:moveTo>
                <a:lnTo>
                  <a:pt x="5620" y="0"/>
                </a:lnTo>
                <a:lnTo>
                  <a:pt x="5058" y="0"/>
                </a:lnTo>
                <a:lnTo>
                  <a:pt x="1" y="307"/>
                </a:lnTo>
                <a:lnTo>
                  <a:pt x="18850" y="43113"/>
                </a:lnTo>
                <a:lnTo>
                  <a:pt x="17982" y="43164"/>
                </a:lnTo>
                <a:lnTo>
                  <a:pt x="23856" y="42806"/>
                </a:lnTo>
                <a:lnTo>
                  <a:pt x="23856" y="42806"/>
                </a:lnTo>
                <a:lnTo>
                  <a:pt x="24775" y="42704"/>
                </a:lnTo>
                <a:lnTo>
                  <a:pt x="25644" y="42551"/>
                </a:lnTo>
                <a:lnTo>
                  <a:pt x="26410" y="42295"/>
                </a:lnTo>
                <a:lnTo>
                  <a:pt x="27125" y="41938"/>
                </a:lnTo>
                <a:lnTo>
                  <a:pt x="27789" y="41529"/>
                </a:lnTo>
                <a:lnTo>
                  <a:pt x="28351" y="41018"/>
                </a:lnTo>
                <a:lnTo>
                  <a:pt x="28811" y="40508"/>
                </a:lnTo>
                <a:lnTo>
                  <a:pt x="29220" y="39895"/>
                </a:lnTo>
                <a:lnTo>
                  <a:pt x="29526" y="39231"/>
                </a:lnTo>
                <a:lnTo>
                  <a:pt x="29781" y="38567"/>
                </a:lnTo>
                <a:lnTo>
                  <a:pt x="29935" y="37800"/>
                </a:lnTo>
                <a:lnTo>
                  <a:pt x="29986" y="37034"/>
                </a:lnTo>
                <a:lnTo>
                  <a:pt x="29935" y="36217"/>
                </a:lnTo>
                <a:lnTo>
                  <a:pt x="29781" y="35348"/>
                </a:lnTo>
                <a:lnTo>
                  <a:pt x="29577" y="34480"/>
                </a:lnTo>
                <a:lnTo>
                  <a:pt x="29220" y="33612"/>
                </a:lnTo>
                <a:lnTo>
                  <a:pt x="18033" y="8122"/>
                </a:lnTo>
                <a:lnTo>
                  <a:pt x="18033" y="8122"/>
                </a:lnTo>
                <a:lnTo>
                  <a:pt x="17624" y="7254"/>
                </a:lnTo>
                <a:lnTo>
                  <a:pt x="17113" y="6436"/>
                </a:lnTo>
                <a:lnTo>
                  <a:pt x="16551" y="5670"/>
                </a:lnTo>
                <a:lnTo>
                  <a:pt x="15938" y="4904"/>
                </a:lnTo>
                <a:lnTo>
                  <a:pt x="15223" y="4189"/>
                </a:lnTo>
                <a:lnTo>
                  <a:pt x="14508" y="3525"/>
                </a:lnTo>
                <a:lnTo>
                  <a:pt x="13742" y="2912"/>
                </a:lnTo>
                <a:lnTo>
                  <a:pt x="12925" y="2350"/>
                </a:lnTo>
                <a:lnTo>
                  <a:pt x="12056" y="1788"/>
                </a:lnTo>
                <a:lnTo>
                  <a:pt x="11188" y="1328"/>
                </a:lnTo>
                <a:lnTo>
                  <a:pt x="10268" y="920"/>
                </a:lnTo>
                <a:lnTo>
                  <a:pt x="9349" y="613"/>
                </a:lnTo>
                <a:lnTo>
                  <a:pt x="8429" y="358"/>
                </a:lnTo>
                <a:lnTo>
                  <a:pt x="7510" y="153"/>
                </a:lnTo>
                <a:lnTo>
                  <a:pt x="6539" y="0"/>
                </a:lnTo>
                <a:lnTo>
                  <a:pt x="5620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2" name="Google Shape;302;p11"/>
          <p:cNvSpPr>
            <a:spLocks noGrp="1"/>
          </p:cNvSpPr>
          <p:nvPr/>
        </p:nvSpPr>
        <p:spPr>
          <a:xfrm flipH="1">
            <a:off x="-1246676" y="6027169"/>
            <a:ext cx="182369" cy="223532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3" name="Google Shape;303;p11"/>
          <p:cNvSpPr>
            <a:spLocks noGrp="1"/>
          </p:cNvSpPr>
          <p:nvPr/>
        </p:nvSpPr>
        <p:spPr>
          <a:xfrm flipH="1">
            <a:off x="-1246676" y="6027169"/>
            <a:ext cx="182369" cy="223532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4" name="Google Shape;304;p11"/>
          <p:cNvSpPr>
            <a:spLocks noGrp="1"/>
          </p:cNvSpPr>
          <p:nvPr/>
        </p:nvSpPr>
        <p:spPr>
          <a:xfrm flipH="1">
            <a:off x="-984856" y="5843764"/>
            <a:ext cx="1452408" cy="655471"/>
          </a:xfrm>
          <a:custGeom>
            <a:avLst/>
            <a:gdLst/>
            <a:ahLst/>
            <a:cxnLst/>
            <a:rect l="l" t="t" r="r" b="b"/>
            <a:pathLst>
              <a:path w="284780" h="128521">
                <a:moveTo>
                  <a:pt x="1788" y="0"/>
                </a:moveTo>
                <a:lnTo>
                  <a:pt x="919" y="1277"/>
                </a:lnTo>
                <a:lnTo>
                  <a:pt x="511" y="1941"/>
                </a:lnTo>
                <a:lnTo>
                  <a:pt x="255" y="2708"/>
                </a:lnTo>
                <a:lnTo>
                  <a:pt x="51" y="3474"/>
                </a:lnTo>
                <a:lnTo>
                  <a:pt x="0" y="4291"/>
                </a:lnTo>
                <a:lnTo>
                  <a:pt x="0" y="5108"/>
                </a:lnTo>
                <a:lnTo>
                  <a:pt x="153" y="6028"/>
                </a:lnTo>
                <a:lnTo>
                  <a:pt x="358" y="6947"/>
                </a:lnTo>
                <a:lnTo>
                  <a:pt x="715" y="7867"/>
                </a:lnTo>
                <a:lnTo>
                  <a:pt x="50162" y="120348"/>
                </a:lnTo>
                <a:lnTo>
                  <a:pt x="50571" y="121216"/>
                </a:lnTo>
                <a:lnTo>
                  <a:pt x="51082" y="122085"/>
                </a:lnTo>
                <a:lnTo>
                  <a:pt x="51490" y="122596"/>
                </a:lnTo>
                <a:lnTo>
                  <a:pt x="51899" y="123157"/>
                </a:lnTo>
                <a:lnTo>
                  <a:pt x="52307" y="123668"/>
                </a:lnTo>
                <a:lnTo>
                  <a:pt x="52359" y="123668"/>
                </a:lnTo>
                <a:lnTo>
                  <a:pt x="52767" y="124128"/>
                </a:lnTo>
                <a:lnTo>
                  <a:pt x="53278" y="124588"/>
                </a:lnTo>
                <a:lnTo>
                  <a:pt x="54249" y="125405"/>
                </a:lnTo>
                <a:lnTo>
                  <a:pt x="54453" y="125609"/>
                </a:lnTo>
                <a:lnTo>
                  <a:pt x="55321" y="126171"/>
                </a:lnTo>
                <a:lnTo>
                  <a:pt x="55628" y="126376"/>
                </a:lnTo>
                <a:lnTo>
                  <a:pt x="56343" y="126784"/>
                </a:lnTo>
                <a:lnTo>
                  <a:pt x="57109" y="127193"/>
                </a:lnTo>
                <a:lnTo>
                  <a:pt x="57262" y="127244"/>
                </a:lnTo>
                <a:lnTo>
                  <a:pt x="57722" y="127448"/>
                </a:lnTo>
                <a:lnTo>
                  <a:pt x="58335" y="127704"/>
                </a:lnTo>
                <a:lnTo>
                  <a:pt x="58999" y="127908"/>
                </a:lnTo>
                <a:lnTo>
                  <a:pt x="59612" y="128112"/>
                </a:lnTo>
                <a:lnTo>
                  <a:pt x="60225" y="128266"/>
                </a:lnTo>
                <a:lnTo>
                  <a:pt x="60838" y="128368"/>
                </a:lnTo>
                <a:lnTo>
                  <a:pt x="61400" y="128419"/>
                </a:lnTo>
                <a:lnTo>
                  <a:pt x="62268" y="128521"/>
                </a:lnTo>
                <a:lnTo>
                  <a:pt x="63137" y="128521"/>
                </a:lnTo>
                <a:lnTo>
                  <a:pt x="278752" y="115853"/>
                </a:lnTo>
                <a:lnTo>
                  <a:pt x="279569" y="115751"/>
                </a:lnTo>
                <a:lnTo>
                  <a:pt x="280335" y="115597"/>
                </a:lnTo>
                <a:lnTo>
                  <a:pt x="280795" y="115444"/>
                </a:lnTo>
                <a:lnTo>
                  <a:pt x="281204" y="115342"/>
                </a:lnTo>
                <a:lnTo>
                  <a:pt x="281561" y="115189"/>
                </a:lnTo>
                <a:lnTo>
                  <a:pt x="281715" y="115087"/>
                </a:lnTo>
                <a:lnTo>
                  <a:pt x="282072" y="114933"/>
                </a:lnTo>
                <a:lnTo>
                  <a:pt x="282481" y="114678"/>
                </a:lnTo>
                <a:lnTo>
                  <a:pt x="282838" y="114371"/>
                </a:lnTo>
                <a:lnTo>
                  <a:pt x="283145" y="114116"/>
                </a:lnTo>
                <a:lnTo>
                  <a:pt x="283349" y="113963"/>
                </a:lnTo>
                <a:lnTo>
                  <a:pt x="283656" y="113605"/>
                </a:lnTo>
                <a:lnTo>
                  <a:pt x="283911" y="113197"/>
                </a:lnTo>
                <a:lnTo>
                  <a:pt x="284779" y="111920"/>
                </a:lnTo>
                <a:lnTo>
                  <a:pt x="284422" y="112379"/>
                </a:lnTo>
                <a:lnTo>
                  <a:pt x="284013" y="112839"/>
                </a:lnTo>
                <a:lnTo>
                  <a:pt x="283707" y="113094"/>
                </a:lnTo>
                <a:lnTo>
                  <a:pt x="283349" y="113350"/>
                </a:lnTo>
                <a:lnTo>
                  <a:pt x="282941" y="113605"/>
                </a:lnTo>
                <a:lnTo>
                  <a:pt x="282583" y="113810"/>
                </a:lnTo>
                <a:lnTo>
                  <a:pt x="282123" y="114014"/>
                </a:lnTo>
                <a:lnTo>
                  <a:pt x="281663" y="114167"/>
                </a:lnTo>
                <a:lnTo>
                  <a:pt x="281204" y="114320"/>
                </a:lnTo>
                <a:lnTo>
                  <a:pt x="280438" y="114474"/>
                </a:lnTo>
                <a:lnTo>
                  <a:pt x="279620" y="114576"/>
                </a:lnTo>
                <a:lnTo>
                  <a:pt x="64005" y="127193"/>
                </a:lnTo>
                <a:lnTo>
                  <a:pt x="63137" y="127193"/>
                </a:lnTo>
                <a:lnTo>
                  <a:pt x="62268" y="127142"/>
                </a:lnTo>
                <a:lnTo>
                  <a:pt x="61706" y="127040"/>
                </a:lnTo>
                <a:lnTo>
                  <a:pt x="61093" y="126937"/>
                </a:lnTo>
                <a:lnTo>
                  <a:pt x="60481" y="126784"/>
                </a:lnTo>
                <a:lnTo>
                  <a:pt x="59868" y="126631"/>
                </a:lnTo>
                <a:lnTo>
                  <a:pt x="59203" y="126427"/>
                </a:lnTo>
                <a:lnTo>
                  <a:pt x="58591" y="126171"/>
                </a:lnTo>
                <a:lnTo>
                  <a:pt x="58131" y="125967"/>
                </a:lnTo>
                <a:lnTo>
                  <a:pt x="57313" y="125558"/>
                </a:lnTo>
                <a:lnTo>
                  <a:pt x="56496" y="125099"/>
                </a:lnTo>
                <a:lnTo>
                  <a:pt x="56139" y="124843"/>
                </a:lnTo>
                <a:lnTo>
                  <a:pt x="55117" y="124128"/>
                </a:lnTo>
                <a:lnTo>
                  <a:pt x="54146" y="123260"/>
                </a:lnTo>
                <a:lnTo>
                  <a:pt x="53636" y="122851"/>
                </a:lnTo>
                <a:lnTo>
                  <a:pt x="53227" y="122391"/>
                </a:lnTo>
                <a:lnTo>
                  <a:pt x="52767" y="121880"/>
                </a:lnTo>
                <a:lnTo>
                  <a:pt x="52410" y="121319"/>
                </a:lnTo>
                <a:lnTo>
                  <a:pt x="51950" y="120808"/>
                </a:lnTo>
                <a:lnTo>
                  <a:pt x="51439" y="119939"/>
                </a:lnTo>
                <a:lnTo>
                  <a:pt x="51030" y="119071"/>
                </a:lnTo>
                <a:lnTo>
                  <a:pt x="1584" y="6539"/>
                </a:lnTo>
                <a:lnTo>
                  <a:pt x="1226" y="5619"/>
                </a:lnTo>
                <a:lnTo>
                  <a:pt x="1022" y="4700"/>
                </a:lnTo>
                <a:lnTo>
                  <a:pt x="868" y="3831"/>
                </a:lnTo>
                <a:lnTo>
                  <a:pt x="868" y="2963"/>
                </a:lnTo>
                <a:lnTo>
                  <a:pt x="919" y="2146"/>
                </a:lnTo>
                <a:lnTo>
                  <a:pt x="1124" y="1380"/>
                </a:lnTo>
                <a:lnTo>
                  <a:pt x="1379" y="664"/>
                </a:lnTo>
                <a:lnTo>
                  <a:pt x="1788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42875" dist="95250" dir="72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"/>
        <p:cNvGrpSpPr/>
        <p:nvPr/>
      </p:nvGrpSpPr>
      <p:grpSpPr/>
      <p:sp>
        <p:nvSpPr>
          <p:cNvPr id="307" name="Google Shape;307;p13"/>
          <p:cNvSpPr>
            <a:spLocks noGrp="1"/>
          </p:cNvSpPr>
          <p:nvPr>
            <p:ph type="title"/>
          </p:nvPr>
        </p:nvSpPr>
        <p:spPr>
          <a:xfrm>
            <a:off x="2119365" y="1981767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08" name="Google Shape;308;p13"/>
          <p:cNvSpPr>
            <a:spLocks noGrp="1"/>
          </p:cNvSpPr>
          <p:nvPr>
            <p:ph type="title" idx="2"/>
          </p:nvPr>
        </p:nvSpPr>
        <p:spPr>
          <a:xfrm flipH="1">
            <a:off x="7379785" y="1981767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09" name="Google Shape;309;p13"/>
          <p:cNvSpPr>
            <a:spLocks noGrp="1"/>
          </p:cNvSpPr>
          <p:nvPr>
            <p:ph type="title" idx="3" hasCustomPrompt="1"/>
          </p:nvPr>
        </p:nvSpPr>
        <p:spPr>
          <a:xfrm>
            <a:off x="1015591" y="1980432"/>
            <a:ext cx="1012000" cy="48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0" name="Google Shape;310;p13"/>
          <p:cNvSpPr>
            <a:spLocks noGrp="1"/>
          </p:cNvSpPr>
          <p:nvPr>
            <p:ph type="title" idx="4" hasCustomPrompt="1"/>
          </p:nvPr>
        </p:nvSpPr>
        <p:spPr>
          <a:xfrm flipH="1">
            <a:off x="6251424" y="1982363"/>
            <a:ext cx="1012000" cy="48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1" name="Google Shape;311;p13"/>
          <p:cNvSpPr>
            <a:spLocks noGrp="1"/>
          </p:cNvSpPr>
          <p:nvPr>
            <p:ph type="title" idx="5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2" name="Google Shape;312;p13"/>
          <p:cNvSpPr>
            <a:spLocks noGrp="1"/>
          </p:cNvSpPr>
          <p:nvPr>
            <p:ph type="title" idx="6"/>
          </p:nvPr>
        </p:nvSpPr>
        <p:spPr>
          <a:xfrm>
            <a:off x="2119365" y="3404625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3" name="Google Shape;313;p13"/>
          <p:cNvSpPr>
            <a:spLocks noGrp="1"/>
          </p:cNvSpPr>
          <p:nvPr>
            <p:ph type="title" idx="7"/>
          </p:nvPr>
        </p:nvSpPr>
        <p:spPr>
          <a:xfrm flipH="1">
            <a:off x="7379785" y="3404625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4" name="Google Shape;314;p13"/>
          <p:cNvSpPr>
            <a:spLocks noGrp="1"/>
          </p:cNvSpPr>
          <p:nvPr>
            <p:ph type="title" idx="8" hasCustomPrompt="1"/>
          </p:nvPr>
        </p:nvSpPr>
        <p:spPr>
          <a:xfrm>
            <a:off x="1015584" y="3404615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5" name="Google Shape;315;p13"/>
          <p:cNvSpPr>
            <a:spLocks noGrp="1"/>
          </p:cNvSpPr>
          <p:nvPr>
            <p:ph type="title" idx="9" hasCustomPrompt="1"/>
          </p:nvPr>
        </p:nvSpPr>
        <p:spPr>
          <a:xfrm flipH="1">
            <a:off x="6251424" y="3404615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6" name="Google Shape;316;p13"/>
          <p:cNvSpPr>
            <a:spLocks noGrp="1"/>
          </p:cNvSpPr>
          <p:nvPr>
            <p:ph type="title" idx="13"/>
          </p:nvPr>
        </p:nvSpPr>
        <p:spPr>
          <a:xfrm>
            <a:off x="2119365" y="4818833"/>
            <a:ext cx="40792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7" name="Google Shape;317;p13"/>
          <p:cNvSpPr>
            <a:spLocks noGrp="1"/>
          </p:cNvSpPr>
          <p:nvPr>
            <p:ph type="title" idx="14"/>
          </p:nvPr>
        </p:nvSpPr>
        <p:spPr>
          <a:xfrm flipH="1">
            <a:off x="7379785" y="4818833"/>
            <a:ext cx="40796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318" name="Google Shape;318;p13"/>
          <p:cNvSpPr>
            <a:spLocks noGrp="1"/>
          </p:cNvSpPr>
          <p:nvPr>
            <p:ph type="title" idx="15" hasCustomPrompt="1"/>
          </p:nvPr>
        </p:nvSpPr>
        <p:spPr>
          <a:xfrm>
            <a:off x="1015584" y="4818817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19" name="Google Shape;319;p13"/>
          <p:cNvSpPr>
            <a:spLocks noGrp="1"/>
          </p:cNvSpPr>
          <p:nvPr>
            <p:ph type="title" idx="16" hasCustomPrompt="1"/>
          </p:nvPr>
        </p:nvSpPr>
        <p:spPr>
          <a:xfrm flipH="1">
            <a:off x="6251424" y="4818817"/>
            <a:ext cx="1012000" cy="48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21" name="Google Shape;321;p13"/>
          <p:cNvSpPr>
            <a:spLocks noGrp="1"/>
          </p:cNvSpPr>
          <p:nvPr/>
        </p:nvSpPr>
        <p:spPr>
          <a:xfrm>
            <a:off x="11174416" y="0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2" name="Google Shape;322;p13"/>
          <p:cNvSpPr>
            <a:spLocks noGrp="1"/>
          </p:cNvSpPr>
          <p:nvPr/>
        </p:nvSpPr>
        <p:spPr>
          <a:xfrm>
            <a:off x="11682416" y="0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23" name="Google Shape;323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799985">
            <a:off x="624331" y="5987727"/>
            <a:ext cx="1089813" cy="731848"/>
          </a:xfrm>
          <a:prstGeom prst="rect">
            <a:avLst/>
          </a:prstGeom>
          <a:ln>
            <a:noFill/>
          </a:ln>
        </p:spPr>
      </p:pic>
      <p:pic>
        <p:nvPicPr>
          <p:cNvPr id="324" name="Google Shape;324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50">
            <a:off x="130179" y="5882529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325" name="Google Shape;325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29576">
            <a:off x="10991865" y="608892"/>
            <a:ext cx="1089813" cy="731848"/>
          </a:xfrm>
          <a:prstGeom prst="rect">
            <a:avLst/>
          </a:prstGeom>
          <a:ln>
            <a:noFill/>
          </a:ln>
        </p:spPr>
      </p:pic>
      <p:pic>
        <p:nvPicPr>
          <p:cNvPr id="326" name="Google Shape;326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91579">
            <a:off x="11259328" y="1247509"/>
            <a:ext cx="686445" cy="460971"/>
          </a:xfrm>
          <a:prstGeom prst="rect">
            <a:avLst/>
          </a:prstGeom>
          <a:ln>
            <a:noFill/>
          </a:ln>
        </p:spPr>
      </p:pic>
      <p:pic>
        <p:nvPicPr>
          <p:cNvPr id="327" name="Google Shape;327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65" y="2164373"/>
            <a:ext cx="302467" cy="302467"/>
          </a:xfrm>
          <a:prstGeom prst="rect">
            <a:avLst/>
          </a:prstGeom>
          <a:ln>
            <a:noFill/>
          </a:ln>
        </p:spPr>
      </p:pic>
      <p:pic>
        <p:nvPicPr>
          <p:cNvPr id="328" name="Google Shape;328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682367" y="5194363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329" name="Google Shape;329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8760" y="719341"/>
            <a:ext cx="1666500" cy="1666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1" name=""/>
        <p:cNvGrpSpPr/>
        <p:nvPr/>
      </p:nvGrpSpPr>
      <p:grpSpPr/>
      <p:sp>
        <p:nvSpPr>
          <p:cNvPr id="331" name="Google Shape;331;p14"/>
          <p:cNvSpPr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2" name="Google Shape;332;p14"/>
          <p:cNvSpPr>
            <a:spLocks noGrp="1"/>
          </p:cNvSpPr>
          <p:nvPr/>
        </p:nvSpPr>
        <p:spPr>
          <a:xfrm rot="5400000">
            <a:off x="5942800" y="3050696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33" name="Google Shape;333;p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752821" flipH="1">
            <a:off x="10776003" y="414229"/>
            <a:ext cx="3842364" cy="1543267"/>
          </a:xfrm>
          <a:prstGeom prst="rect">
            <a:avLst/>
          </a:prstGeom>
          <a:ln>
            <a:noFill/>
          </a:ln>
        </p:spPr>
      </p:pic>
      <p:pic>
        <p:nvPicPr>
          <p:cNvPr id="334" name="Google Shape;334;p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699934">
            <a:off x="1329311" y="-209437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335" name="Google Shape;335;p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30707">
            <a:off x="66739" y="921645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336" name="Google Shape;336;p14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6762063" y="6349651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337" name="Google Shape;337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338" name="Google Shape;338;p14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1528433" y="2982532"/>
            <a:ext cx="1886891" cy="1883268"/>
          </a:xfrm>
          <a:prstGeom prst="rect">
            <a:avLst/>
          </a:prstGeom>
          <a:ln>
            <a:noFill/>
          </a:ln>
        </p:spPr>
      </p:pic>
      <p:sp>
        <p:nvSpPr>
          <p:cNvPr id="340" name="Google Shape;340;p14"/>
          <p:cNvSpPr>
            <a:spLocks noGrp="1"/>
          </p:cNvSpPr>
          <p:nvPr/>
        </p:nvSpPr>
        <p:spPr>
          <a:xfrm flipH="1">
            <a:off x="-1247880" y="4205893"/>
            <a:ext cx="1453549" cy="72703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69506" y="116517"/>
                </a:moveTo>
                <a:lnTo>
                  <a:pt x="269915" y="116568"/>
                </a:lnTo>
                <a:lnTo>
                  <a:pt x="270324" y="116619"/>
                </a:lnTo>
                <a:lnTo>
                  <a:pt x="270732" y="116772"/>
                </a:lnTo>
                <a:lnTo>
                  <a:pt x="271141" y="116874"/>
                </a:lnTo>
                <a:lnTo>
                  <a:pt x="271550" y="117078"/>
                </a:lnTo>
                <a:lnTo>
                  <a:pt x="271907" y="117283"/>
                </a:lnTo>
                <a:lnTo>
                  <a:pt x="272316" y="117538"/>
                </a:lnTo>
                <a:lnTo>
                  <a:pt x="272878" y="117998"/>
                </a:lnTo>
                <a:lnTo>
                  <a:pt x="273389" y="118509"/>
                </a:lnTo>
                <a:lnTo>
                  <a:pt x="273797" y="119071"/>
                </a:lnTo>
                <a:lnTo>
                  <a:pt x="274155" y="119684"/>
                </a:lnTo>
                <a:lnTo>
                  <a:pt x="274257" y="119990"/>
                </a:lnTo>
                <a:lnTo>
                  <a:pt x="274359" y="120297"/>
                </a:lnTo>
                <a:lnTo>
                  <a:pt x="274410" y="120603"/>
                </a:lnTo>
                <a:lnTo>
                  <a:pt x="274410" y="120910"/>
                </a:lnTo>
                <a:lnTo>
                  <a:pt x="274410" y="121165"/>
                </a:lnTo>
                <a:lnTo>
                  <a:pt x="274410" y="121420"/>
                </a:lnTo>
                <a:lnTo>
                  <a:pt x="274308" y="121676"/>
                </a:lnTo>
                <a:lnTo>
                  <a:pt x="274206" y="121931"/>
                </a:lnTo>
                <a:lnTo>
                  <a:pt x="274053" y="122187"/>
                </a:lnTo>
                <a:lnTo>
                  <a:pt x="273899" y="122442"/>
                </a:lnTo>
                <a:lnTo>
                  <a:pt x="273695" y="122646"/>
                </a:lnTo>
                <a:lnTo>
                  <a:pt x="273440" y="122851"/>
                </a:lnTo>
                <a:lnTo>
                  <a:pt x="273133" y="123004"/>
                </a:lnTo>
                <a:lnTo>
                  <a:pt x="272827" y="123106"/>
                </a:lnTo>
                <a:lnTo>
                  <a:pt x="272469" y="123208"/>
                </a:lnTo>
                <a:lnTo>
                  <a:pt x="272060" y="123259"/>
                </a:lnTo>
                <a:lnTo>
                  <a:pt x="271703" y="123259"/>
                </a:lnTo>
                <a:lnTo>
                  <a:pt x="271294" y="123208"/>
                </a:lnTo>
                <a:lnTo>
                  <a:pt x="270937" y="123157"/>
                </a:lnTo>
                <a:lnTo>
                  <a:pt x="270579" y="123055"/>
                </a:lnTo>
                <a:lnTo>
                  <a:pt x="269813" y="122800"/>
                </a:lnTo>
                <a:lnTo>
                  <a:pt x="269149" y="122391"/>
                </a:lnTo>
                <a:lnTo>
                  <a:pt x="268485" y="121931"/>
                </a:lnTo>
                <a:lnTo>
                  <a:pt x="267872" y="121369"/>
                </a:lnTo>
                <a:lnTo>
                  <a:pt x="267412" y="120756"/>
                </a:lnTo>
                <a:lnTo>
                  <a:pt x="267208" y="120450"/>
                </a:lnTo>
                <a:lnTo>
                  <a:pt x="267054" y="120092"/>
                </a:lnTo>
                <a:lnTo>
                  <a:pt x="266901" y="119735"/>
                </a:lnTo>
                <a:lnTo>
                  <a:pt x="266799" y="119428"/>
                </a:lnTo>
                <a:lnTo>
                  <a:pt x="266748" y="119071"/>
                </a:lnTo>
                <a:lnTo>
                  <a:pt x="266748" y="118764"/>
                </a:lnTo>
                <a:lnTo>
                  <a:pt x="266748" y="118458"/>
                </a:lnTo>
                <a:lnTo>
                  <a:pt x="266799" y="118202"/>
                </a:lnTo>
                <a:lnTo>
                  <a:pt x="266901" y="117896"/>
                </a:lnTo>
                <a:lnTo>
                  <a:pt x="267054" y="117640"/>
                </a:lnTo>
                <a:lnTo>
                  <a:pt x="267208" y="117436"/>
                </a:lnTo>
                <a:lnTo>
                  <a:pt x="267361" y="117232"/>
                </a:lnTo>
                <a:lnTo>
                  <a:pt x="267616" y="117027"/>
                </a:lnTo>
                <a:lnTo>
                  <a:pt x="267821" y="116874"/>
                </a:lnTo>
                <a:lnTo>
                  <a:pt x="268127" y="116772"/>
                </a:lnTo>
                <a:lnTo>
                  <a:pt x="268434" y="116670"/>
                </a:lnTo>
                <a:lnTo>
                  <a:pt x="268740" y="116568"/>
                </a:lnTo>
                <a:lnTo>
                  <a:pt x="269098" y="116517"/>
                </a:lnTo>
                <a:close/>
                <a:moveTo>
                  <a:pt x="221745" y="0"/>
                </a:move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1" name="Google Shape;341;p14"/>
          <p:cNvSpPr>
            <a:spLocks noGrp="1"/>
          </p:cNvSpPr>
          <p:nvPr/>
        </p:nvSpPr>
        <p:spPr>
          <a:xfrm flipH="1">
            <a:off x="-1247880" y="4205893"/>
            <a:ext cx="1453549" cy="72703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84116" y="120603"/>
                </a:moveTo>
                <a:lnTo>
                  <a:pt x="234720" y="8122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lnTo>
                  <a:pt x="221745" y="0"/>
                </a:lnTo>
                <a:lnTo>
                  <a:pt x="6181" y="12617"/>
                </a:ln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2" name="Google Shape;342;p14"/>
          <p:cNvSpPr>
            <a:spLocks noGrp="1"/>
          </p:cNvSpPr>
          <p:nvPr/>
        </p:nvSpPr>
        <p:spPr>
          <a:xfrm flipH="1">
            <a:off x="-2608656" y="4800284"/>
            <a:ext cx="39096" cy="34403"/>
          </a:xfrm>
          <a:custGeom>
            <a:avLst/>
            <a:gdLst/>
            <a:ahLst/>
            <a:cxnLst/>
            <a:rect l="l" t="t" r="r" b="b"/>
            <a:pathLst>
              <a:path w="7664" h="6744">
                <a:moveTo>
                  <a:pt x="7459" y="5415"/>
                </a:moveTo>
                <a:lnTo>
                  <a:pt x="7459" y="5415"/>
                </a:lnTo>
                <a:lnTo>
                  <a:pt x="7306" y="5671"/>
                </a:lnTo>
                <a:lnTo>
                  <a:pt x="7152" y="5926"/>
                </a:lnTo>
                <a:lnTo>
                  <a:pt x="6948" y="6130"/>
                </a:lnTo>
                <a:lnTo>
                  <a:pt x="6693" y="6335"/>
                </a:lnTo>
                <a:lnTo>
                  <a:pt x="6386" y="6488"/>
                </a:lnTo>
                <a:lnTo>
                  <a:pt x="6080" y="6590"/>
                </a:lnTo>
                <a:lnTo>
                  <a:pt x="5722" y="6692"/>
                </a:lnTo>
                <a:lnTo>
                  <a:pt x="5313" y="6743"/>
                </a:lnTo>
                <a:lnTo>
                  <a:pt x="5313" y="6743"/>
                </a:lnTo>
                <a:lnTo>
                  <a:pt x="4956" y="6743"/>
                </a:lnTo>
                <a:lnTo>
                  <a:pt x="4547" y="6692"/>
                </a:lnTo>
                <a:lnTo>
                  <a:pt x="4190" y="6641"/>
                </a:lnTo>
                <a:lnTo>
                  <a:pt x="3832" y="6539"/>
                </a:lnTo>
                <a:lnTo>
                  <a:pt x="3066" y="6284"/>
                </a:lnTo>
                <a:lnTo>
                  <a:pt x="2402" y="5875"/>
                </a:lnTo>
                <a:lnTo>
                  <a:pt x="1738" y="5415"/>
                </a:lnTo>
                <a:lnTo>
                  <a:pt x="1125" y="4853"/>
                </a:lnTo>
                <a:lnTo>
                  <a:pt x="665" y="4240"/>
                </a:lnTo>
                <a:lnTo>
                  <a:pt x="461" y="3934"/>
                </a:lnTo>
                <a:lnTo>
                  <a:pt x="307" y="3576"/>
                </a:lnTo>
                <a:lnTo>
                  <a:pt x="307" y="3576"/>
                </a:lnTo>
                <a:lnTo>
                  <a:pt x="154" y="3219"/>
                </a:lnTo>
                <a:lnTo>
                  <a:pt x="52" y="2912"/>
                </a:lnTo>
                <a:lnTo>
                  <a:pt x="1" y="2555"/>
                </a:lnTo>
                <a:lnTo>
                  <a:pt x="1" y="2248"/>
                </a:lnTo>
                <a:lnTo>
                  <a:pt x="1" y="1942"/>
                </a:lnTo>
                <a:lnTo>
                  <a:pt x="52" y="1686"/>
                </a:lnTo>
                <a:lnTo>
                  <a:pt x="154" y="1380"/>
                </a:lnTo>
                <a:lnTo>
                  <a:pt x="307" y="1124"/>
                </a:lnTo>
                <a:lnTo>
                  <a:pt x="461" y="920"/>
                </a:lnTo>
                <a:lnTo>
                  <a:pt x="614" y="716"/>
                </a:lnTo>
                <a:lnTo>
                  <a:pt x="869" y="511"/>
                </a:lnTo>
                <a:lnTo>
                  <a:pt x="1074" y="358"/>
                </a:lnTo>
                <a:lnTo>
                  <a:pt x="1380" y="256"/>
                </a:lnTo>
                <a:lnTo>
                  <a:pt x="1687" y="154"/>
                </a:lnTo>
                <a:lnTo>
                  <a:pt x="1993" y="52"/>
                </a:lnTo>
                <a:lnTo>
                  <a:pt x="2351" y="1"/>
                </a:lnTo>
                <a:lnTo>
                  <a:pt x="2351" y="1"/>
                </a:lnTo>
                <a:lnTo>
                  <a:pt x="2759" y="1"/>
                </a:lnTo>
                <a:lnTo>
                  <a:pt x="3168" y="52"/>
                </a:lnTo>
                <a:lnTo>
                  <a:pt x="3577" y="103"/>
                </a:lnTo>
                <a:lnTo>
                  <a:pt x="3985" y="256"/>
                </a:lnTo>
                <a:lnTo>
                  <a:pt x="4394" y="358"/>
                </a:lnTo>
                <a:lnTo>
                  <a:pt x="4803" y="562"/>
                </a:lnTo>
                <a:lnTo>
                  <a:pt x="5160" y="767"/>
                </a:lnTo>
                <a:lnTo>
                  <a:pt x="5569" y="1022"/>
                </a:lnTo>
                <a:lnTo>
                  <a:pt x="5569" y="1022"/>
                </a:lnTo>
                <a:lnTo>
                  <a:pt x="6131" y="1482"/>
                </a:lnTo>
                <a:lnTo>
                  <a:pt x="6642" y="1993"/>
                </a:lnTo>
                <a:lnTo>
                  <a:pt x="7050" y="2555"/>
                </a:lnTo>
                <a:lnTo>
                  <a:pt x="7408" y="3168"/>
                </a:lnTo>
                <a:lnTo>
                  <a:pt x="7408" y="3168"/>
                </a:lnTo>
                <a:lnTo>
                  <a:pt x="7510" y="3474"/>
                </a:lnTo>
                <a:lnTo>
                  <a:pt x="7612" y="3781"/>
                </a:lnTo>
                <a:lnTo>
                  <a:pt x="7663" y="4087"/>
                </a:lnTo>
                <a:lnTo>
                  <a:pt x="7663" y="4394"/>
                </a:lnTo>
                <a:lnTo>
                  <a:pt x="7663" y="4649"/>
                </a:lnTo>
                <a:lnTo>
                  <a:pt x="7663" y="4904"/>
                </a:lnTo>
                <a:lnTo>
                  <a:pt x="7561" y="5160"/>
                </a:lnTo>
                <a:lnTo>
                  <a:pt x="7459" y="5415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3" name="Google Shape;343;p14"/>
          <p:cNvSpPr>
            <a:spLocks noGrp="1"/>
          </p:cNvSpPr>
          <p:nvPr/>
        </p:nvSpPr>
        <p:spPr>
          <a:xfrm flipH="1">
            <a:off x="-2146380" y="4382569"/>
            <a:ext cx="291859" cy="255113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4" name="Google Shape;344;p14"/>
          <p:cNvSpPr>
            <a:spLocks noGrp="1"/>
          </p:cNvSpPr>
          <p:nvPr/>
        </p:nvSpPr>
        <p:spPr>
          <a:xfrm flipH="1">
            <a:off x="-2146380" y="4382569"/>
            <a:ext cx="291859" cy="255113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9309" y="0"/>
                </a:lnTo>
                <a:lnTo>
                  <a:pt x="17624" y="51"/>
                </a:ln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7903" y="50009"/>
                </a:lnTo>
                <a:lnTo>
                  <a:pt x="39537" y="49958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5" name="Google Shape;345;p14"/>
          <p:cNvSpPr>
            <a:spLocks noGrp="1"/>
          </p:cNvSpPr>
          <p:nvPr/>
        </p:nvSpPr>
        <p:spPr>
          <a:xfrm flipH="1">
            <a:off x="-2608921" y="4800284"/>
            <a:ext cx="38831" cy="29969"/>
          </a:xfrm>
          <a:custGeom>
            <a:avLst/>
            <a:gdLst/>
            <a:ahLst/>
            <a:cxnLst/>
            <a:rect l="l" t="t" r="r" b="b"/>
            <a:pathLst>
              <a:path w="7612" h="5875">
                <a:moveTo>
                  <a:pt x="2299" y="1"/>
                </a:moveTo>
                <a:lnTo>
                  <a:pt x="1839" y="52"/>
                </a:lnTo>
                <a:lnTo>
                  <a:pt x="1430" y="154"/>
                </a:lnTo>
                <a:lnTo>
                  <a:pt x="1073" y="358"/>
                </a:lnTo>
                <a:lnTo>
                  <a:pt x="766" y="562"/>
                </a:lnTo>
                <a:lnTo>
                  <a:pt x="511" y="818"/>
                </a:lnTo>
                <a:lnTo>
                  <a:pt x="255" y="1073"/>
                </a:lnTo>
                <a:lnTo>
                  <a:pt x="102" y="1431"/>
                </a:lnTo>
                <a:lnTo>
                  <a:pt x="0" y="1788"/>
                </a:lnTo>
                <a:lnTo>
                  <a:pt x="358" y="1431"/>
                </a:lnTo>
                <a:lnTo>
                  <a:pt x="766" y="1175"/>
                </a:lnTo>
                <a:lnTo>
                  <a:pt x="1277" y="1022"/>
                </a:lnTo>
                <a:lnTo>
                  <a:pt x="1890" y="920"/>
                </a:lnTo>
                <a:lnTo>
                  <a:pt x="2299" y="920"/>
                </a:lnTo>
                <a:lnTo>
                  <a:pt x="2707" y="971"/>
                </a:lnTo>
                <a:lnTo>
                  <a:pt x="3116" y="1022"/>
                </a:lnTo>
                <a:lnTo>
                  <a:pt x="3525" y="1124"/>
                </a:lnTo>
                <a:lnTo>
                  <a:pt x="3933" y="1278"/>
                </a:lnTo>
                <a:lnTo>
                  <a:pt x="4291" y="1482"/>
                </a:lnTo>
                <a:lnTo>
                  <a:pt x="4700" y="1686"/>
                </a:lnTo>
                <a:lnTo>
                  <a:pt x="5057" y="1891"/>
                </a:lnTo>
                <a:lnTo>
                  <a:pt x="5619" y="2350"/>
                </a:lnTo>
                <a:lnTo>
                  <a:pt x="6130" y="2861"/>
                </a:lnTo>
                <a:lnTo>
                  <a:pt x="6590" y="3474"/>
                </a:lnTo>
                <a:lnTo>
                  <a:pt x="6896" y="4087"/>
                </a:lnTo>
                <a:lnTo>
                  <a:pt x="7100" y="4547"/>
                </a:lnTo>
                <a:lnTo>
                  <a:pt x="7151" y="5007"/>
                </a:lnTo>
                <a:lnTo>
                  <a:pt x="7203" y="5415"/>
                </a:lnTo>
                <a:lnTo>
                  <a:pt x="7151" y="5875"/>
                </a:lnTo>
                <a:lnTo>
                  <a:pt x="7305" y="5620"/>
                </a:lnTo>
                <a:lnTo>
                  <a:pt x="7458" y="5415"/>
                </a:lnTo>
                <a:lnTo>
                  <a:pt x="7509" y="5160"/>
                </a:lnTo>
                <a:lnTo>
                  <a:pt x="7611" y="4904"/>
                </a:lnTo>
                <a:lnTo>
                  <a:pt x="7611" y="4649"/>
                </a:lnTo>
                <a:lnTo>
                  <a:pt x="7611" y="4342"/>
                </a:lnTo>
                <a:lnTo>
                  <a:pt x="7560" y="3781"/>
                </a:lnTo>
                <a:lnTo>
                  <a:pt x="7356" y="3168"/>
                </a:lnTo>
                <a:lnTo>
                  <a:pt x="6998" y="2555"/>
                </a:lnTo>
                <a:lnTo>
                  <a:pt x="6590" y="1993"/>
                </a:lnTo>
                <a:lnTo>
                  <a:pt x="6079" y="1482"/>
                </a:lnTo>
                <a:lnTo>
                  <a:pt x="5517" y="1022"/>
                </a:lnTo>
                <a:lnTo>
                  <a:pt x="5108" y="767"/>
                </a:lnTo>
                <a:lnTo>
                  <a:pt x="4751" y="562"/>
                </a:lnTo>
                <a:lnTo>
                  <a:pt x="4342" y="358"/>
                </a:lnTo>
                <a:lnTo>
                  <a:pt x="3933" y="256"/>
                </a:lnTo>
                <a:lnTo>
                  <a:pt x="3525" y="103"/>
                </a:lnTo>
                <a:lnTo>
                  <a:pt x="3116" y="52"/>
                </a:lnTo>
                <a:lnTo>
                  <a:pt x="2707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6" name="Google Shape;346;p14"/>
          <p:cNvSpPr>
            <a:spLocks noGrp="1"/>
          </p:cNvSpPr>
          <p:nvPr/>
        </p:nvSpPr>
        <p:spPr>
          <a:xfrm flipH="1">
            <a:off x="-1568920" y="4707516"/>
            <a:ext cx="987365" cy="124304"/>
          </a:xfrm>
          <a:custGeom>
            <a:avLst/>
            <a:gdLst/>
            <a:ahLst/>
            <a:cxnLst/>
            <a:rect l="l" t="t" r="r" b="b"/>
            <a:pathLst>
              <a:path w="193549" h="24367">
                <a:moveTo>
                  <a:pt x="185682" y="1840"/>
                </a:moveTo>
                <a:lnTo>
                  <a:pt x="186193" y="1891"/>
                </a:lnTo>
                <a:lnTo>
                  <a:pt x="186448" y="1993"/>
                </a:lnTo>
                <a:lnTo>
                  <a:pt x="186704" y="2095"/>
                </a:lnTo>
                <a:lnTo>
                  <a:pt x="187214" y="2401"/>
                </a:lnTo>
                <a:lnTo>
                  <a:pt x="187776" y="2912"/>
                </a:lnTo>
                <a:lnTo>
                  <a:pt x="188338" y="3525"/>
                </a:lnTo>
                <a:lnTo>
                  <a:pt x="188900" y="4343"/>
                </a:lnTo>
                <a:lnTo>
                  <a:pt x="189462" y="5415"/>
                </a:lnTo>
                <a:lnTo>
                  <a:pt x="190024" y="6641"/>
                </a:lnTo>
                <a:lnTo>
                  <a:pt x="190586" y="7918"/>
                </a:lnTo>
                <a:lnTo>
                  <a:pt x="190892" y="8991"/>
                </a:lnTo>
                <a:lnTo>
                  <a:pt x="191097" y="9859"/>
                </a:lnTo>
                <a:lnTo>
                  <a:pt x="191097" y="10268"/>
                </a:lnTo>
                <a:lnTo>
                  <a:pt x="191097" y="10574"/>
                </a:lnTo>
                <a:lnTo>
                  <a:pt x="191046" y="10881"/>
                </a:lnTo>
                <a:lnTo>
                  <a:pt x="190995" y="11085"/>
                </a:lnTo>
                <a:lnTo>
                  <a:pt x="190892" y="11290"/>
                </a:lnTo>
                <a:lnTo>
                  <a:pt x="190739" y="11494"/>
                </a:lnTo>
                <a:lnTo>
                  <a:pt x="190586" y="11596"/>
                </a:lnTo>
                <a:lnTo>
                  <a:pt x="190382" y="11698"/>
                </a:lnTo>
                <a:lnTo>
                  <a:pt x="190177" y="11749"/>
                </a:lnTo>
                <a:lnTo>
                  <a:pt x="189922" y="11800"/>
                </a:lnTo>
                <a:lnTo>
                  <a:pt x="189564" y="11800"/>
                </a:lnTo>
                <a:lnTo>
                  <a:pt x="189309" y="11749"/>
                </a:lnTo>
                <a:lnTo>
                  <a:pt x="189053" y="11647"/>
                </a:lnTo>
                <a:lnTo>
                  <a:pt x="188798" y="11545"/>
                </a:lnTo>
                <a:lnTo>
                  <a:pt x="188236" y="11187"/>
                </a:lnTo>
                <a:lnTo>
                  <a:pt x="187725" y="10728"/>
                </a:lnTo>
                <a:lnTo>
                  <a:pt x="187163" y="10064"/>
                </a:lnTo>
                <a:lnTo>
                  <a:pt x="186602" y="9195"/>
                </a:lnTo>
                <a:lnTo>
                  <a:pt x="185989" y="8174"/>
                </a:lnTo>
                <a:lnTo>
                  <a:pt x="185427" y="6897"/>
                </a:lnTo>
                <a:lnTo>
                  <a:pt x="184865" y="5620"/>
                </a:lnTo>
                <a:lnTo>
                  <a:pt x="184558" y="4547"/>
                </a:lnTo>
                <a:lnTo>
                  <a:pt x="184405" y="3678"/>
                </a:lnTo>
                <a:lnTo>
                  <a:pt x="184354" y="3321"/>
                </a:lnTo>
                <a:lnTo>
                  <a:pt x="184354" y="3014"/>
                </a:lnTo>
                <a:lnTo>
                  <a:pt x="184405" y="2759"/>
                </a:lnTo>
                <a:lnTo>
                  <a:pt x="184507" y="2504"/>
                </a:lnTo>
                <a:lnTo>
                  <a:pt x="184609" y="2299"/>
                </a:lnTo>
                <a:lnTo>
                  <a:pt x="184763" y="2146"/>
                </a:lnTo>
                <a:lnTo>
                  <a:pt x="184916" y="2044"/>
                </a:lnTo>
                <a:lnTo>
                  <a:pt x="185120" y="1942"/>
                </a:lnTo>
                <a:lnTo>
                  <a:pt x="185324" y="1891"/>
                </a:lnTo>
                <a:lnTo>
                  <a:pt x="185580" y="1840"/>
                </a:lnTo>
                <a:close/>
                <a:moveTo>
                  <a:pt x="174444" y="2504"/>
                </a:moveTo>
                <a:lnTo>
                  <a:pt x="174955" y="2555"/>
                </a:lnTo>
                <a:lnTo>
                  <a:pt x="175466" y="2759"/>
                </a:lnTo>
                <a:lnTo>
                  <a:pt x="175977" y="3065"/>
                </a:lnTo>
                <a:lnTo>
                  <a:pt x="176538" y="3576"/>
                </a:lnTo>
                <a:lnTo>
                  <a:pt x="177049" y="4189"/>
                </a:lnTo>
                <a:lnTo>
                  <a:pt x="177611" y="5007"/>
                </a:lnTo>
                <a:lnTo>
                  <a:pt x="178224" y="6028"/>
                </a:lnTo>
                <a:lnTo>
                  <a:pt x="178786" y="7305"/>
                </a:lnTo>
                <a:lnTo>
                  <a:pt x="179297" y="8582"/>
                </a:lnTo>
                <a:lnTo>
                  <a:pt x="179654" y="9655"/>
                </a:lnTo>
                <a:lnTo>
                  <a:pt x="179808" y="10523"/>
                </a:lnTo>
                <a:lnTo>
                  <a:pt x="179859" y="10932"/>
                </a:lnTo>
                <a:lnTo>
                  <a:pt x="179859" y="11239"/>
                </a:lnTo>
                <a:lnTo>
                  <a:pt x="179808" y="11545"/>
                </a:lnTo>
                <a:lnTo>
                  <a:pt x="179757" y="11749"/>
                </a:lnTo>
                <a:lnTo>
                  <a:pt x="179654" y="11954"/>
                </a:lnTo>
                <a:lnTo>
                  <a:pt x="179501" y="12158"/>
                </a:lnTo>
                <a:lnTo>
                  <a:pt x="179348" y="12260"/>
                </a:lnTo>
                <a:lnTo>
                  <a:pt x="179144" y="12362"/>
                </a:lnTo>
                <a:lnTo>
                  <a:pt x="178939" y="12413"/>
                </a:lnTo>
                <a:lnTo>
                  <a:pt x="178684" y="12464"/>
                </a:lnTo>
                <a:lnTo>
                  <a:pt x="178326" y="12464"/>
                </a:lnTo>
                <a:lnTo>
                  <a:pt x="178071" y="12413"/>
                </a:lnTo>
                <a:lnTo>
                  <a:pt x="177815" y="12311"/>
                </a:lnTo>
                <a:lnTo>
                  <a:pt x="177560" y="12209"/>
                </a:lnTo>
                <a:lnTo>
                  <a:pt x="176998" y="11851"/>
                </a:lnTo>
                <a:lnTo>
                  <a:pt x="176436" y="11392"/>
                </a:lnTo>
                <a:lnTo>
                  <a:pt x="175874" y="10677"/>
                </a:lnTo>
                <a:lnTo>
                  <a:pt x="175313" y="9859"/>
                </a:lnTo>
                <a:lnTo>
                  <a:pt x="174751" y="8787"/>
                </a:lnTo>
                <a:lnTo>
                  <a:pt x="174138" y="7561"/>
                </a:lnTo>
                <a:lnTo>
                  <a:pt x="173627" y="6284"/>
                </a:lnTo>
                <a:lnTo>
                  <a:pt x="173269" y="5211"/>
                </a:lnTo>
                <a:lnTo>
                  <a:pt x="173167" y="4751"/>
                </a:lnTo>
                <a:lnTo>
                  <a:pt x="173116" y="4343"/>
                </a:lnTo>
                <a:lnTo>
                  <a:pt x="173116" y="3985"/>
                </a:lnTo>
                <a:lnTo>
                  <a:pt x="173116" y="3678"/>
                </a:lnTo>
                <a:lnTo>
                  <a:pt x="173167" y="3423"/>
                </a:lnTo>
                <a:lnTo>
                  <a:pt x="173218" y="3168"/>
                </a:lnTo>
                <a:lnTo>
                  <a:pt x="173371" y="2963"/>
                </a:lnTo>
                <a:lnTo>
                  <a:pt x="173474" y="2810"/>
                </a:lnTo>
                <a:lnTo>
                  <a:pt x="173678" y="2708"/>
                </a:lnTo>
                <a:lnTo>
                  <a:pt x="173882" y="2606"/>
                </a:lnTo>
                <a:lnTo>
                  <a:pt x="174087" y="2555"/>
                </a:lnTo>
                <a:lnTo>
                  <a:pt x="174342" y="2504"/>
                </a:lnTo>
                <a:close/>
                <a:moveTo>
                  <a:pt x="163206" y="3168"/>
                </a:moveTo>
                <a:lnTo>
                  <a:pt x="163717" y="3219"/>
                </a:lnTo>
                <a:lnTo>
                  <a:pt x="163972" y="3321"/>
                </a:lnTo>
                <a:lnTo>
                  <a:pt x="164228" y="3423"/>
                </a:lnTo>
                <a:lnTo>
                  <a:pt x="164739" y="3730"/>
                </a:lnTo>
                <a:lnTo>
                  <a:pt x="165301" y="4189"/>
                </a:lnTo>
                <a:lnTo>
                  <a:pt x="165811" y="4853"/>
                </a:lnTo>
                <a:lnTo>
                  <a:pt x="166373" y="5671"/>
                </a:lnTo>
                <a:lnTo>
                  <a:pt x="166986" y="6692"/>
                </a:lnTo>
                <a:lnTo>
                  <a:pt x="167548" y="7969"/>
                </a:lnTo>
                <a:lnTo>
                  <a:pt x="168059" y="9246"/>
                </a:lnTo>
                <a:lnTo>
                  <a:pt x="168416" y="10319"/>
                </a:lnTo>
                <a:lnTo>
                  <a:pt x="168570" y="11187"/>
                </a:lnTo>
                <a:lnTo>
                  <a:pt x="168621" y="11596"/>
                </a:lnTo>
                <a:lnTo>
                  <a:pt x="168621" y="11903"/>
                </a:lnTo>
                <a:lnTo>
                  <a:pt x="168570" y="12209"/>
                </a:lnTo>
                <a:lnTo>
                  <a:pt x="168519" y="12413"/>
                </a:lnTo>
                <a:lnTo>
                  <a:pt x="168365" y="12618"/>
                </a:lnTo>
                <a:lnTo>
                  <a:pt x="168263" y="12822"/>
                </a:lnTo>
                <a:lnTo>
                  <a:pt x="168059" y="12924"/>
                </a:lnTo>
                <a:lnTo>
                  <a:pt x="167906" y="13026"/>
                </a:lnTo>
                <a:lnTo>
                  <a:pt x="167650" y="13077"/>
                </a:lnTo>
                <a:lnTo>
                  <a:pt x="167446" y="13129"/>
                </a:lnTo>
                <a:lnTo>
                  <a:pt x="167293" y="13129"/>
                </a:lnTo>
                <a:lnTo>
                  <a:pt x="167037" y="13077"/>
                </a:lnTo>
                <a:lnTo>
                  <a:pt x="166782" y="13077"/>
                </a:lnTo>
                <a:lnTo>
                  <a:pt x="166526" y="12975"/>
                </a:lnTo>
                <a:lnTo>
                  <a:pt x="166271" y="12873"/>
                </a:lnTo>
                <a:lnTo>
                  <a:pt x="165760" y="12516"/>
                </a:lnTo>
                <a:lnTo>
                  <a:pt x="165198" y="12005"/>
                </a:lnTo>
                <a:lnTo>
                  <a:pt x="164636" y="11341"/>
                </a:lnTo>
                <a:lnTo>
                  <a:pt x="164075" y="10523"/>
                </a:lnTo>
                <a:lnTo>
                  <a:pt x="163513" y="9451"/>
                </a:lnTo>
                <a:lnTo>
                  <a:pt x="162900" y="8225"/>
                </a:lnTo>
                <a:lnTo>
                  <a:pt x="162389" y="6948"/>
                </a:lnTo>
                <a:lnTo>
                  <a:pt x="162031" y="5875"/>
                </a:lnTo>
                <a:lnTo>
                  <a:pt x="161878" y="5007"/>
                </a:lnTo>
                <a:lnTo>
                  <a:pt x="161878" y="4649"/>
                </a:lnTo>
                <a:lnTo>
                  <a:pt x="161878" y="4343"/>
                </a:lnTo>
                <a:lnTo>
                  <a:pt x="161929" y="4087"/>
                </a:lnTo>
                <a:lnTo>
                  <a:pt x="161980" y="3832"/>
                </a:lnTo>
                <a:lnTo>
                  <a:pt x="162082" y="3627"/>
                </a:lnTo>
                <a:lnTo>
                  <a:pt x="162236" y="3474"/>
                </a:lnTo>
                <a:lnTo>
                  <a:pt x="162389" y="3372"/>
                </a:lnTo>
                <a:lnTo>
                  <a:pt x="162593" y="3270"/>
                </a:lnTo>
                <a:lnTo>
                  <a:pt x="162798" y="3219"/>
                </a:lnTo>
                <a:lnTo>
                  <a:pt x="163053" y="3168"/>
                </a:lnTo>
                <a:close/>
                <a:moveTo>
                  <a:pt x="184763" y="1"/>
                </a:moveTo>
                <a:lnTo>
                  <a:pt x="184201" y="52"/>
                </a:lnTo>
                <a:lnTo>
                  <a:pt x="183741" y="154"/>
                </a:lnTo>
                <a:lnTo>
                  <a:pt x="183332" y="307"/>
                </a:lnTo>
                <a:lnTo>
                  <a:pt x="182975" y="511"/>
                </a:lnTo>
                <a:lnTo>
                  <a:pt x="182668" y="818"/>
                </a:lnTo>
                <a:lnTo>
                  <a:pt x="182413" y="1124"/>
                </a:lnTo>
                <a:lnTo>
                  <a:pt x="182209" y="1482"/>
                </a:lnTo>
                <a:lnTo>
                  <a:pt x="182055" y="1891"/>
                </a:lnTo>
                <a:lnTo>
                  <a:pt x="181953" y="2401"/>
                </a:lnTo>
                <a:lnTo>
                  <a:pt x="181902" y="2912"/>
                </a:lnTo>
                <a:lnTo>
                  <a:pt x="181953" y="3474"/>
                </a:lnTo>
                <a:lnTo>
                  <a:pt x="182055" y="4087"/>
                </a:lnTo>
                <a:lnTo>
                  <a:pt x="182157" y="4751"/>
                </a:lnTo>
                <a:lnTo>
                  <a:pt x="182362" y="5466"/>
                </a:lnTo>
                <a:lnTo>
                  <a:pt x="182668" y="6233"/>
                </a:lnTo>
                <a:lnTo>
                  <a:pt x="182975" y="7050"/>
                </a:lnTo>
                <a:lnTo>
                  <a:pt x="183332" y="7816"/>
                </a:lnTo>
                <a:lnTo>
                  <a:pt x="183741" y="8582"/>
                </a:lnTo>
                <a:lnTo>
                  <a:pt x="184150" y="9246"/>
                </a:lnTo>
                <a:lnTo>
                  <a:pt x="184558" y="9910"/>
                </a:lnTo>
                <a:lnTo>
                  <a:pt x="185018" y="10472"/>
                </a:lnTo>
                <a:lnTo>
                  <a:pt x="185427" y="11034"/>
                </a:lnTo>
                <a:lnTo>
                  <a:pt x="185886" y="11545"/>
                </a:lnTo>
                <a:lnTo>
                  <a:pt x="186397" y="11954"/>
                </a:lnTo>
                <a:lnTo>
                  <a:pt x="186857" y="12362"/>
                </a:lnTo>
                <a:lnTo>
                  <a:pt x="187368" y="12720"/>
                </a:lnTo>
                <a:lnTo>
                  <a:pt x="187879" y="13026"/>
                </a:lnTo>
                <a:lnTo>
                  <a:pt x="188389" y="13231"/>
                </a:lnTo>
                <a:lnTo>
                  <a:pt x="188900" y="13435"/>
                </a:lnTo>
                <a:lnTo>
                  <a:pt x="189411" y="13588"/>
                </a:lnTo>
                <a:lnTo>
                  <a:pt x="189922" y="13639"/>
                </a:lnTo>
                <a:lnTo>
                  <a:pt x="190433" y="13690"/>
                </a:lnTo>
                <a:lnTo>
                  <a:pt x="190739" y="13690"/>
                </a:lnTo>
                <a:lnTo>
                  <a:pt x="191250" y="13588"/>
                </a:lnTo>
                <a:lnTo>
                  <a:pt x="191710" y="13486"/>
                </a:lnTo>
                <a:lnTo>
                  <a:pt x="192169" y="13333"/>
                </a:lnTo>
                <a:lnTo>
                  <a:pt x="192527" y="13077"/>
                </a:lnTo>
                <a:lnTo>
                  <a:pt x="192833" y="12822"/>
                </a:lnTo>
                <a:lnTo>
                  <a:pt x="193089" y="12516"/>
                </a:lnTo>
                <a:lnTo>
                  <a:pt x="193293" y="12107"/>
                </a:lnTo>
                <a:lnTo>
                  <a:pt x="193446" y="11698"/>
                </a:lnTo>
                <a:lnTo>
                  <a:pt x="193498" y="11187"/>
                </a:lnTo>
                <a:lnTo>
                  <a:pt x="193549" y="10677"/>
                </a:lnTo>
                <a:lnTo>
                  <a:pt x="193498" y="10115"/>
                </a:lnTo>
                <a:lnTo>
                  <a:pt x="193446" y="9451"/>
                </a:lnTo>
                <a:lnTo>
                  <a:pt x="193293" y="8787"/>
                </a:lnTo>
                <a:lnTo>
                  <a:pt x="193089" y="8071"/>
                </a:lnTo>
                <a:lnTo>
                  <a:pt x="192782" y="7305"/>
                </a:lnTo>
                <a:lnTo>
                  <a:pt x="192476" y="6488"/>
                </a:lnTo>
                <a:lnTo>
                  <a:pt x="192118" y="5722"/>
                </a:lnTo>
                <a:lnTo>
                  <a:pt x="191710" y="4955"/>
                </a:lnTo>
                <a:lnTo>
                  <a:pt x="191301" y="4291"/>
                </a:lnTo>
                <a:lnTo>
                  <a:pt x="190892" y="3678"/>
                </a:lnTo>
                <a:lnTo>
                  <a:pt x="190484" y="3065"/>
                </a:lnTo>
                <a:lnTo>
                  <a:pt x="190024" y="2555"/>
                </a:lnTo>
                <a:lnTo>
                  <a:pt x="189564" y="2044"/>
                </a:lnTo>
                <a:lnTo>
                  <a:pt x="189105" y="1635"/>
                </a:lnTo>
                <a:lnTo>
                  <a:pt x="188594" y="1227"/>
                </a:lnTo>
                <a:lnTo>
                  <a:pt x="188134" y="920"/>
                </a:lnTo>
                <a:lnTo>
                  <a:pt x="187623" y="614"/>
                </a:lnTo>
                <a:lnTo>
                  <a:pt x="187112" y="409"/>
                </a:lnTo>
                <a:lnTo>
                  <a:pt x="186602" y="205"/>
                </a:lnTo>
                <a:lnTo>
                  <a:pt x="186091" y="103"/>
                </a:lnTo>
                <a:lnTo>
                  <a:pt x="185580" y="1"/>
                </a:lnTo>
                <a:close/>
                <a:moveTo>
                  <a:pt x="151917" y="3832"/>
                </a:moveTo>
                <a:lnTo>
                  <a:pt x="152428" y="3883"/>
                </a:lnTo>
                <a:lnTo>
                  <a:pt x="152683" y="3985"/>
                </a:lnTo>
                <a:lnTo>
                  <a:pt x="152939" y="4087"/>
                </a:lnTo>
                <a:lnTo>
                  <a:pt x="153501" y="4394"/>
                </a:lnTo>
                <a:lnTo>
                  <a:pt x="154012" y="4853"/>
                </a:lnTo>
                <a:lnTo>
                  <a:pt x="154573" y="5517"/>
                </a:lnTo>
                <a:lnTo>
                  <a:pt x="155135" y="6335"/>
                </a:lnTo>
                <a:lnTo>
                  <a:pt x="155697" y="7356"/>
                </a:lnTo>
                <a:lnTo>
                  <a:pt x="156310" y="8633"/>
                </a:lnTo>
                <a:lnTo>
                  <a:pt x="156821" y="9910"/>
                </a:lnTo>
                <a:lnTo>
                  <a:pt x="157179" y="10983"/>
                </a:lnTo>
                <a:lnTo>
                  <a:pt x="157332" y="11851"/>
                </a:lnTo>
                <a:lnTo>
                  <a:pt x="157383" y="12209"/>
                </a:lnTo>
                <a:lnTo>
                  <a:pt x="157332" y="12567"/>
                </a:lnTo>
                <a:lnTo>
                  <a:pt x="157332" y="12822"/>
                </a:lnTo>
                <a:lnTo>
                  <a:pt x="157230" y="13077"/>
                </a:lnTo>
                <a:lnTo>
                  <a:pt x="157127" y="13282"/>
                </a:lnTo>
                <a:lnTo>
                  <a:pt x="156974" y="13435"/>
                </a:lnTo>
                <a:lnTo>
                  <a:pt x="156821" y="13588"/>
                </a:lnTo>
                <a:lnTo>
                  <a:pt x="156617" y="13690"/>
                </a:lnTo>
                <a:lnTo>
                  <a:pt x="156412" y="13741"/>
                </a:lnTo>
                <a:lnTo>
                  <a:pt x="156157" y="13793"/>
                </a:lnTo>
                <a:lnTo>
                  <a:pt x="156055" y="13793"/>
                </a:lnTo>
                <a:lnTo>
                  <a:pt x="155799" y="13741"/>
                </a:lnTo>
                <a:lnTo>
                  <a:pt x="155544" y="13690"/>
                </a:lnTo>
                <a:lnTo>
                  <a:pt x="155289" y="13639"/>
                </a:lnTo>
                <a:lnTo>
                  <a:pt x="155033" y="13537"/>
                </a:lnTo>
                <a:lnTo>
                  <a:pt x="154522" y="13180"/>
                </a:lnTo>
                <a:lnTo>
                  <a:pt x="153960" y="12669"/>
                </a:lnTo>
                <a:lnTo>
                  <a:pt x="153399" y="12005"/>
                </a:lnTo>
                <a:lnTo>
                  <a:pt x="152837" y="11187"/>
                </a:lnTo>
                <a:lnTo>
                  <a:pt x="152224" y="10115"/>
                </a:lnTo>
                <a:lnTo>
                  <a:pt x="151662" y="8889"/>
                </a:lnTo>
                <a:lnTo>
                  <a:pt x="151151" y="7612"/>
                </a:lnTo>
                <a:lnTo>
                  <a:pt x="150793" y="6539"/>
                </a:lnTo>
                <a:lnTo>
                  <a:pt x="150640" y="5671"/>
                </a:lnTo>
                <a:lnTo>
                  <a:pt x="150589" y="5313"/>
                </a:lnTo>
                <a:lnTo>
                  <a:pt x="150589" y="5007"/>
                </a:lnTo>
                <a:lnTo>
                  <a:pt x="150640" y="4700"/>
                </a:lnTo>
                <a:lnTo>
                  <a:pt x="150742" y="4496"/>
                </a:lnTo>
                <a:lnTo>
                  <a:pt x="150844" y="4291"/>
                </a:lnTo>
                <a:lnTo>
                  <a:pt x="150998" y="4138"/>
                </a:lnTo>
                <a:lnTo>
                  <a:pt x="151151" y="4036"/>
                </a:lnTo>
                <a:lnTo>
                  <a:pt x="151355" y="3934"/>
                </a:lnTo>
                <a:lnTo>
                  <a:pt x="151560" y="3883"/>
                </a:lnTo>
                <a:lnTo>
                  <a:pt x="151815" y="3832"/>
                </a:lnTo>
                <a:close/>
                <a:moveTo>
                  <a:pt x="173780" y="614"/>
                </a:moveTo>
                <a:lnTo>
                  <a:pt x="173474" y="665"/>
                </a:lnTo>
                <a:lnTo>
                  <a:pt x="172963" y="716"/>
                </a:lnTo>
                <a:lnTo>
                  <a:pt x="172503" y="818"/>
                </a:lnTo>
                <a:lnTo>
                  <a:pt x="172094" y="971"/>
                </a:lnTo>
                <a:lnTo>
                  <a:pt x="171737" y="1175"/>
                </a:lnTo>
                <a:lnTo>
                  <a:pt x="171430" y="1482"/>
                </a:lnTo>
                <a:lnTo>
                  <a:pt x="171175" y="1788"/>
                </a:lnTo>
                <a:lnTo>
                  <a:pt x="170971" y="2146"/>
                </a:lnTo>
                <a:lnTo>
                  <a:pt x="170817" y="2555"/>
                </a:lnTo>
                <a:lnTo>
                  <a:pt x="170715" y="3065"/>
                </a:lnTo>
                <a:lnTo>
                  <a:pt x="170664" y="3576"/>
                </a:lnTo>
                <a:lnTo>
                  <a:pt x="170715" y="4138"/>
                </a:lnTo>
                <a:lnTo>
                  <a:pt x="170766" y="4751"/>
                </a:lnTo>
                <a:lnTo>
                  <a:pt x="170919" y="5415"/>
                </a:lnTo>
                <a:lnTo>
                  <a:pt x="171124" y="6130"/>
                </a:lnTo>
                <a:lnTo>
                  <a:pt x="171379" y="6897"/>
                </a:lnTo>
                <a:lnTo>
                  <a:pt x="171737" y="7714"/>
                </a:lnTo>
                <a:lnTo>
                  <a:pt x="172094" y="8480"/>
                </a:lnTo>
                <a:lnTo>
                  <a:pt x="172503" y="9246"/>
                </a:lnTo>
                <a:lnTo>
                  <a:pt x="172912" y="9910"/>
                </a:lnTo>
                <a:lnTo>
                  <a:pt x="173320" y="10574"/>
                </a:lnTo>
                <a:lnTo>
                  <a:pt x="173729" y="11136"/>
                </a:lnTo>
                <a:lnTo>
                  <a:pt x="174189" y="11698"/>
                </a:lnTo>
                <a:lnTo>
                  <a:pt x="174648" y="12209"/>
                </a:lnTo>
                <a:lnTo>
                  <a:pt x="175159" y="12618"/>
                </a:lnTo>
                <a:lnTo>
                  <a:pt x="175619" y="13026"/>
                </a:lnTo>
                <a:lnTo>
                  <a:pt x="176130" y="13384"/>
                </a:lnTo>
                <a:lnTo>
                  <a:pt x="176641" y="13690"/>
                </a:lnTo>
                <a:lnTo>
                  <a:pt x="177151" y="13895"/>
                </a:lnTo>
                <a:lnTo>
                  <a:pt x="177662" y="14099"/>
                </a:lnTo>
                <a:lnTo>
                  <a:pt x="178173" y="14252"/>
                </a:lnTo>
                <a:lnTo>
                  <a:pt x="178684" y="14303"/>
                </a:lnTo>
                <a:lnTo>
                  <a:pt x="179195" y="14354"/>
                </a:lnTo>
                <a:lnTo>
                  <a:pt x="179501" y="14303"/>
                </a:lnTo>
                <a:lnTo>
                  <a:pt x="180012" y="14252"/>
                </a:lnTo>
                <a:lnTo>
                  <a:pt x="180472" y="14150"/>
                </a:lnTo>
                <a:lnTo>
                  <a:pt x="180931" y="13997"/>
                </a:lnTo>
                <a:lnTo>
                  <a:pt x="181289" y="13741"/>
                </a:lnTo>
                <a:lnTo>
                  <a:pt x="181596" y="13486"/>
                </a:lnTo>
                <a:lnTo>
                  <a:pt x="181851" y="13180"/>
                </a:lnTo>
                <a:lnTo>
                  <a:pt x="182055" y="12771"/>
                </a:lnTo>
                <a:lnTo>
                  <a:pt x="182157" y="12362"/>
                </a:lnTo>
                <a:lnTo>
                  <a:pt x="182260" y="11851"/>
                </a:lnTo>
                <a:lnTo>
                  <a:pt x="182311" y="11341"/>
                </a:lnTo>
                <a:lnTo>
                  <a:pt x="182260" y="10779"/>
                </a:lnTo>
                <a:lnTo>
                  <a:pt x="182157" y="10115"/>
                </a:lnTo>
                <a:lnTo>
                  <a:pt x="182004" y="9451"/>
                </a:lnTo>
                <a:lnTo>
                  <a:pt x="181800" y="8736"/>
                </a:lnTo>
                <a:lnTo>
                  <a:pt x="181544" y="7969"/>
                </a:lnTo>
                <a:lnTo>
                  <a:pt x="181187" y="7152"/>
                </a:lnTo>
                <a:lnTo>
                  <a:pt x="180829" y="6386"/>
                </a:lnTo>
                <a:lnTo>
                  <a:pt x="180472" y="5620"/>
                </a:lnTo>
                <a:lnTo>
                  <a:pt x="180063" y="4955"/>
                </a:lnTo>
                <a:lnTo>
                  <a:pt x="179654" y="4343"/>
                </a:lnTo>
                <a:lnTo>
                  <a:pt x="179195" y="3730"/>
                </a:lnTo>
                <a:lnTo>
                  <a:pt x="178786" y="3219"/>
                </a:lnTo>
                <a:lnTo>
                  <a:pt x="178326" y="2708"/>
                </a:lnTo>
                <a:lnTo>
                  <a:pt x="177867" y="2299"/>
                </a:lnTo>
                <a:lnTo>
                  <a:pt x="177356" y="1891"/>
                </a:lnTo>
                <a:lnTo>
                  <a:pt x="176896" y="1584"/>
                </a:lnTo>
                <a:lnTo>
                  <a:pt x="176385" y="1278"/>
                </a:lnTo>
                <a:lnTo>
                  <a:pt x="175874" y="1073"/>
                </a:lnTo>
                <a:lnTo>
                  <a:pt x="175364" y="869"/>
                </a:lnTo>
                <a:lnTo>
                  <a:pt x="174853" y="716"/>
                </a:lnTo>
                <a:lnTo>
                  <a:pt x="174342" y="665"/>
                </a:lnTo>
                <a:lnTo>
                  <a:pt x="173780" y="614"/>
                </a:lnTo>
                <a:close/>
                <a:moveTo>
                  <a:pt x="136286" y="4751"/>
                </a:moveTo>
                <a:lnTo>
                  <a:pt x="136797" y="4802"/>
                </a:lnTo>
                <a:lnTo>
                  <a:pt x="137308" y="5007"/>
                </a:lnTo>
                <a:lnTo>
                  <a:pt x="137819" y="5313"/>
                </a:lnTo>
                <a:lnTo>
                  <a:pt x="138381" y="5773"/>
                </a:lnTo>
                <a:lnTo>
                  <a:pt x="138942" y="6437"/>
                </a:lnTo>
                <a:lnTo>
                  <a:pt x="139504" y="7254"/>
                </a:lnTo>
                <a:lnTo>
                  <a:pt x="140066" y="8276"/>
                </a:lnTo>
                <a:lnTo>
                  <a:pt x="140679" y="9502"/>
                </a:lnTo>
                <a:lnTo>
                  <a:pt x="141190" y="10830"/>
                </a:lnTo>
                <a:lnTo>
                  <a:pt x="141497" y="11903"/>
                </a:lnTo>
                <a:lnTo>
                  <a:pt x="141701" y="12771"/>
                </a:lnTo>
                <a:lnTo>
                  <a:pt x="141701" y="13129"/>
                </a:lnTo>
                <a:lnTo>
                  <a:pt x="141701" y="13486"/>
                </a:lnTo>
                <a:lnTo>
                  <a:pt x="141650" y="13741"/>
                </a:lnTo>
                <a:lnTo>
                  <a:pt x="141599" y="13997"/>
                </a:lnTo>
                <a:lnTo>
                  <a:pt x="141497" y="14201"/>
                </a:lnTo>
                <a:lnTo>
                  <a:pt x="141343" y="14354"/>
                </a:lnTo>
                <a:lnTo>
                  <a:pt x="141190" y="14508"/>
                </a:lnTo>
                <a:lnTo>
                  <a:pt x="140986" y="14610"/>
                </a:lnTo>
                <a:lnTo>
                  <a:pt x="140781" y="14661"/>
                </a:lnTo>
                <a:lnTo>
                  <a:pt x="140526" y="14712"/>
                </a:lnTo>
                <a:lnTo>
                  <a:pt x="140424" y="14712"/>
                </a:lnTo>
                <a:lnTo>
                  <a:pt x="140168" y="14661"/>
                </a:lnTo>
                <a:lnTo>
                  <a:pt x="139913" y="14610"/>
                </a:lnTo>
                <a:lnTo>
                  <a:pt x="139658" y="14559"/>
                </a:lnTo>
                <a:lnTo>
                  <a:pt x="139402" y="14457"/>
                </a:lnTo>
                <a:lnTo>
                  <a:pt x="138840" y="14099"/>
                </a:lnTo>
                <a:lnTo>
                  <a:pt x="138329" y="13588"/>
                </a:lnTo>
                <a:lnTo>
                  <a:pt x="137768" y="12924"/>
                </a:lnTo>
                <a:lnTo>
                  <a:pt x="137206" y="12107"/>
                </a:lnTo>
                <a:lnTo>
                  <a:pt x="136593" y="11034"/>
                </a:lnTo>
                <a:lnTo>
                  <a:pt x="136031" y="9808"/>
                </a:lnTo>
                <a:lnTo>
                  <a:pt x="135469" y="8531"/>
                </a:lnTo>
                <a:lnTo>
                  <a:pt x="135162" y="7458"/>
                </a:lnTo>
                <a:lnTo>
                  <a:pt x="135009" y="6590"/>
                </a:lnTo>
                <a:lnTo>
                  <a:pt x="134958" y="6233"/>
                </a:lnTo>
                <a:lnTo>
                  <a:pt x="134958" y="5926"/>
                </a:lnTo>
                <a:lnTo>
                  <a:pt x="135009" y="5620"/>
                </a:lnTo>
                <a:lnTo>
                  <a:pt x="135111" y="5415"/>
                </a:lnTo>
                <a:lnTo>
                  <a:pt x="135214" y="5211"/>
                </a:lnTo>
                <a:lnTo>
                  <a:pt x="135367" y="5058"/>
                </a:lnTo>
                <a:lnTo>
                  <a:pt x="135520" y="4955"/>
                </a:lnTo>
                <a:lnTo>
                  <a:pt x="135724" y="4853"/>
                </a:lnTo>
                <a:lnTo>
                  <a:pt x="135929" y="4802"/>
                </a:lnTo>
                <a:lnTo>
                  <a:pt x="136184" y="4751"/>
                </a:lnTo>
                <a:close/>
                <a:moveTo>
                  <a:pt x="162542" y="1278"/>
                </a:moveTo>
                <a:lnTo>
                  <a:pt x="162236" y="1329"/>
                </a:lnTo>
                <a:lnTo>
                  <a:pt x="161725" y="1380"/>
                </a:lnTo>
                <a:lnTo>
                  <a:pt x="161265" y="1482"/>
                </a:lnTo>
                <a:lnTo>
                  <a:pt x="160856" y="1635"/>
                </a:lnTo>
                <a:lnTo>
                  <a:pt x="160499" y="1840"/>
                </a:lnTo>
                <a:lnTo>
                  <a:pt x="160141" y="2146"/>
                </a:lnTo>
                <a:lnTo>
                  <a:pt x="159886" y="2453"/>
                </a:lnTo>
                <a:lnTo>
                  <a:pt x="159682" y="2810"/>
                </a:lnTo>
                <a:lnTo>
                  <a:pt x="159528" y="3219"/>
                </a:lnTo>
                <a:lnTo>
                  <a:pt x="159477" y="3678"/>
                </a:lnTo>
                <a:lnTo>
                  <a:pt x="159426" y="4240"/>
                </a:lnTo>
                <a:lnTo>
                  <a:pt x="159426" y="4802"/>
                </a:lnTo>
                <a:lnTo>
                  <a:pt x="159528" y="5415"/>
                </a:lnTo>
                <a:lnTo>
                  <a:pt x="159682" y="6079"/>
                </a:lnTo>
                <a:lnTo>
                  <a:pt x="159886" y="6794"/>
                </a:lnTo>
                <a:lnTo>
                  <a:pt x="160141" y="7561"/>
                </a:lnTo>
                <a:lnTo>
                  <a:pt x="160499" y="8378"/>
                </a:lnTo>
                <a:lnTo>
                  <a:pt x="160856" y="9144"/>
                </a:lnTo>
                <a:lnTo>
                  <a:pt x="161265" y="9910"/>
                </a:lnTo>
                <a:lnTo>
                  <a:pt x="161623" y="10574"/>
                </a:lnTo>
                <a:lnTo>
                  <a:pt x="162082" y="11239"/>
                </a:lnTo>
                <a:lnTo>
                  <a:pt x="162491" y="11800"/>
                </a:lnTo>
                <a:lnTo>
                  <a:pt x="162951" y="12362"/>
                </a:lnTo>
                <a:lnTo>
                  <a:pt x="163411" y="12873"/>
                </a:lnTo>
                <a:lnTo>
                  <a:pt x="163870" y="13282"/>
                </a:lnTo>
                <a:lnTo>
                  <a:pt x="164381" y="13690"/>
                </a:lnTo>
                <a:lnTo>
                  <a:pt x="164841" y="14048"/>
                </a:lnTo>
                <a:lnTo>
                  <a:pt x="165352" y="14303"/>
                </a:lnTo>
                <a:lnTo>
                  <a:pt x="165862" y="14559"/>
                </a:lnTo>
                <a:lnTo>
                  <a:pt x="166373" y="14763"/>
                </a:lnTo>
                <a:lnTo>
                  <a:pt x="166935" y="14865"/>
                </a:lnTo>
                <a:lnTo>
                  <a:pt x="167446" y="14967"/>
                </a:lnTo>
                <a:lnTo>
                  <a:pt x="167957" y="15019"/>
                </a:lnTo>
                <a:lnTo>
                  <a:pt x="168263" y="14967"/>
                </a:lnTo>
                <a:lnTo>
                  <a:pt x="168774" y="14916"/>
                </a:lnTo>
                <a:lnTo>
                  <a:pt x="169234" y="14814"/>
                </a:lnTo>
                <a:lnTo>
                  <a:pt x="169642" y="14661"/>
                </a:lnTo>
                <a:lnTo>
                  <a:pt x="170000" y="14406"/>
                </a:lnTo>
                <a:lnTo>
                  <a:pt x="170307" y="14150"/>
                </a:lnTo>
                <a:lnTo>
                  <a:pt x="170562" y="13844"/>
                </a:lnTo>
                <a:lnTo>
                  <a:pt x="170766" y="13435"/>
                </a:lnTo>
                <a:lnTo>
                  <a:pt x="170919" y="13026"/>
                </a:lnTo>
                <a:lnTo>
                  <a:pt x="171022" y="12516"/>
                </a:lnTo>
                <a:lnTo>
                  <a:pt x="171022" y="12005"/>
                </a:lnTo>
                <a:lnTo>
                  <a:pt x="171022" y="11443"/>
                </a:lnTo>
                <a:lnTo>
                  <a:pt x="170919" y="10779"/>
                </a:lnTo>
                <a:lnTo>
                  <a:pt x="170766" y="10115"/>
                </a:lnTo>
                <a:lnTo>
                  <a:pt x="170562" y="9400"/>
                </a:lnTo>
                <a:lnTo>
                  <a:pt x="170307" y="8633"/>
                </a:lnTo>
                <a:lnTo>
                  <a:pt x="169949" y="7816"/>
                </a:lnTo>
                <a:lnTo>
                  <a:pt x="169591" y="7050"/>
                </a:lnTo>
                <a:lnTo>
                  <a:pt x="169183" y="6284"/>
                </a:lnTo>
                <a:lnTo>
                  <a:pt x="168825" y="5620"/>
                </a:lnTo>
                <a:lnTo>
                  <a:pt x="168365" y="5007"/>
                </a:lnTo>
                <a:lnTo>
                  <a:pt x="167957" y="4394"/>
                </a:lnTo>
                <a:lnTo>
                  <a:pt x="167497" y="3883"/>
                </a:lnTo>
                <a:lnTo>
                  <a:pt x="167037" y="3372"/>
                </a:lnTo>
                <a:lnTo>
                  <a:pt x="166578" y="2963"/>
                </a:lnTo>
                <a:lnTo>
                  <a:pt x="166118" y="2555"/>
                </a:lnTo>
                <a:lnTo>
                  <a:pt x="165607" y="2248"/>
                </a:lnTo>
                <a:lnTo>
                  <a:pt x="165096" y="1942"/>
                </a:lnTo>
                <a:lnTo>
                  <a:pt x="164636" y="1686"/>
                </a:lnTo>
                <a:lnTo>
                  <a:pt x="164126" y="1533"/>
                </a:lnTo>
                <a:lnTo>
                  <a:pt x="163564" y="1380"/>
                </a:lnTo>
                <a:lnTo>
                  <a:pt x="163053" y="1329"/>
                </a:lnTo>
                <a:lnTo>
                  <a:pt x="162542" y="1278"/>
                </a:lnTo>
                <a:close/>
                <a:moveTo>
                  <a:pt x="125048" y="5415"/>
                </a:moveTo>
                <a:lnTo>
                  <a:pt x="125559" y="5466"/>
                </a:lnTo>
                <a:lnTo>
                  <a:pt x="126070" y="5671"/>
                </a:lnTo>
                <a:lnTo>
                  <a:pt x="126581" y="5977"/>
                </a:lnTo>
                <a:lnTo>
                  <a:pt x="127143" y="6437"/>
                </a:lnTo>
                <a:lnTo>
                  <a:pt x="127653" y="7101"/>
                </a:lnTo>
                <a:lnTo>
                  <a:pt x="128215" y="7918"/>
                </a:lnTo>
                <a:lnTo>
                  <a:pt x="128828" y="8940"/>
                </a:lnTo>
                <a:lnTo>
                  <a:pt x="129390" y="10166"/>
                </a:lnTo>
                <a:lnTo>
                  <a:pt x="129901" y="11494"/>
                </a:lnTo>
                <a:lnTo>
                  <a:pt x="130259" y="12567"/>
                </a:lnTo>
                <a:lnTo>
                  <a:pt x="130412" y="13435"/>
                </a:lnTo>
                <a:lnTo>
                  <a:pt x="130463" y="13793"/>
                </a:lnTo>
                <a:lnTo>
                  <a:pt x="130463" y="14150"/>
                </a:lnTo>
                <a:lnTo>
                  <a:pt x="130412" y="14406"/>
                </a:lnTo>
                <a:lnTo>
                  <a:pt x="130361" y="14661"/>
                </a:lnTo>
                <a:lnTo>
                  <a:pt x="130259" y="14865"/>
                </a:lnTo>
                <a:lnTo>
                  <a:pt x="130105" y="15019"/>
                </a:lnTo>
                <a:lnTo>
                  <a:pt x="129952" y="15172"/>
                </a:lnTo>
                <a:lnTo>
                  <a:pt x="129748" y="15274"/>
                </a:lnTo>
                <a:lnTo>
                  <a:pt x="129543" y="15325"/>
                </a:lnTo>
                <a:lnTo>
                  <a:pt x="129288" y="15325"/>
                </a:lnTo>
                <a:lnTo>
                  <a:pt x="129186" y="15376"/>
                </a:lnTo>
                <a:lnTo>
                  <a:pt x="128930" y="15325"/>
                </a:lnTo>
                <a:lnTo>
                  <a:pt x="128675" y="15274"/>
                </a:lnTo>
                <a:lnTo>
                  <a:pt x="128420" y="15223"/>
                </a:lnTo>
                <a:lnTo>
                  <a:pt x="128164" y="15121"/>
                </a:lnTo>
                <a:lnTo>
                  <a:pt x="127602" y="14763"/>
                </a:lnTo>
                <a:lnTo>
                  <a:pt x="127040" y="14252"/>
                </a:lnTo>
                <a:lnTo>
                  <a:pt x="126479" y="13588"/>
                </a:lnTo>
                <a:lnTo>
                  <a:pt x="125917" y="12771"/>
                </a:lnTo>
                <a:lnTo>
                  <a:pt x="125355" y="11698"/>
                </a:lnTo>
                <a:lnTo>
                  <a:pt x="124742" y="10472"/>
                </a:lnTo>
                <a:lnTo>
                  <a:pt x="124231" y="9195"/>
                </a:lnTo>
                <a:lnTo>
                  <a:pt x="123924" y="8123"/>
                </a:lnTo>
                <a:lnTo>
                  <a:pt x="123771" y="7663"/>
                </a:lnTo>
                <a:lnTo>
                  <a:pt x="123720" y="7254"/>
                </a:lnTo>
                <a:lnTo>
                  <a:pt x="123720" y="6897"/>
                </a:lnTo>
                <a:lnTo>
                  <a:pt x="123720" y="6590"/>
                </a:lnTo>
                <a:lnTo>
                  <a:pt x="123771" y="6284"/>
                </a:lnTo>
                <a:lnTo>
                  <a:pt x="123822" y="6079"/>
                </a:lnTo>
                <a:lnTo>
                  <a:pt x="123976" y="5875"/>
                </a:lnTo>
                <a:lnTo>
                  <a:pt x="124078" y="5722"/>
                </a:lnTo>
                <a:lnTo>
                  <a:pt x="124282" y="5568"/>
                </a:lnTo>
                <a:lnTo>
                  <a:pt x="124486" y="5517"/>
                </a:lnTo>
                <a:lnTo>
                  <a:pt x="124691" y="5466"/>
                </a:lnTo>
                <a:lnTo>
                  <a:pt x="124946" y="5415"/>
                </a:lnTo>
                <a:close/>
                <a:moveTo>
                  <a:pt x="150998" y="1942"/>
                </a:moveTo>
                <a:lnTo>
                  <a:pt x="150487" y="2044"/>
                </a:lnTo>
                <a:lnTo>
                  <a:pt x="149976" y="2146"/>
                </a:lnTo>
                <a:lnTo>
                  <a:pt x="149567" y="2299"/>
                </a:lnTo>
                <a:lnTo>
                  <a:pt x="149210" y="2504"/>
                </a:lnTo>
                <a:lnTo>
                  <a:pt x="148903" y="2759"/>
                </a:lnTo>
                <a:lnTo>
                  <a:pt x="148648" y="3117"/>
                </a:lnTo>
                <a:lnTo>
                  <a:pt x="148444" y="3474"/>
                </a:lnTo>
                <a:lnTo>
                  <a:pt x="148290" y="3883"/>
                </a:lnTo>
                <a:lnTo>
                  <a:pt x="148188" y="4343"/>
                </a:lnTo>
                <a:lnTo>
                  <a:pt x="148188" y="4904"/>
                </a:lnTo>
                <a:lnTo>
                  <a:pt x="148188" y="5466"/>
                </a:lnTo>
                <a:lnTo>
                  <a:pt x="148290" y="6079"/>
                </a:lnTo>
                <a:lnTo>
                  <a:pt x="148444" y="6743"/>
                </a:lnTo>
                <a:lnTo>
                  <a:pt x="148648" y="7458"/>
                </a:lnTo>
                <a:lnTo>
                  <a:pt x="148903" y="8225"/>
                </a:lnTo>
                <a:lnTo>
                  <a:pt x="149210" y="9042"/>
                </a:lnTo>
                <a:lnTo>
                  <a:pt x="149618" y="9808"/>
                </a:lnTo>
                <a:lnTo>
                  <a:pt x="149976" y="10523"/>
                </a:lnTo>
                <a:lnTo>
                  <a:pt x="150385" y="11239"/>
                </a:lnTo>
                <a:lnTo>
                  <a:pt x="150793" y="11903"/>
                </a:lnTo>
                <a:lnTo>
                  <a:pt x="151253" y="12464"/>
                </a:lnTo>
                <a:lnTo>
                  <a:pt x="151713" y="13026"/>
                </a:lnTo>
                <a:lnTo>
                  <a:pt x="152173" y="13537"/>
                </a:lnTo>
                <a:lnTo>
                  <a:pt x="152632" y="13946"/>
                </a:lnTo>
                <a:lnTo>
                  <a:pt x="153092" y="14354"/>
                </a:lnTo>
                <a:lnTo>
                  <a:pt x="153603" y="14712"/>
                </a:lnTo>
                <a:lnTo>
                  <a:pt x="154114" y="14967"/>
                </a:lnTo>
                <a:lnTo>
                  <a:pt x="154624" y="15223"/>
                </a:lnTo>
                <a:lnTo>
                  <a:pt x="155135" y="15427"/>
                </a:lnTo>
                <a:lnTo>
                  <a:pt x="155646" y="15529"/>
                </a:lnTo>
                <a:lnTo>
                  <a:pt x="156157" y="15631"/>
                </a:lnTo>
                <a:lnTo>
                  <a:pt x="156974" y="15631"/>
                </a:lnTo>
                <a:lnTo>
                  <a:pt x="157536" y="15580"/>
                </a:lnTo>
                <a:lnTo>
                  <a:pt x="157996" y="15478"/>
                </a:lnTo>
                <a:lnTo>
                  <a:pt x="158405" y="15325"/>
                </a:lnTo>
                <a:lnTo>
                  <a:pt x="158762" y="15070"/>
                </a:lnTo>
                <a:lnTo>
                  <a:pt x="159069" y="14814"/>
                </a:lnTo>
                <a:lnTo>
                  <a:pt x="159324" y="14457"/>
                </a:lnTo>
                <a:lnTo>
                  <a:pt x="159528" y="14099"/>
                </a:lnTo>
                <a:lnTo>
                  <a:pt x="159682" y="13690"/>
                </a:lnTo>
                <a:lnTo>
                  <a:pt x="159784" y="13180"/>
                </a:lnTo>
                <a:lnTo>
                  <a:pt x="159784" y="12669"/>
                </a:lnTo>
                <a:lnTo>
                  <a:pt x="159784" y="12056"/>
                </a:lnTo>
                <a:lnTo>
                  <a:pt x="159682" y="11443"/>
                </a:lnTo>
                <a:lnTo>
                  <a:pt x="159528" y="10779"/>
                </a:lnTo>
                <a:lnTo>
                  <a:pt x="159324" y="10064"/>
                </a:lnTo>
                <a:lnTo>
                  <a:pt x="159017" y="9297"/>
                </a:lnTo>
                <a:lnTo>
                  <a:pt x="158711" y="8480"/>
                </a:lnTo>
                <a:lnTo>
                  <a:pt x="158353" y="7663"/>
                </a:lnTo>
                <a:lnTo>
                  <a:pt x="157945" y="6948"/>
                </a:lnTo>
                <a:lnTo>
                  <a:pt x="157587" y="6284"/>
                </a:lnTo>
                <a:lnTo>
                  <a:pt x="157127" y="5620"/>
                </a:lnTo>
                <a:lnTo>
                  <a:pt x="156719" y="5058"/>
                </a:lnTo>
                <a:lnTo>
                  <a:pt x="156259" y="4547"/>
                </a:lnTo>
                <a:lnTo>
                  <a:pt x="155799" y="4036"/>
                </a:lnTo>
                <a:lnTo>
                  <a:pt x="155340" y="3627"/>
                </a:lnTo>
                <a:lnTo>
                  <a:pt x="154880" y="3219"/>
                </a:lnTo>
                <a:lnTo>
                  <a:pt x="154369" y="2912"/>
                </a:lnTo>
                <a:lnTo>
                  <a:pt x="153858" y="2606"/>
                </a:lnTo>
                <a:lnTo>
                  <a:pt x="153347" y="2350"/>
                </a:lnTo>
                <a:lnTo>
                  <a:pt x="152837" y="2197"/>
                </a:lnTo>
                <a:lnTo>
                  <a:pt x="152326" y="2044"/>
                </a:lnTo>
                <a:lnTo>
                  <a:pt x="151815" y="1993"/>
                </a:lnTo>
                <a:lnTo>
                  <a:pt x="151304" y="1942"/>
                </a:lnTo>
                <a:close/>
                <a:moveTo>
                  <a:pt x="113810" y="6079"/>
                </a:moveTo>
                <a:lnTo>
                  <a:pt x="114321" y="6130"/>
                </a:lnTo>
                <a:lnTo>
                  <a:pt x="114577" y="6181"/>
                </a:lnTo>
                <a:lnTo>
                  <a:pt x="114832" y="6335"/>
                </a:lnTo>
                <a:lnTo>
                  <a:pt x="115343" y="6641"/>
                </a:lnTo>
                <a:lnTo>
                  <a:pt x="115905" y="7101"/>
                </a:lnTo>
                <a:lnTo>
                  <a:pt x="116416" y="7765"/>
                </a:lnTo>
                <a:lnTo>
                  <a:pt x="116977" y="8582"/>
                </a:lnTo>
                <a:lnTo>
                  <a:pt x="117590" y="9604"/>
                </a:lnTo>
                <a:lnTo>
                  <a:pt x="118152" y="10830"/>
                </a:lnTo>
                <a:lnTo>
                  <a:pt x="118663" y="12158"/>
                </a:lnTo>
                <a:lnTo>
                  <a:pt x="119021" y="13231"/>
                </a:lnTo>
                <a:lnTo>
                  <a:pt x="119174" y="14099"/>
                </a:lnTo>
                <a:lnTo>
                  <a:pt x="119225" y="14457"/>
                </a:lnTo>
                <a:lnTo>
                  <a:pt x="119225" y="14814"/>
                </a:lnTo>
                <a:lnTo>
                  <a:pt x="119174" y="15070"/>
                </a:lnTo>
                <a:lnTo>
                  <a:pt x="119123" y="15325"/>
                </a:lnTo>
                <a:lnTo>
                  <a:pt x="118970" y="15529"/>
                </a:lnTo>
                <a:lnTo>
                  <a:pt x="118867" y="15683"/>
                </a:lnTo>
                <a:lnTo>
                  <a:pt x="118714" y="15836"/>
                </a:lnTo>
                <a:lnTo>
                  <a:pt x="118510" y="15938"/>
                </a:lnTo>
                <a:lnTo>
                  <a:pt x="118254" y="15989"/>
                </a:lnTo>
                <a:lnTo>
                  <a:pt x="117641" y="15989"/>
                </a:lnTo>
                <a:lnTo>
                  <a:pt x="117386" y="15938"/>
                </a:lnTo>
                <a:lnTo>
                  <a:pt x="117131" y="15887"/>
                </a:lnTo>
                <a:lnTo>
                  <a:pt x="116875" y="15734"/>
                </a:lnTo>
                <a:lnTo>
                  <a:pt x="116364" y="15427"/>
                </a:lnTo>
                <a:lnTo>
                  <a:pt x="115803" y="14916"/>
                </a:lnTo>
                <a:lnTo>
                  <a:pt x="115241" y="14252"/>
                </a:lnTo>
                <a:lnTo>
                  <a:pt x="114679" y="13384"/>
                </a:lnTo>
                <a:lnTo>
                  <a:pt x="114117" y="12362"/>
                </a:lnTo>
                <a:lnTo>
                  <a:pt x="113504" y="11136"/>
                </a:lnTo>
                <a:lnTo>
                  <a:pt x="112993" y="9859"/>
                </a:lnTo>
                <a:lnTo>
                  <a:pt x="112635" y="8787"/>
                </a:lnTo>
                <a:lnTo>
                  <a:pt x="112482" y="7918"/>
                </a:lnTo>
                <a:lnTo>
                  <a:pt x="112482" y="7561"/>
                </a:lnTo>
                <a:lnTo>
                  <a:pt x="112482" y="7254"/>
                </a:lnTo>
                <a:lnTo>
                  <a:pt x="112533" y="6948"/>
                </a:lnTo>
                <a:lnTo>
                  <a:pt x="112584" y="6743"/>
                </a:lnTo>
                <a:lnTo>
                  <a:pt x="112687" y="6539"/>
                </a:lnTo>
                <a:lnTo>
                  <a:pt x="112840" y="6386"/>
                </a:lnTo>
                <a:lnTo>
                  <a:pt x="112993" y="6233"/>
                </a:lnTo>
                <a:lnTo>
                  <a:pt x="113197" y="6181"/>
                </a:lnTo>
                <a:lnTo>
                  <a:pt x="113402" y="6079"/>
                </a:lnTo>
                <a:close/>
                <a:moveTo>
                  <a:pt x="135367" y="2861"/>
                </a:moveTo>
                <a:lnTo>
                  <a:pt x="134805" y="2963"/>
                </a:lnTo>
                <a:lnTo>
                  <a:pt x="134345" y="3065"/>
                </a:lnTo>
                <a:lnTo>
                  <a:pt x="133936" y="3219"/>
                </a:lnTo>
                <a:lnTo>
                  <a:pt x="133579" y="3423"/>
                </a:lnTo>
                <a:lnTo>
                  <a:pt x="133272" y="3678"/>
                </a:lnTo>
                <a:lnTo>
                  <a:pt x="133017" y="4036"/>
                </a:lnTo>
                <a:lnTo>
                  <a:pt x="132813" y="4394"/>
                </a:lnTo>
                <a:lnTo>
                  <a:pt x="132659" y="4802"/>
                </a:lnTo>
                <a:lnTo>
                  <a:pt x="132557" y="5262"/>
                </a:lnTo>
                <a:lnTo>
                  <a:pt x="132506" y="5824"/>
                </a:lnTo>
                <a:lnTo>
                  <a:pt x="132557" y="6386"/>
                </a:lnTo>
                <a:lnTo>
                  <a:pt x="132659" y="6999"/>
                </a:lnTo>
                <a:lnTo>
                  <a:pt x="132762" y="7663"/>
                </a:lnTo>
                <a:lnTo>
                  <a:pt x="133017" y="8378"/>
                </a:lnTo>
                <a:lnTo>
                  <a:pt x="133272" y="9144"/>
                </a:lnTo>
                <a:lnTo>
                  <a:pt x="133579" y="9961"/>
                </a:lnTo>
                <a:lnTo>
                  <a:pt x="133936" y="10728"/>
                </a:lnTo>
                <a:lnTo>
                  <a:pt x="134345" y="11443"/>
                </a:lnTo>
                <a:lnTo>
                  <a:pt x="134754" y="12158"/>
                </a:lnTo>
                <a:lnTo>
                  <a:pt x="135162" y="12771"/>
                </a:lnTo>
                <a:lnTo>
                  <a:pt x="135622" y="13384"/>
                </a:lnTo>
                <a:lnTo>
                  <a:pt x="136031" y="13946"/>
                </a:lnTo>
                <a:lnTo>
                  <a:pt x="136491" y="14406"/>
                </a:lnTo>
                <a:lnTo>
                  <a:pt x="137001" y="14865"/>
                </a:lnTo>
                <a:lnTo>
                  <a:pt x="137461" y="15274"/>
                </a:lnTo>
                <a:lnTo>
                  <a:pt x="137972" y="15631"/>
                </a:lnTo>
                <a:lnTo>
                  <a:pt x="138483" y="15887"/>
                </a:lnTo>
                <a:lnTo>
                  <a:pt x="138994" y="16142"/>
                </a:lnTo>
                <a:lnTo>
                  <a:pt x="139504" y="16347"/>
                </a:lnTo>
                <a:lnTo>
                  <a:pt x="140015" y="16449"/>
                </a:lnTo>
                <a:lnTo>
                  <a:pt x="140526" y="16551"/>
                </a:lnTo>
                <a:lnTo>
                  <a:pt x="141343" y="16551"/>
                </a:lnTo>
                <a:lnTo>
                  <a:pt x="141854" y="16500"/>
                </a:lnTo>
                <a:lnTo>
                  <a:pt x="142365" y="16398"/>
                </a:lnTo>
                <a:lnTo>
                  <a:pt x="142774" y="16244"/>
                </a:lnTo>
                <a:lnTo>
                  <a:pt x="143131" y="15989"/>
                </a:lnTo>
                <a:lnTo>
                  <a:pt x="143438" y="15734"/>
                </a:lnTo>
                <a:lnTo>
                  <a:pt x="143693" y="15376"/>
                </a:lnTo>
                <a:lnTo>
                  <a:pt x="143897" y="15019"/>
                </a:lnTo>
                <a:lnTo>
                  <a:pt x="144051" y="14610"/>
                </a:lnTo>
                <a:lnTo>
                  <a:pt x="144102" y="14099"/>
                </a:lnTo>
                <a:lnTo>
                  <a:pt x="144153" y="13588"/>
                </a:lnTo>
                <a:lnTo>
                  <a:pt x="144102" y="12975"/>
                </a:lnTo>
                <a:lnTo>
                  <a:pt x="144051" y="12362"/>
                </a:lnTo>
                <a:lnTo>
                  <a:pt x="143897" y="11698"/>
                </a:lnTo>
                <a:lnTo>
                  <a:pt x="143693" y="10983"/>
                </a:lnTo>
                <a:lnTo>
                  <a:pt x="143387" y="10217"/>
                </a:lnTo>
                <a:lnTo>
                  <a:pt x="143080" y="9400"/>
                </a:lnTo>
                <a:lnTo>
                  <a:pt x="142722" y="8582"/>
                </a:lnTo>
                <a:lnTo>
                  <a:pt x="142314" y="7867"/>
                </a:lnTo>
                <a:lnTo>
                  <a:pt x="141905" y="7203"/>
                </a:lnTo>
                <a:lnTo>
                  <a:pt x="141497" y="6539"/>
                </a:lnTo>
                <a:lnTo>
                  <a:pt x="141088" y="5977"/>
                </a:lnTo>
                <a:lnTo>
                  <a:pt x="140628" y="5466"/>
                </a:lnTo>
                <a:lnTo>
                  <a:pt x="140168" y="4955"/>
                </a:lnTo>
                <a:lnTo>
                  <a:pt x="139709" y="4547"/>
                </a:lnTo>
                <a:lnTo>
                  <a:pt x="139198" y="4138"/>
                </a:lnTo>
                <a:lnTo>
                  <a:pt x="138738" y="3781"/>
                </a:lnTo>
                <a:lnTo>
                  <a:pt x="138227" y="3525"/>
                </a:lnTo>
                <a:lnTo>
                  <a:pt x="137717" y="3270"/>
                </a:lnTo>
                <a:lnTo>
                  <a:pt x="137206" y="3117"/>
                </a:lnTo>
                <a:lnTo>
                  <a:pt x="136695" y="2963"/>
                </a:lnTo>
                <a:lnTo>
                  <a:pt x="136184" y="2912"/>
                </a:lnTo>
                <a:lnTo>
                  <a:pt x="135673" y="2861"/>
                </a:lnTo>
                <a:close/>
                <a:moveTo>
                  <a:pt x="102572" y="6743"/>
                </a:moveTo>
                <a:lnTo>
                  <a:pt x="103032" y="6794"/>
                </a:lnTo>
                <a:lnTo>
                  <a:pt x="103543" y="6948"/>
                </a:lnTo>
                <a:lnTo>
                  <a:pt x="104105" y="7305"/>
                </a:lnTo>
                <a:lnTo>
                  <a:pt x="104616" y="7765"/>
                </a:lnTo>
                <a:lnTo>
                  <a:pt x="105178" y="8429"/>
                </a:lnTo>
                <a:lnTo>
                  <a:pt x="105739" y="9246"/>
                </a:lnTo>
                <a:lnTo>
                  <a:pt x="106301" y="10268"/>
                </a:lnTo>
                <a:lnTo>
                  <a:pt x="106914" y="11494"/>
                </a:lnTo>
                <a:lnTo>
                  <a:pt x="107425" y="12771"/>
                </a:lnTo>
                <a:lnTo>
                  <a:pt x="107783" y="13895"/>
                </a:lnTo>
                <a:lnTo>
                  <a:pt x="107936" y="14763"/>
                </a:lnTo>
                <a:lnTo>
                  <a:pt x="107987" y="15121"/>
                </a:lnTo>
                <a:lnTo>
                  <a:pt x="107987" y="15478"/>
                </a:lnTo>
                <a:lnTo>
                  <a:pt x="107936" y="15734"/>
                </a:lnTo>
                <a:lnTo>
                  <a:pt x="107834" y="15989"/>
                </a:lnTo>
                <a:lnTo>
                  <a:pt x="107732" y="16193"/>
                </a:lnTo>
                <a:lnTo>
                  <a:pt x="107629" y="16347"/>
                </a:lnTo>
                <a:lnTo>
                  <a:pt x="107425" y="16500"/>
                </a:lnTo>
                <a:lnTo>
                  <a:pt x="107272" y="16602"/>
                </a:lnTo>
                <a:lnTo>
                  <a:pt x="107017" y="16653"/>
                </a:lnTo>
                <a:lnTo>
                  <a:pt x="106404" y="16653"/>
                </a:lnTo>
                <a:lnTo>
                  <a:pt x="106148" y="16602"/>
                </a:lnTo>
                <a:lnTo>
                  <a:pt x="105893" y="16551"/>
                </a:lnTo>
                <a:lnTo>
                  <a:pt x="105637" y="16398"/>
                </a:lnTo>
                <a:lnTo>
                  <a:pt x="105126" y="16091"/>
                </a:lnTo>
                <a:lnTo>
                  <a:pt x="104565" y="15580"/>
                </a:lnTo>
                <a:lnTo>
                  <a:pt x="104003" y="14916"/>
                </a:lnTo>
                <a:lnTo>
                  <a:pt x="103441" y="14048"/>
                </a:lnTo>
                <a:lnTo>
                  <a:pt x="102828" y="13026"/>
                </a:lnTo>
                <a:lnTo>
                  <a:pt x="102266" y="11800"/>
                </a:lnTo>
                <a:lnTo>
                  <a:pt x="101755" y="10472"/>
                </a:lnTo>
                <a:lnTo>
                  <a:pt x="101398" y="9451"/>
                </a:lnTo>
                <a:lnTo>
                  <a:pt x="101295" y="8991"/>
                </a:lnTo>
                <a:lnTo>
                  <a:pt x="101244" y="8582"/>
                </a:lnTo>
                <a:lnTo>
                  <a:pt x="101193" y="8225"/>
                </a:lnTo>
                <a:lnTo>
                  <a:pt x="101244" y="7867"/>
                </a:lnTo>
                <a:lnTo>
                  <a:pt x="101244" y="7612"/>
                </a:lnTo>
                <a:lnTo>
                  <a:pt x="101346" y="7407"/>
                </a:lnTo>
                <a:lnTo>
                  <a:pt x="101449" y="7203"/>
                </a:lnTo>
                <a:lnTo>
                  <a:pt x="101602" y="7050"/>
                </a:lnTo>
                <a:lnTo>
                  <a:pt x="101755" y="6897"/>
                </a:lnTo>
                <a:lnTo>
                  <a:pt x="101959" y="6846"/>
                </a:lnTo>
                <a:lnTo>
                  <a:pt x="102164" y="6743"/>
                </a:lnTo>
                <a:close/>
                <a:moveTo>
                  <a:pt x="124129" y="3525"/>
                </a:moveTo>
                <a:lnTo>
                  <a:pt x="123567" y="3576"/>
                </a:lnTo>
                <a:lnTo>
                  <a:pt x="123107" y="3730"/>
                </a:lnTo>
                <a:lnTo>
                  <a:pt x="122699" y="3883"/>
                </a:lnTo>
                <a:lnTo>
                  <a:pt x="122341" y="4087"/>
                </a:lnTo>
                <a:lnTo>
                  <a:pt x="122034" y="4343"/>
                </a:lnTo>
                <a:lnTo>
                  <a:pt x="121779" y="4700"/>
                </a:lnTo>
                <a:lnTo>
                  <a:pt x="121575" y="5058"/>
                </a:lnTo>
                <a:lnTo>
                  <a:pt x="121422" y="5466"/>
                </a:lnTo>
                <a:lnTo>
                  <a:pt x="121319" y="5926"/>
                </a:lnTo>
                <a:lnTo>
                  <a:pt x="121268" y="6437"/>
                </a:lnTo>
                <a:lnTo>
                  <a:pt x="121319" y="7050"/>
                </a:lnTo>
                <a:lnTo>
                  <a:pt x="121370" y="7663"/>
                </a:lnTo>
                <a:lnTo>
                  <a:pt x="121524" y="8327"/>
                </a:lnTo>
                <a:lnTo>
                  <a:pt x="121728" y="9042"/>
                </a:lnTo>
                <a:lnTo>
                  <a:pt x="121983" y="9808"/>
                </a:lnTo>
                <a:lnTo>
                  <a:pt x="122341" y="10574"/>
                </a:lnTo>
                <a:lnTo>
                  <a:pt x="122699" y="11392"/>
                </a:lnTo>
                <a:lnTo>
                  <a:pt x="123107" y="12107"/>
                </a:lnTo>
                <a:lnTo>
                  <a:pt x="123516" y="12822"/>
                </a:lnTo>
                <a:lnTo>
                  <a:pt x="123924" y="13435"/>
                </a:lnTo>
                <a:lnTo>
                  <a:pt x="124333" y="14048"/>
                </a:lnTo>
                <a:lnTo>
                  <a:pt x="124793" y="14610"/>
                </a:lnTo>
                <a:lnTo>
                  <a:pt x="125253" y="15070"/>
                </a:lnTo>
                <a:lnTo>
                  <a:pt x="125763" y="15529"/>
                </a:lnTo>
                <a:lnTo>
                  <a:pt x="126223" y="15938"/>
                </a:lnTo>
                <a:lnTo>
                  <a:pt x="126734" y="16296"/>
                </a:lnTo>
                <a:lnTo>
                  <a:pt x="127245" y="16551"/>
                </a:lnTo>
                <a:lnTo>
                  <a:pt x="127756" y="16806"/>
                </a:lnTo>
                <a:lnTo>
                  <a:pt x="128266" y="17011"/>
                </a:lnTo>
                <a:lnTo>
                  <a:pt x="128777" y="17113"/>
                </a:lnTo>
                <a:lnTo>
                  <a:pt x="129288" y="17215"/>
                </a:lnTo>
                <a:lnTo>
                  <a:pt x="130105" y="17215"/>
                </a:lnTo>
                <a:lnTo>
                  <a:pt x="130616" y="17164"/>
                </a:lnTo>
                <a:lnTo>
                  <a:pt x="131076" y="17062"/>
                </a:lnTo>
                <a:lnTo>
                  <a:pt x="131536" y="16857"/>
                </a:lnTo>
                <a:lnTo>
                  <a:pt x="131893" y="16653"/>
                </a:lnTo>
                <a:lnTo>
                  <a:pt x="132200" y="16398"/>
                </a:lnTo>
                <a:lnTo>
                  <a:pt x="132455" y="16040"/>
                </a:lnTo>
                <a:lnTo>
                  <a:pt x="132659" y="15683"/>
                </a:lnTo>
                <a:lnTo>
                  <a:pt x="132762" y="15223"/>
                </a:lnTo>
                <a:lnTo>
                  <a:pt x="132864" y="14763"/>
                </a:lnTo>
                <a:lnTo>
                  <a:pt x="132915" y="14252"/>
                </a:lnTo>
                <a:lnTo>
                  <a:pt x="132864" y="13639"/>
                </a:lnTo>
                <a:lnTo>
                  <a:pt x="132762" y="13026"/>
                </a:lnTo>
                <a:lnTo>
                  <a:pt x="132608" y="12362"/>
                </a:lnTo>
                <a:lnTo>
                  <a:pt x="132404" y="11647"/>
                </a:lnTo>
                <a:lnTo>
                  <a:pt x="132149" y="10881"/>
                </a:lnTo>
                <a:lnTo>
                  <a:pt x="131791" y="10064"/>
                </a:lnTo>
                <a:lnTo>
                  <a:pt x="131433" y="9246"/>
                </a:lnTo>
                <a:lnTo>
                  <a:pt x="131076" y="8531"/>
                </a:lnTo>
                <a:lnTo>
                  <a:pt x="130667" y="7867"/>
                </a:lnTo>
                <a:lnTo>
                  <a:pt x="130259" y="7203"/>
                </a:lnTo>
                <a:lnTo>
                  <a:pt x="129799" y="6641"/>
                </a:lnTo>
                <a:lnTo>
                  <a:pt x="129390" y="6079"/>
                </a:lnTo>
                <a:lnTo>
                  <a:pt x="128930" y="5620"/>
                </a:lnTo>
                <a:lnTo>
                  <a:pt x="128471" y="5160"/>
                </a:lnTo>
                <a:lnTo>
                  <a:pt x="127960" y="4802"/>
                </a:lnTo>
                <a:lnTo>
                  <a:pt x="127500" y="4445"/>
                </a:lnTo>
                <a:lnTo>
                  <a:pt x="126989" y="4189"/>
                </a:lnTo>
                <a:lnTo>
                  <a:pt x="126479" y="3934"/>
                </a:lnTo>
                <a:lnTo>
                  <a:pt x="125968" y="3781"/>
                </a:lnTo>
                <a:lnTo>
                  <a:pt x="125457" y="3627"/>
                </a:lnTo>
                <a:lnTo>
                  <a:pt x="124946" y="3576"/>
                </a:lnTo>
                <a:lnTo>
                  <a:pt x="124435" y="3525"/>
                </a:lnTo>
                <a:close/>
                <a:moveTo>
                  <a:pt x="86890" y="7663"/>
                </a:moveTo>
                <a:lnTo>
                  <a:pt x="87401" y="7714"/>
                </a:lnTo>
                <a:lnTo>
                  <a:pt x="87657" y="7765"/>
                </a:lnTo>
                <a:lnTo>
                  <a:pt x="87912" y="7867"/>
                </a:lnTo>
                <a:lnTo>
                  <a:pt x="88423" y="8225"/>
                </a:lnTo>
                <a:lnTo>
                  <a:pt x="88985" y="8684"/>
                </a:lnTo>
                <a:lnTo>
                  <a:pt x="89547" y="9348"/>
                </a:lnTo>
                <a:lnTo>
                  <a:pt x="90109" y="10166"/>
                </a:lnTo>
                <a:lnTo>
                  <a:pt x="90670" y="11187"/>
                </a:lnTo>
                <a:lnTo>
                  <a:pt x="91283" y="12413"/>
                </a:lnTo>
                <a:lnTo>
                  <a:pt x="91794" y="13690"/>
                </a:lnTo>
                <a:lnTo>
                  <a:pt x="92101" y="14814"/>
                </a:lnTo>
                <a:lnTo>
                  <a:pt x="92305" y="15683"/>
                </a:lnTo>
                <a:lnTo>
                  <a:pt x="92305" y="16040"/>
                </a:lnTo>
                <a:lnTo>
                  <a:pt x="92305" y="16398"/>
                </a:lnTo>
                <a:lnTo>
                  <a:pt x="92305" y="16653"/>
                </a:lnTo>
                <a:lnTo>
                  <a:pt x="92203" y="16909"/>
                </a:lnTo>
                <a:lnTo>
                  <a:pt x="92101" y="17113"/>
                </a:lnTo>
                <a:lnTo>
                  <a:pt x="91947" y="17266"/>
                </a:lnTo>
                <a:lnTo>
                  <a:pt x="91794" y="17419"/>
                </a:lnTo>
                <a:lnTo>
                  <a:pt x="91590" y="17470"/>
                </a:lnTo>
                <a:lnTo>
                  <a:pt x="91386" y="17573"/>
                </a:lnTo>
                <a:lnTo>
                  <a:pt x="90773" y="17573"/>
                </a:lnTo>
                <a:lnTo>
                  <a:pt x="90517" y="17522"/>
                </a:lnTo>
                <a:lnTo>
                  <a:pt x="90262" y="17470"/>
                </a:lnTo>
                <a:lnTo>
                  <a:pt x="90006" y="17317"/>
                </a:lnTo>
                <a:lnTo>
                  <a:pt x="89444" y="17011"/>
                </a:lnTo>
                <a:lnTo>
                  <a:pt x="88934" y="16500"/>
                </a:lnTo>
                <a:lnTo>
                  <a:pt x="88372" y="15836"/>
                </a:lnTo>
                <a:lnTo>
                  <a:pt x="87810" y="14967"/>
                </a:lnTo>
                <a:lnTo>
                  <a:pt x="87197" y="13946"/>
                </a:lnTo>
                <a:lnTo>
                  <a:pt x="86635" y="12669"/>
                </a:lnTo>
                <a:lnTo>
                  <a:pt x="86073" y="11392"/>
                </a:lnTo>
                <a:lnTo>
                  <a:pt x="85767" y="10370"/>
                </a:lnTo>
                <a:lnTo>
                  <a:pt x="85613" y="9502"/>
                </a:lnTo>
                <a:lnTo>
                  <a:pt x="85562" y="9144"/>
                </a:lnTo>
                <a:lnTo>
                  <a:pt x="85562" y="8787"/>
                </a:lnTo>
                <a:lnTo>
                  <a:pt x="85613" y="8531"/>
                </a:lnTo>
                <a:lnTo>
                  <a:pt x="85716" y="8327"/>
                </a:lnTo>
                <a:lnTo>
                  <a:pt x="85818" y="8123"/>
                </a:lnTo>
                <a:lnTo>
                  <a:pt x="85971" y="7969"/>
                </a:lnTo>
                <a:lnTo>
                  <a:pt x="86124" y="7816"/>
                </a:lnTo>
                <a:lnTo>
                  <a:pt x="86329" y="7714"/>
                </a:lnTo>
                <a:lnTo>
                  <a:pt x="86533" y="7663"/>
                </a:lnTo>
                <a:close/>
                <a:moveTo>
                  <a:pt x="112840" y="4189"/>
                </a:moveTo>
                <a:lnTo>
                  <a:pt x="112329" y="4240"/>
                </a:lnTo>
                <a:lnTo>
                  <a:pt x="111869" y="4394"/>
                </a:lnTo>
                <a:lnTo>
                  <a:pt x="111461" y="4547"/>
                </a:lnTo>
                <a:lnTo>
                  <a:pt x="111103" y="4751"/>
                </a:lnTo>
                <a:lnTo>
                  <a:pt x="110745" y="5007"/>
                </a:lnTo>
                <a:lnTo>
                  <a:pt x="110490" y="5313"/>
                </a:lnTo>
                <a:lnTo>
                  <a:pt x="110286" y="5722"/>
                </a:lnTo>
                <a:lnTo>
                  <a:pt x="110132" y="6130"/>
                </a:lnTo>
                <a:lnTo>
                  <a:pt x="110081" y="6590"/>
                </a:lnTo>
                <a:lnTo>
                  <a:pt x="110030" y="7101"/>
                </a:lnTo>
                <a:lnTo>
                  <a:pt x="110081" y="7714"/>
                </a:lnTo>
                <a:lnTo>
                  <a:pt x="110132" y="8327"/>
                </a:lnTo>
                <a:lnTo>
                  <a:pt x="110286" y="8991"/>
                </a:lnTo>
                <a:lnTo>
                  <a:pt x="110490" y="9706"/>
                </a:lnTo>
                <a:lnTo>
                  <a:pt x="110745" y="10472"/>
                </a:lnTo>
                <a:lnTo>
                  <a:pt x="111103" y="11239"/>
                </a:lnTo>
                <a:lnTo>
                  <a:pt x="111461" y="12056"/>
                </a:lnTo>
                <a:lnTo>
                  <a:pt x="111869" y="12771"/>
                </a:lnTo>
                <a:lnTo>
                  <a:pt x="112227" y="13486"/>
                </a:lnTo>
                <a:lnTo>
                  <a:pt x="112687" y="14099"/>
                </a:lnTo>
                <a:lnTo>
                  <a:pt x="113095" y="14712"/>
                </a:lnTo>
                <a:lnTo>
                  <a:pt x="113555" y="15274"/>
                </a:lnTo>
                <a:lnTo>
                  <a:pt x="114015" y="15734"/>
                </a:lnTo>
                <a:lnTo>
                  <a:pt x="114474" y="16193"/>
                </a:lnTo>
                <a:lnTo>
                  <a:pt x="114985" y="16602"/>
                </a:lnTo>
                <a:lnTo>
                  <a:pt x="115496" y="16909"/>
                </a:lnTo>
                <a:lnTo>
                  <a:pt x="115956" y="17215"/>
                </a:lnTo>
                <a:lnTo>
                  <a:pt x="116467" y="17470"/>
                </a:lnTo>
                <a:lnTo>
                  <a:pt x="116977" y="17675"/>
                </a:lnTo>
                <a:lnTo>
                  <a:pt x="117539" y="17777"/>
                </a:lnTo>
                <a:lnTo>
                  <a:pt x="118050" y="17879"/>
                </a:lnTo>
                <a:lnTo>
                  <a:pt x="118867" y="17879"/>
                </a:lnTo>
                <a:lnTo>
                  <a:pt x="119378" y="17828"/>
                </a:lnTo>
                <a:lnTo>
                  <a:pt x="119838" y="17726"/>
                </a:lnTo>
                <a:lnTo>
                  <a:pt x="120247" y="17522"/>
                </a:lnTo>
                <a:lnTo>
                  <a:pt x="120604" y="17317"/>
                </a:lnTo>
                <a:lnTo>
                  <a:pt x="120911" y="17062"/>
                </a:lnTo>
                <a:lnTo>
                  <a:pt x="121166" y="16704"/>
                </a:lnTo>
                <a:lnTo>
                  <a:pt x="121370" y="16347"/>
                </a:lnTo>
                <a:lnTo>
                  <a:pt x="121524" y="15887"/>
                </a:lnTo>
                <a:lnTo>
                  <a:pt x="121626" y="15427"/>
                </a:lnTo>
                <a:lnTo>
                  <a:pt x="121677" y="14916"/>
                </a:lnTo>
                <a:lnTo>
                  <a:pt x="121626" y="14303"/>
                </a:lnTo>
                <a:lnTo>
                  <a:pt x="121524" y="13690"/>
                </a:lnTo>
                <a:lnTo>
                  <a:pt x="121370" y="13026"/>
                </a:lnTo>
                <a:lnTo>
                  <a:pt x="121166" y="12311"/>
                </a:lnTo>
                <a:lnTo>
                  <a:pt x="120911" y="11494"/>
                </a:lnTo>
                <a:lnTo>
                  <a:pt x="120553" y="10728"/>
                </a:lnTo>
                <a:lnTo>
                  <a:pt x="120196" y="9910"/>
                </a:lnTo>
                <a:lnTo>
                  <a:pt x="119838" y="9195"/>
                </a:lnTo>
                <a:lnTo>
                  <a:pt x="119429" y="8531"/>
                </a:lnTo>
                <a:lnTo>
                  <a:pt x="119021" y="7867"/>
                </a:lnTo>
                <a:lnTo>
                  <a:pt x="118561" y="7305"/>
                </a:lnTo>
                <a:lnTo>
                  <a:pt x="118152" y="6743"/>
                </a:lnTo>
                <a:lnTo>
                  <a:pt x="117693" y="6284"/>
                </a:lnTo>
                <a:lnTo>
                  <a:pt x="117182" y="5824"/>
                </a:lnTo>
                <a:lnTo>
                  <a:pt x="116722" y="5466"/>
                </a:lnTo>
                <a:lnTo>
                  <a:pt x="116211" y="5109"/>
                </a:lnTo>
                <a:lnTo>
                  <a:pt x="115751" y="4853"/>
                </a:lnTo>
                <a:lnTo>
                  <a:pt x="115241" y="4598"/>
                </a:lnTo>
                <a:lnTo>
                  <a:pt x="114730" y="4445"/>
                </a:lnTo>
                <a:lnTo>
                  <a:pt x="114219" y="4291"/>
                </a:lnTo>
                <a:lnTo>
                  <a:pt x="113657" y="4240"/>
                </a:lnTo>
                <a:lnTo>
                  <a:pt x="113146" y="4189"/>
                </a:lnTo>
                <a:close/>
                <a:moveTo>
                  <a:pt x="75652" y="8327"/>
                </a:moveTo>
                <a:lnTo>
                  <a:pt x="76163" y="8378"/>
                </a:lnTo>
                <a:lnTo>
                  <a:pt x="76674" y="8531"/>
                </a:lnTo>
                <a:lnTo>
                  <a:pt x="77185" y="8889"/>
                </a:lnTo>
                <a:lnTo>
                  <a:pt x="77747" y="9348"/>
                </a:lnTo>
                <a:lnTo>
                  <a:pt x="78258" y="10013"/>
                </a:lnTo>
                <a:lnTo>
                  <a:pt x="78820" y="10830"/>
                </a:lnTo>
                <a:lnTo>
                  <a:pt x="79432" y="11851"/>
                </a:lnTo>
                <a:lnTo>
                  <a:pt x="79994" y="13077"/>
                </a:lnTo>
                <a:lnTo>
                  <a:pt x="80505" y="14354"/>
                </a:lnTo>
                <a:lnTo>
                  <a:pt x="80863" y="15427"/>
                </a:lnTo>
                <a:lnTo>
                  <a:pt x="81067" y="16347"/>
                </a:lnTo>
                <a:lnTo>
                  <a:pt x="81067" y="16704"/>
                </a:lnTo>
                <a:lnTo>
                  <a:pt x="81067" y="17011"/>
                </a:lnTo>
                <a:lnTo>
                  <a:pt x="81016" y="17317"/>
                </a:lnTo>
                <a:lnTo>
                  <a:pt x="80965" y="17573"/>
                </a:lnTo>
                <a:lnTo>
                  <a:pt x="80863" y="17777"/>
                </a:lnTo>
                <a:lnTo>
                  <a:pt x="80710" y="17930"/>
                </a:lnTo>
                <a:lnTo>
                  <a:pt x="80556" y="18083"/>
                </a:lnTo>
                <a:lnTo>
                  <a:pt x="80352" y="18134"/>
                </a:lnTo>
                <a:lnTo>
                  <a:pt x="80148" y="18237"/>
                </a:lnTo>
                <a:lnTo>
                  <a:pt x="79535" y="18237"/>
                </a:lnTo>
                <a:lnTo>
                  <a:pt x="79279" y="18186"/>
                </a:lnTo>
                <a:lnTo>
                  <a:pt x="79024" y="18083"/>
                </a:lnTo>
                <a:lnTo>
                  <a:pt x="78768" y="17981"/>
                </a:lnTo>
                <a:lnTo>
                  <a:pt x="78207" y="17675"/>
                </a:lnTo>
                <a:lnTo>
                  <a:pt x="77645" y="17164"/>
                </a:lnTo>
                <a:lnTo>
                  <a:pt x="77083" y="16500"/>
                </a:lnTo>
                <a:lnTo>
                  <a:pt x="76521" y="15631"/>
                </a:lnTo>
                <a:lnTo>
                  <a:pt x="75959" y="14610"/>
                </a:lnTo>
                <a:lnTo>
                  <a:pt x="75346" y="13333"/>
                </a:lnTo>
                <a:lnTo>
                  <a:pt x="74835" y="12056"/>
                </a:lnTo>
                <a:lnTo>
                  <a:pt x="74529" y="10983"/>
                </a:lnTo>
                <a:lnTo>
                  <a:pt x="74375" y="10574"/>
                </a:lnTo>
                <a:lnTo>
                  <a:pt x="74324" y="10166"/>
                </a:lnTo>
                <a:lnTo>
                  <a:pt x="74324" y="9808"/>
                </a:lnTo>
                <a:lnTo>
                  <a:pt x="74324" y="9451"/>
                </a:lnTo>
                <a:lnTo>
                  <a:pt x="74375" y="9195"/>
                </a:lnTo>
                <a:lnTo>
                  <a:pt x="74427" y="8940"/>
                </a:lnTo>
                <a:lnTo>
                  <a:pt x="74580" y="8787"/>
                </a:lnTo>
                <a:lnTo>
                  <a:pt x="74682" y="8633"/>
                </a:lnTo>
                <a:lnTo>
                  <a:pt x="74886" y="8480"/>
                </a:lnTo>
                <a:lnTo>
                  <a:pt x="75091" y="8378"/>
                </a:lnTo>
                <a:lnTo>
                  <a:pt x="75295" y="8327"/>
                </a:lnTo>
                <a:close/>
                <a:moveTo>
                  <a:pt x="101602" y="4853"/>
                </a:moveTo>
                <a:lnTo>
                  <a:pt x="101091" y="4904"/>
                </a:lnTo>
                <a:lnTo>
                  <a:pt x="100631" y="5007"/>
                </a:lnTo>
                <a:lnTo>
                  <a:pt x="100172" y="5211"/>
                </a:lnTo>
                <a:lnTo>
                  <a:pt x="99814" y="5415"/>
                </a:lnTo>
                <a:lnTo>
                  <a:pt x="99508" y="5671"/>
                </a:lnTo>
                <a:lnTo>
                  <a:pt x="99252" y="5977"/>
                </a:lnTo>
                <a:lnTo>
                  <a:pt x="99048" y="6386"/>
                </a:lnTo>
                <a:lnTo>
                  <a:pt x="98895" y="6794"/>
                </a:lnTo>
                <a:lnTo>
                  <a:pt x="98792" y="7254"/>
                </a:lnTo>
                <a:lnTo>
                  <a:pt x="98792" y="7765"/>
                </a:lnTo>
                <a:lnTo>
                  <a:pt x="98792" y="8327"/>
                </a:lnTo>
                <a:lnTo>
                  <a:pt x="98895" y="8991"/>
                </a:lnTo>
                <a:lnTo>
                  <a:pt x="99048" y="9655"/>
                </a:lnTo>
                <a:lnTo>
                  <a:pt x="99252" y="10370"/>
                </a:lnTo>
                <a:lnTo>
                  <a:pt x="99508" y="11085"/>
                </a:lnTo>
                <a:lnTo>
                  <a:pt x="99814" y="11903"/>
                </a:lnTo>
                <a:lnTo>
                  <a:pt x="100223" y="12720"/>
                </a:lnTo>
                <a:lnTo>
                  <a:pt x="100580" y="13435"/>
                </a:lnTo>
                <a:lnTo>
                  <a:pt x="100989" y="14150"/>
                </a:lnTo>
                <a:lnTo>
                  <a:pt x="101398" y="14763"/>
                </a:lnTo>
                <a:lnTo>
                  <a:pt x="101857" y="15376"/>
                </a:lnTo>
                <a:lnTo>
                  <a:pt x="102317" y="15938"/>
                </a:lnTo>
                <a:lnTo>
                  <a:pt x="102777" y="16398"/>
                </a:lnTo>
                <a:lnTo>
                  <a:pt x="103236" y="16857"/>
                </a:lnTo>
                <a:lnTo>
                  <a:pt x="103696" y="17266"/>
                </a:lnTo>
                <a:lnTo>
                  <a:pt x="104207" y="17573"/>
                </a:lnTo>
                <a:lnTo>
                  <a:pt x="104718" y="17879"/>
                </a:lnTo>
                <a:lnTo>
                  <a:pt x="105229" y="18134"/>
                </a:lnTo>
                <a:lnTo>
                  <a:pt x="105739" y="18288"/>
                </a:lnTo>
                <a:lnTo>
                  <a:pt x="106250" y="18441"/>
                </a:lnTo>
                <a:lnTo>
                  <a:pt x="106812" y="18543"/>
                </a:lnTo>
                <a:lnTo>
                  <a:pt x="107629" y="18543"/>
                </a:lnTo>
                <a:lnTo>
                  <a:pt x="108140" y="18492"/>
                </a:lnTo>
                <a:lnTo>
                  <a:pt x="108600" y="18390"/>
                </a:lnTo>
                <a:lnTo>
                  <a:pt x="109009" y="18186"/>
                </a:lnTo>
                <a:lnTo>
                  <a:pt x="109366" y="17981"/>
                </a:lnTo>
                <a:lnTo>
                  <a:pt x="109673" y="17726"/>
                </a:lnTo>
                <a:lnTo>
                  <a:pt x="109928" y="17368"/>
                </a:lnTo>
                <a:lnTo>
                  <a:pt x="110132" y="17011"/>
                </a:lnTo>
                <a:lnTo>
                  <a:pt x="110286" y="16551"/>
                </a:lnTo>
                <a:lnTo>
                  <a:pt x="110388" y="16091"/>
                </a:lnTo>
                <a:lnTo>
                  <a:pt x="110388" y="15529"/>
                </a:lnTo>
                <a:lnTo>
                  <a:pt x="110388" y="14967"/>
                </a:lnTo>
                <a:lnTo>
                  <a:pt x="110286" y="14354"/>
                </a:lnTo>
                <a:lnTo>
                  <a:pt x="110132" y="13690"/>
                </a:lnTo>
                <a:lnTo>
                  <a:pt x="109928" y="12924"/>
                </a:lnTo>
                <a:lnTo>
                  <a:pt x="109673" y="12158"/>
                </a:lnTo>
                <a:lnTo>
                  <a:pt x="109315" y="11341"/>
                </a:lnTo>
                <a:lnTo>
                  <a:pt x="108958" y="10574"/>
                </a:lnTo>
                <a:lnTo>
                  <a:pt x="108549" y="9859"/>
                </a:lnTo>
                <a:lnTo>
                  <a:pt x="108191" y="9195"/>
                </a:lnTo>
                <a:lnTo>
                  <a:pt x="107732" y="8531"/>
                </a:lnTo>
                <a:lnTo>
                  <a:pt x="107323" y="7969"/>
                </a:lnTo>
                <a:lnTo>
                  <a:pt x="106863" y="7407"/>
                </a:lnTo>
                <a:lnTo>
                  <a:pt x="106404" y="6948"/>
                </a:lnTo>
                <a:lnTo>
                  <a:pt x="105944" y="6488"/>
                </a:lnTo>
                <a:lnTo>
                  <a:pt x="105484" y="6130"/>
                </a:lnTo>
                <a:lnTo>
                  <a:pt x="104973" y="5773"/>
                </a:lnTo>
                <a:lnTo>
                  <a:pt x="104462" y="5517"/>
                </a:lnTo>
                <a:lnTo>
                  <a:pt x="104003" y="5262"/>
                </a:lnTo>
                <a:lnTo>
                  <a:pt x="103492" y="5109"/>
                </a:lnTo>
                <a:lnTo>
                  <a:pt x="102930" y="4955"/>
                </a:lnTo>
                <a:lnTo>
                  <a:pt x="102419" y="4853"/>
                </a:lnTo>
                <a:close/>
                <a:moveTo>
                  <a:pt x="64415" y="8991"/>
                </a:moveTo>
                <a:lnTo>
                  <a:pt x="64925" y="9042"/>
                </a:lnTo>
                <a:lnTo>
                  <a:pt x="65181" y="9093"/>
                </a:lnTo>
                <a:lnTo>
                  <a:pt x="65436" y="9195"/>
                </a:lnTo>
                <a:lnTo>
                  <a:pt x="65947" y="9553"/>
                </a:lnTo>
                <a:lnTo>
                  <a:pt x="66509" y="10013"/>
                </a:lnTo>
                <a:lnTo>
                  <a:pt x="67020" y="10626"/>
                </a:lnTo>
                <a:lnTo>
                  <a:pt x="67582" y="11494"/>
                </a:lnTo>
                <a:lnTo>
                  <a:pt x="68195" y="12516"/>
                </a:lnTo>
                <a:lnTo>
                  <a:pt x="68756" y="13741"/>
                </a:lnTo>
                <a:lnTo>
                  <a:pt x="69267" y="15019"/>
                </a:lnTo>
                <a:lnTo>
                  <a:pt x="69625" y="16091"/>
                </a:lnTo>
                <a:lnTo>
                  <a:pt x="69778" y="17011"/>
                </a:lnTo>
                <a:lnTo>
                  <a:pt x="69829" y="17368"/>
                </a:lnTo>
                <a:lnTo>
                  <a:pt x="69829" y="17675"/>
                </a:lnTo>
                <a:lnTo>
                  <a:pt x="69778" y="17981"/>
                </a:lnTo>
                <a:lnTo>
                  <a:pt x="69727" y="18237"/>
                </a:lnTo>
                <a:lnTo>
                  <a:pt x="69574" y="18441"/>
                </a:lnTo>
                <a:lnTo>
                  <a:pt x="69472" y="18594"/>
                </a:lnTo>
                <a:lnTo>
                  <a:pt x="69318" y="18696"/>
                </a:lnTo>
                <a:lnTo>
                  <a:pt x="69114" y="18799"/>
                </a:lnTo>
                <a:lnTo>
                  <a:pt x="68859" y="18901"/>
                </a:lnTo>
                <a:lnTo>
                  <a:pt x="68297" y="18901"/>
                </a:lnTo>
                <a:lnTo>
                  <a:pt x="68041" y="18850"/>
                </a:lnTo>
                <a:lnTo>
                  <a:pt x="67786" y="18747"/>
                </a:lnTo>
                <a:lnTo>
                  <a:pt x="67479" y="18645"/>
                </a:lnTo>
                <a:lnTo>
                  <a:pt x="66969" y="18339"/>
                </a:lnTo>
                <a:lnTo>
                  <a:pt x="66407" y="17828"/>
                </a:lnTo>
                <a:lnTo>
                  <a:pt x="65845" y="17164"/>
                </a:lnTo>
                <a:lnTo>
                  <a:pt x="65283" y="16296"/>
                </a:lnTo>
                <a:lnTo>
                  <a:pt x="64721" y="15274"/>
                </a:lnTo>
                <a:lnTo>
                  <a:pt x="64108" y="13997"/>
                </a:lnTo>
                <a:lnTo>
                  <a:pt x="63597" y="12720"/>
                </a:lnTo>
                <a:lnTo>
                  <a:pt x="63240" y="11647"/>
                </a:lnTo>
                <a:lnTo>
                  <a:pt x="63086" y="10779"/>
                </a:lnTo>
                <a:lnTo>
                  <a:pt x="63086" y="10421"/>
                </a:lnTo>
                <a:lnTo>
                  <a:pt x="63086" y="10115"/>
                </a:lnTo>
                <a:lnTo>
                  <a:pt x="63137" y="9859"/>
                </a:lnTo>
                <a:lnTo>
                  <a:pt x="63189" y="9604"/>
                </a:lnTo>
                <a:lnTo>
                  <a:pt x="63291" y="9451"/>
                </a:lnTo>
                <a:lnTo>
                  <a:pt x="63444" y="9246"/>
                </a:lnTo>
                <a:lnTo>
                  <a:pt x="63648" y="9144"/>
                </a:lnTo>
                <a:lnTo>
                  <a:pt x="63802" y="9042"/>
                </a:lnTo>
                <a:lnTo>
                  <a:pt x="64057" y="8991"/>
                </a:lnTo>
                <a:close/>
                <a:moveTo>
                  <a:pt x="85971" y="5773"/>
                </a:moveTo>
                <a:lnTo>
                  <a:pt x="85409" y="5824"/>
                </a:lnTo>
                <a:lnTo>
                  <a:pt x="84949" y="5926"/>
                </a:lnTo>
                <a:lnTo>
                  <a:pt x="84541" y="6130"/>
                </a:lnTo>
                <a:lnTo>
                  <a:pt x="84183" y="6335"/>
                </a:lnTo>
                <a:lnTo>
                  <a:pt x="83877" y="6590"/>
                </a:lnTo>
                <a:lnTo>
                  <a:pt x="83621" y="6897"/>
                </a:lnTo>
                <a:lnTo>
                  <a:pt x="83417" y="7305"/>
                </a:lnTo>
                <a:lnTo>
                  <a:pt x="83264" y="7714"/>
                </a:lnTo>
                <a:lnTo>
                  <a:pt x="83161" y="8174"/>
                </a:lnTo>
                <a:lnTo>
                  <a:pt x="83110" y="8684"/>
                </a:lnTo>
                <a:lnTo>
                  <a:pt x="83161" y="9246"/>
                </a:lnTo>
                <a:lnTo>
                  <a:pt x="83264" y="9859"/>
                </a:lnTo>
                <a:lnTo>
                  <a:pt x="83366" y="10574"/>
                </a:lnTo>
                <a:lnTo>
                  <a:pt x="83621" y="11290"/>
                </a:lnTo>
                <a:lnTo>
                  <a:pt x="83877" y="12005"/>
                </a:lnTo>
                <a:lnTo>
                  <a:pt x="84183" y="12822"/>
                </a:lnTo>
                <a:lnTo>
                  <a:pt x="84541" y="13639"/>
                </a:lnTo>
                <a:lnTo>
                  <a:pt x="84949" y="14354"/>
                </a:lnTo>
                <a:lnTo>
                  <a:pt x="85358" y="15070"/>
                </a:lnTo>
                <a:lnTo>
                  <a:pt x="85767" y="15683"/>
                </a:lnTo>
                <a:lnTo>
                  <a:pt x="86226" y="16296"/>
                </a:lnTo>
                <a:lnTo>
                  <a:pt x="86635" y="16806"/>
                </a:lnTo>
                <a:lnTo>
                  <a:pt x="87146" y="17317"/>
                </a:lnTo>
                <a:lnTo>
                  <a:pt x="87606" y="17777"/>
                </a:lnTo>
                <a:lnTo>
                  <a:pt x="88065" y="18186"/>
                </a:lnTo>
                <a:lnTo>
                  <a:pt x="88576" y="18492"/>
                </a:lnTo>
                <a:lnTo>
                  <a:pt x="89087" y="18799"/>
                </a:lnTo>
                <a:lnTo>
                  <a:pt x="89598" y="19054"/>
                </a:lnTo>
                <a:lnTo>
                  <a:pt x="90109" y="19207"/>
                </a:lnTo>
                <a:lnTo>
                  <a:pt x="90619" y="19360"/>
                </a:lnTo>
                <a:lnTo>
                  <a:pt x="91130" y="19463"/>
                </a:lnTo>
                <a:lnTo>
                  <a:pt x="91947" y="19463"/>
                </a:lnTo>
                <a:lnTo>
                  <a:pt x="92458" y="19412"/>
                </a:lnTo>
                <a:lnTo>
                  <a:pt x="92969" y="19309"/>
                </a:lnTo>
                <a:lnTo>
                  <a:pt x="93378" y="19105"/>
                </a:lnTo>
                <a:lnTo>
                  <a:pt x="93735" y="18901"/>
                </a:lnTo>
                <a:lnTo>
                  <a:pt x="94042" y="18594"/>
                </a:lnTo>
                <a:lnTo>
                  <a:pt x="94297" y="18288"/>
                </a:lnTo>
                <a:lnTo>
                  <a:pt x="94502" y="17930"/>
                </a:lnTo>
                <a:lnTo>
                  <a:pt x="94655" y="17470"/>
                </a:lnTo>
                <a:lnTo>
                  <a:pt x="94706" y="17011"/>
                </a:lnTo>
                <a:lnTo>
                  <a:pt x="94757" y="16449"/>
                </a:lnTo>
                <a:lnTo>
                  <a:pt x="94757" y="15887"/>
                </a:lnTo>
                <a:lnTo>
                  <a:pt x="94655" y="15274"/>
                </a:lnTo>
                <a:lnTo>
                  <a:pt x="94502" y="14610"/>
                </a:lnTo>
                <a:lnTo>
                  <a:pt x="94297" y="13844"/>
                </a:lnTo>
                <a:lnTo>
                  <a:pt x="93991" y="13077"/>
                </a:lnTo>
                <a:lnTo>
                  <a:pt x="93684" y="12260"/>
                </a:lnTo>
                <a:lnTo>
                  <a:pt x="93327" y="11494"/>
                </a:lnTo>
                <a:lnTo>
                  <a:pt x="92918" y="10779"/>
                </a:lnTo>
                <a:lnTo>
                  <a:pt x="92509" y="10115"/>
                </a:lnTo>
                <a:lnTo>
                  <a:pt x="92101" y="9451"/>
                </a:lnTo>
                <a:lnTo>
                  <a:pt x="91692" y="8889"/>
                </a:lnTo>
                <a:lnTo>
                  <a:pt x="91232" y="8327"/>
                </a:lnTo>
                <a:lnTo>
                  <a:pt x="90773" y="7867"/>
                </a:lnTo>
                <a:lnTo>
                  <a:pt x="90313" y="7407"/>
                </a:lnTo>
                <a:lnTo>
                  <a:pt x="89853" y="7050"/>
                </a:lnTo>
                <a:lnTo>
                  <a:pt x="89342" y="6692"/>
                </a:lnTo>
                <a:lnTo>
                  <a:pt x="88831" y="6437"/>
                </a:lnTo>
                <a:lnTo>
                  <a:pt x="88321" y="6181"/>
                </a:lnTo>
                <a:lnTo>
                  <a:pt x="87810" y="6028"/>
                </a:lnTo>
                <a:lnTo>
                  <a:pt x="87299" y="5875"/>
                </a:lnTo>
                <a:lnTo>
                  <a:pt x="86788" y="5773"/>
                </a:lnTo>
                <a:close/>
                <a:moveTo>
                  <a:pt x="53177" y="9604"/>
                </a:moveTo>
                <a:lnTo>
                  <a:pt x="53636" y="9706"/>
                </a:lnTo>
                <a:lnTo>
                  <a:pt x="54147" y="9859"/>
                </a:lnTo>
                <a:lnTo>
                  <a:pt x="54709" y="10166"/>
                </a:lnTo>
                <a:lnTo>
                  <a:pt x="55220" y="10677"/>
                </a:lnTo>
                <a:lnTo>
                  <a:pt x="55782" y="11290"/>
                </a:lnTo>
                <a:lnTo>
                  <a:pt x="56344" y="12158"/>
                </a:lnTo>
                <a:lnTo>
                  <a:pt x="56906" y="13180"/>
                </a:lnTo>
                <a:lnTo>
                  <a:pt x="57519" y="14406"/>
                </a:lnTo>
                <a:lnTo>
                  <a:pt x="58029" y="15683"/>
                </a:lnTo>
                <a:lnTo>
                  <a:pt x="58387" y="16755"/>
                </a:lnTo>
                <a:lnTo>
                  <a:pt x="58540" y="17675"/>
                </a:lnTo>
                <a:lnTo>
                  <a:pt x="58591" y="18032"/>
                </a:lnTo>
                <a:lnTo>
                  <a:pt x="58591" y="18339"/>
                </a:lnTo>
                <a:lnTo>
                  <a:pt x="58540" y="18645"/>
                </a:lnTo>
                <a:lnTo>
                  <a:pt x="58438" y="18901"/>
                </a:lnTo>
                <a:lnTo>
                  <a:pt x="58336" y="19105"/>
                </a:lnTo>
                <a:lnTo>
                  <a:pt x="58234" y="19258"/>
                </a:lnTo>
                <a:lnTo>
                  <a:pt x="58029" y="19360"/>
                </a:lnTo>
                <a:lnTo>
                  <a:pt x="57876" y="19463"/>
                </a:lnTo>
                <a:lnTo>
                  <a:pt x="57621" y="19514"/>
                </a:lnTo>
                <a:lnTo>
                  <a:pt x="57416" y="19565"/>
                </a:lnTo>
                <a:lnTo>
                  <a:pt x="57008" y="19565"/>
                </a:lnTo>
                <a:lnTo>
                  <a:pt x="56752" y="19514"/>
                </a:lnTo>
                <a:lnTo>
                  <a:pt x="56497" y="19412"/>
                </a:lnTo>
                <a:lnTo>
                  <a:pt x="56241" y="19309"/>
                </a:lnTo>
                <a:lnTo>
                  <a:pt x="55731" y="18952"/>
                </a:lnTo>
                <a:lnTo>
                  <a:pt x="55169" y="18492"/>
                </a:lnTo>
                <a:lnTo>
                  <a:pt x="54607" y="17828"/>
                </a:lnTo>
                <a:lnTo>
                  <a:pt x="54045" y="16960"/>
                </a:lnTo>
                <a:lnTo>
                  <a:pt x="53432" y="15938"/>
                </a:lnTo>
                <a:lnTo>
                  <a:pt x="52870" y="14661"/>
                </a:lnTo>
                <a:lnTo>
                  <a:pt x="52359" y="13384"/>
                </a:lnTo>
                <a:lnTo>
                  <a:pt x="52002" y="12311"/>
                </a:lnTo>
                <a:lnTo>
                  <a:pt x="51900" y="11851"/>
                </a:lnTo>
                <a:lnTo>
                  <a:pt x="51848" y="11443"/>
                </a:lnTo>
                <a:lnTo>
                  <a:pt x="51797" y="11085"/>
                </a:lnTo>
                <a:lnTo>
                  <a:pt x="51848" y="10779"/>
                </a:lnTo>
                <a:lnTo>
                  <a:pt x="51848" y="10523"/>
                </a:lnTo>
                <a:lnTo>
                  <a:pt x="51951" y="10268"/>
                </a:lnTo>
                <a:lnTo>
                  <a:pt x="52053" y="10064"/>
                </a:lnTo>
                <a:lnTo>
                  <a:pt x="52206" y="9910"/>
                </a:lnTo>
                <a:lnTo>
                  <a:pt x="52359" y="9808"/>
                </a:lnTo>
                <a:lnTo>
                  <a:pt x="52564" y="9706"/>
                </a:lnTo>
                <a:lnTo>
                  <a:pt x="52768" y="9655"/>
                </a:lnTo>
                <a:lnTo>
                  <a:pt x="53023" y="9655"/>
                </a:lnTo>
                <a:lnTo>
                  <a:pt x="53177" y="9604"/>
                </a:lnTo>
                <a:close/>
                <a:moveTo>
                  <a:pt x="74733" y="6437"/>
                </a:moveTo>
                <a:lnTo>
                  <a:pt x="74171" y="6488"/>
                </a:lnTo>
                <a:lnTo>
                  <a:pt x="73711" y="6590"/>
                </a:lnTo>
                <a:lnTo>
                  <a:pt x="73303" y="6794"/>
                </a:lnTo>
                <a:lnTo>
                  <a:pt x="72945" y="6999"/>
                </a:lnTo>
                <a:lnTo>
                  <a:pt x="72639" y="7254"/>
                </a:lnTo>
                <a:lnTo>
                  <a:pt x="72383" y="7561"/>
                </a:lnTo>
                <a:lnTo>
                  <a:pt x="72179" y="7969"/>
                </a:lnTo>
                <a:lnTo>
                  <a:pt x="72026" y="8378"/>
                </a:lnTo>
                <a:lnTo>
                  <a:pt x="71924" y="8838"/>
                </a:lnTo>
                <a:lnTo>
                  <a:pt x="71872" y="9348"/>
                </a:lnTo>
                <a:lnTo>
                  <a:pt x="71924" y="9910"/>
                </a:lnTo>
                <a:lnTo>
                  <a:pt x="71975" y="10523"/>
                </a:lnTo>
                <a:lnTo>
                  <a:pt x="72128" y="11187"/>
                </a:lnTo>
                <a:lnTo>
                  <a:pt x="72332" y="11903"/>
                </a:lnTo>
                <a:lnTo>
                  <a:pt x="72588" y="12669"/>
                </a:lnTo>
                <a:lnTo>
                  <a:pt x="72945" y="13486"/>
                </a:lnTo>
                <a:lnTo>
                  <a:pt x="73303" y="14303"/>
                </a:lnTo>
                <a:lnTo>
                  <a:pt x="73711" y="15019"/>
                </a:lnTo>
                <a:lnTo>
                  <a:pt x="74120" y="15734"/>
                </a:lnTo>
                <a:lnTo>
                  <a:pt x="74529" y="16347"/>
                </a:lnTo>
                <a:lnTo>
                  <a:pt x="74937" y="16960"/>
                </a:lnTo>
                <a:lnTo>
                  <a:pt x="75397" y="17470"/>
                </a:lnTo>
                <a:lnTo>
                  <a:pt x="75857" y="17981"/>
                </a:lnTo>
                <a:lnTo>
                  <a:pt x="76368" y="18441"/>
                </a:lnTo>
                <a:lnTo>
                  <a:pt x="76827" y="18799"/>
                </a:lnTo>
                <a:lnTo>
                  <a:pt x="77338" y="19156"/>
                </a:lnTo>
                <a:lnTo>
                  <a:pt x="77849" y="19463"/>
                </a:lnTo>
                <a:lnTo>
                  <a:pt x="78360" y="19718"/>
                </a:lnTo>
                <a:lnTo>
                  <a:pt x="78871" y="19871"/>
                </a:lnTo>
                <a:lnTo>
                  <a:pt x="79381" y="20024"/>
                </a:lnTo>
                <a:lnTo>
                  <a:pt x="79892" y="20127"/>
                </a:lnTo>
                <a:lnTo>
                  <a:pt x="80710" y="20127"/>
                </a:lnTo>
                <a:lnTo>
                  <a:pt x="81220" y="20076"/>
                </a:lnTo>
                <a:lnTo>
                  <a:pt x="81680" y="19922"/>
                </a:lnTo>
                <a:lnTo>
                  <a:pt x="82140" y="19769"/>
                </a:lnTo>
                <a:lnTo>
                  <a:pt x="82497" y="19565"/>
                </a:lnTo>
                <a:lnTo>
                  <a:pt x="82804" y="19258"/>
                </a:lnTo>
                <a:lnTo>
                  <a:pt x="83059" y="18952"/>
                </a:lnTo>
                <a:lnTo>
                  <a:pt x="83264" y="18594"/>
                </a:lnTo>
                <a:lnTo>
                  <a:pt x="83366" y="18134"/>
                </a:lnTo>
                <a:lnTo>
                  <a:pt x="83468" y="17675"/>
                </a:lnTo>
                <a:lnTo>
                  <a:pt x="83519" y="17113"/>
                </a:lnTo>
                <a:lnTo>
                  <a:pt x="83468" y="16551"/>
                </a:lnTo>
                <a:lnTo>
                  <a:pt x="83366" y="15938"/>
                </a:lnTo>
                <a:lnTo>
                  <a:pt x="83213" y="15223"/>
                </a:lnTo>
                <a:lnTo>
                  <a:pt x="83008" y="14508"/>
                </a:lnTo>
                <a:lnTo>
                  <a:pt x="82753" y="13741"/>
                </a:lnTo>
                <a:lnTo>
                  <a:pt x="82395" y="12924"/>
                </a:lnTo>
                <a:lnTo>
                  <a:pt x="82038" y="12158"/>
                </a:lnTo>
                <a:lnTo>
                  <a:pt x="81680" y="11443"/>
                </a:lnTo>
                <a:lnTo>
                  <a:pt x="81271" y="10728"/>
                </a:lnTo>
                <a:lnTo>
                  <a:pt x="80863" y="10115"/>
                </a:lnTo>
                <a:lnTo>
                  <a:pt x="80403" y="9553"/>
                </a:lnTo>
                <a:lnTo>
                  <a:pt x="79994" y="8991"/>
                </a:lnTo>
                <a:lnTo>
                  <a:pt x="79535" y="8531"/>
                </a:lnTo>
                <a:lnTo>
                  <a:pt x="79075" y="8071"/>
                </a:lnTo>
                <a:lnTo>
                  <a:pt x="78564" y="7714"/>
                </a:lnTo>
                <a:lnTo>
                  <a:pt x="78104" y="7356"/>
                </a:lnTo>
                <a:lnTo>
                  <a:pt x="77594" y="7101"/>
                </a:lnTo>
                <a:lnTo>
                  <a:pt x="77083" y="6846"/>
                </a:lnTo>
                <a:lnTo>
                  <a:pt x="76572" y="6641"/>
                </a:lnTo>
                <a:lnTo>
                  <a:pt x="76061" y="6539"/>
                </a:lnTo>
                <a:lnTo>
                  <a:pt x="75550" y="6437"/>
                </a:lnTo>
                <a:close/>
                <a:moveTo>
                  <a:pt x="37546" y="10523"/>
                </a:moveTo>
                <a:lnTo>
                  <a:pt x="38005" y="10626"/>
                </a:lnTo>
                <a:lnTo>
                  <a:pt x="38516" y="10779"/>
                </a:lnTo>
                <a:lnTo>
                  <a:pt x="39078" y="11085"/>
                </a:lnTo>
                <a:lnTo>
                  <a:pt x="39589" y="11596"/>
                </a:lnTo>
                <a:lnTo>
                  <a:pt x="40151" y="12209"/>
                </a:lnTo>
                <a:lnTo>
                  <a:pt x="40713" y="13077"/>
                </a:lnTo>
                <a:lnTo>
                  <a:pt x="41275" y="14099"/>
                </a:lnTo>
                <a:lnTo>
                  <a:pt x="41888" y="15325"/>
                </a:lnTo>
                <a:lnTo>
                  <a:pt x="42398" y="16602"/>
                </a:lnTo>
                <a:lnTo>
                  <a:pt x="42705" y="17675"/>
                </a:lnTo>
                <a:lnTo>
                  <a:pt x="42909" y="18594"/>
                </a:lnTo>
                <a:lnTo>
                  <a:pt x="42960" y="18952"/>
                </a:lnTo>
                <a:lnTo>
                  <a:pt x="42909" y="19258"/>
                </a:lnTo>
                <a:lnTo>
                  <a:pt x="42909" y="19565"/>
                </a:lnTo>
                <a:lnTo>
                  <a:pt x="42807" y="19820"/>
                </a:lnTo>
                <a:lnTo>
                  <a:pt x="42705" y="20024"/>
                </a:lnTo>
                <a:lnTo>
                  <a:pt x="42552" y="20178"/>
                </a:lnTo>
                <a:lnTo>
                  <a:pt x="42398" y="20280"/>
                </a:lnTo>
                <a:lnTo>
                  <a:pt x="42194" y="20382"/>
                </a:lnTo>
                <a:lnTo>
                  <a:pt x="41990" y="20433"/>
                </a:lnTo>
                <a:lnTo>
                  <a:pt x="41785" y="20484"/>
                </a:lnTo>
                <a:lnTo>
                  <a:pt x="41377" y="20484"/>
                </a:lnTo>
                <a:lnTo>
                  <a:pt x="41121" y="20433"/>
                </a:lnTo>
                <a:lnTo>
                  <a:pt x="40866" y="20331"/>
                </a:lnTo>
                <a:lnTo>
                  <a:pt x="40611" y="20229"/>
                </a:lnTo>
                <a:lnTo>
                  <a:pt x="40100" y="19871"/>
                </a:lnTo>
                <a:lnTo>
                  <a:pt x="39538" y="19412"/>
                </a:lnTo>
                <a:lnTo>
                  <a:pt x="38976" y="18747"/>
                </a:lnTo>
                <a:lnTo>
                  <a:pt x="38414" y="17879"/>
                </a:lnTo>
                <a:lnTo>
                  <a:pt x="37801" y="16857"/>
                </a:lnTo>
                <a:lnTo>
                  <a:pt x="37239" y="15580"/>
                </a:lnTo>
                <a:lnTo>
                  <a:pt x="36728" y="14303"/>
                </a:lnTo>
                <a:lnTo>
                  <a:pt x="36371" y="13231"/>
                </a:lnTo>
                <a:lnTo>
                  <a:pt x="36269" y="12771"/>
                </a:lnTo>
                <a:lnTo>
                  <a:pt x="36218" y="12362"/>
                </a:lnTo>
                <a:lnTo>
                  <a:pt x="36166" y="12005"/>
                </a:lnTo>
                <a:lnTo>
                  <a:pt x="36166" y="11698"/>
                </a:lnTo>
                <a:lnTo>
                  <a:pt x="36218" y="11443"/>
                </a:lnTo>
                <a:lnTo>
                  <a:pt x="36320" y="11187"/>
                </a:lnTo>
                <a:lnTo>
                  <a:pt x="36422" y="10983"/>
                </a:lnTo>
                <a:lnTo>
                  <a:pt x="36575" y="10830"/>
                </a:lnTo>
                <a:lnTo>
                  <a:pt x="36728" y="10728"/>
                </a:lnTo>
                <a:lnTo>
                  <a:pt x="36933" y="10626"/>
                </a:lnTo>
                <a:lnTo>
                  <a:pt x="37137" y="10574"/>
                </a:lnTo>
                <a:lnTo>
                  <a:pt x="37392" y="10523"/>
                </a:lnTo>
                <a:close/>
                <a:moveTo>
                  <a:pt x="63444" y="7101"/>
                </a:moveTo>
                <a:lnTo>
                  <a:pt x="62933" y="7152"/>
                </a:lnTo>
                <a:lnTo>
                  <a:pt x="62473" y="7254"/>
                </a:lnTo>
                <a:lnTo>
                  <a:pt x="62065" y="7407"/>
                </a:lnTo>
                <a:lnTo>
                  <a:pt x="61707" y="7663"/>
                </a:lnTo>
                <a:lnTo>
                  <a:pt x="61350" y="7918"/>
                </a:lnTo>
                <a:lnTo>
                  <a:pt x="61094" y="8225"/>
                </a:lnTo>
                <a:lnTo>
                  <a:pt x="60890" y="8582"/>
                </a:lnTo>
                <a:lnTo>
                  <a:pt x="60737" y="9042"/>
                </a:lnTo>
                <a:lnTo>
                  <a:pt x="60686" y="9502"/>
                </a:lnTo>
                <a:lnTo>
                  <a:pt x="60634" y="10013"/>
                </a:lnTo>
                <a:lnTo>
                  <a:pt x="60686" y="10574"/>
                </a:lnTo>
                <a:lnTo>
                  <a:pt x="60737" y="11187"/>
                </a:lnTo>
                <a:lnTo>
                  <a:pt x="60890" y="11851"/>
                </a:lnTo>
                <a:lnTo>
                  <a:pt x="61094" y="12567"/>
                </a:lnTo>
                <a:lnTo>
                  <a:pt x="61350" y="13333"/>
                </a:lnTo>
                <a:lnTo>
                  <a:pt x="61707" y="14150"/>
                </a:lnTo>
                <a:lnTo>
                  <a:pt x="62065" y="14916"/>
                </a:lnTo>
                <a:lnTo>
                  <a:pt x="62473" y="15683"/>
                </a:lnTo>
                <a:lnTo>
                  <a:pt x="62831" y="16347"/>
                </a:lnTo>
                <a:lnTo>
                  <a:pt x="63291" y="17011"/>
                </a:lnTo>
                <a:lnTo>
                  <a:pt x="63699" y="17624"/>
                </a:lnTo>
                <a:lnTo>
                  <a:pt x="64159" y="18134"/>
                </a:lnTo>
                <a:lnTo>
                  <a:pt x="64619" y="18645"/>
                </a:lnTo>
                <a:lnTo>
                  <a:pt x="65079" y="19105"/>
                </a:lnTo>
                <a:lnTo>
                  <a:pt x="65589" y="19463"/>
                </a:lnTo>
                <a:lnTo>
                  <a:pt x="66100" y="19820"/>
                </a:lnTo>
                <a:lnTo>
                  <a:pt x="66560" y="20127"/>
                </a:lnTo>
                <a:lnTo>
                  <a:pt x="67071" y="20382"/>
                </a:lnTo>
                <a:lnTo>
                  <a:pt x="67582" y="20535"/>
                </a:lnTo>
                <a:lnTo>
                  <a:pt x="68143" y="20689"/>
                </a:lnTo>
                <a:lnTo>
                  <a:pt x="68654" y="20740"/>
                </a:lnTo>
                <a:lnTo>
                  <a:pt x="69165" y="20791"/>
                </a:lnTo>
                <a:lnTo>
                  <a:pt x="69472" y="20791"/>
                </a:lnTo>
                <a:lnTo>
                  <a:pt x="69982" y="20740"/>
                </a:lnTo>
                <a:lnTo>
                  <a:pt x="70442" y="20586"/>
                </a:lnTo>
                <a:lnTo>
                  <a:pt x="70851" y="20433"/>
                </a:lnTo>
                <a:lnTo>
                  <a:pt x="71208" y="20229"/>
                </a:lnTo>
                <a:lnTo>
                  <a:pt x="71515" y="19922"/>
                </a:lnTo>
                <a:lnTo>
                  <a:pt x="71770" y="19616"/>
                </a:lnTo>
                <a:lnTo>
                  <a:pt x="71975" y="19207"/>
                </a:lnTo>
                <a:lnTo>
                  <a:pt x="72128" y="18799"/>
                </a:lnTo>
                <a:lnTo>
                  <a:pt x="72230" y="18339"/>
                </a:lnTo>
                <a:lnTo>
                  <a:pt x="72281" y="17777"/>
                </a:lnTo>
                <a:lnTo>
                  <a:pt x="72230" y="17215"/>
                </a:lnTo>
                <a:lnTo>
                  <a:pt x="72128" y="16602"/>
                </a:lnTo>
                <a:lnTo>
                  <a:pt x="71975" y="15887"/>
                </a:lnTo>
                <a:lnTo>
                  <a:pt x="71770" y="15172"/>
                </a:lnTo>
                <a:lnTo>
                  <a:pt x="71515" y="14406"/>
                </a:lnTo>
                <a:lnTo>
                  <a:pt x="71157" y="13588"/>
                </a:lnTo>
                <a:lnTo>
                  <a:pt x="70800" y="12822"/>
                </a:lnTo>
                <a:lnTo>
                  <a:pt x="70442" y="12107"/>
                </a:lnTo>
                <a:lnTo>
                  <a:pt x="70033" y="11392"/>
                </a:lnTo>
                <a:lnTo>
                  <a:pt x="69625" y="10779"/>
                </a:lnTo>
                <a:lnTo>
                  <a:pt x="69165" y="10217"/>
                </a:lnTo>
                <a:lnTo>
                  <a:pt x="68756" y="9655"/>
                </a:lnTo>
                <a:lnTo>
                  <a:pt x="68297" y="9195"/>
                </a:lnTo>
                <a:lnTo>
                  <a:pt x="67786" y="8736"/>
                </a:lnTo>
                <a:lnTo>
                  <a:pt x="67326" y="8378"/>
                </a:lnTo>
                <a:lnTo>
                  <a:pt x="66815" y="8020"/>
                </a:lnTo>
                <a:lnTo>
                  <a:pt x="66356" y="7714"/>
                </a:lnTo>
                <a:lnTo>
                  <a:pt x="65845" y="7510"/>
                </a:lnTo>
                <a:lnTo>
                  <a:pt x="65334" y="7305"/>
                </a:lnTo>
                <a:lnTo>
                  <a:pt x="64823" y="7203"/>
                </a:lnTo>
                <a:lnTo>
                  <a:pt x="64261" y="7101"/>
                </a:lnTo>
                <a:close/>
                <a:moveTo>
                  <a:pt x="26257" y="11187"/>
                </a:moveTo>
                <a:lnTo>
                  <a:pt x="26767" y="11239"/>
                </a:lnTo>
                <a:lnTo>
                  <a:pt x="27023" y="11341"/>
                </a:lnTo>
                <a:lnTo>
                  <a:pt x="27278" y="11443"/>
                </a:lnTo>
                <a:lnTo>
                  <a:pt x="27789" y="11749"/>
                </a:lnTo>
                <a:lnTo>
                  <a:pt x="28351" y="12260"/>
                </a:lnTo>
                <a:lnTo>
                  <a:pt x="28913" y="12873"/>
                </a:lnTo>
                <a:lnTo>
                  <a:pt x="29475" y="13690"/>
                </a:lnTo>
                <a:lnTo>
                  <a:pt x="30037" y="14763"/>
                </a:lnTo>
                <a:lnTo>
                  <a:pt x="30599" y="15989"/>
                </a:lnTo>
                <a:lnTo>
                  <a:pt x="31160" y="17266"/>
                </a:lnTo>
                <a:lnTo>
                  <a:pt x="31467" y="18339"/>
                </a:lnTo>
                <a:lnTo>
                  <a:pt x="31671" y="19207"/>
                </a:lnTo>
                <a:lnTo>
                  <a:pt x="31671" y="19616"/>
                </a:lnTo>
                <a:lnTo>
                  <a:pt x="31671" y="19922"/>
                </a:lnTo>
                <a:lnTo>
                  <a:pt x="31620" y="20229"/>
                </a:lnTo>
                <a:lnTo>
                  <a:pt x="31569" y="20433"/>
                </a:lnTo>
                <a:lnTo>
                  <a:pt x="31467" y="20637"/>
                </a:lnTo>
                <a:lnTo>
                  <a:pt x="31314" y="20842"/>
                </a:lnTo>
                <a:lnTo>
                  <a:pt x="31160" y="20944"/>
                </a:lnTo>
                <a:lnTo>
                  <a:pt x="30956" y="21046"/>
                </a:lnTo>
                <a:lnTo>
                  <a:pt x="30752" y="21097"/>
                </a:lnTo>
                <a:lnTo>
                  <a:pt x="30496" y="21148"/>
                </a:lnTo>
                <a:lnTo>
                  <a:pt x="30139" y="21148"/>
                </a:lnTo>
                <a:lnTo>
                  <a:pt x="29883" y="21097"/>
                </a:lnTo>
                <a:lnTo>
                  <a:pt x="29628" y="20995"/>
                </a:lnTo>
                <a:lnTo>
                  <a:pt x="29373" y="20893"/>
                </a:lnTo>
                <a:lnTo>
                  <a:pt x="28811" y="20535"/>
                </a:lnTo>
                <a:lnTo>
                  <a:pt x="28249" y="20076"/>
                </a:lnTo>
                <a:lnTo>
                  <a:pt x="27687" y="19412"/>
                </a:lnTo>
                <a:lnTo>
                  <a:pt x="27125" y="18543"/>
                </a:lnTo>
                <a:lnTo>
                  <a:pt x="26563" y="17522"/>
                </a:lnTo>
                <a:lnTo>
                  <a:pt x="25950" y="16244"/>
                </a:lnTo>
                <a:lnTo>
                  <a:pt x="25439" y="14967"/>
                </a:lnTo>
                <a:lnTo>
                  <a:pt x="25133" y="13895"/>
                </a:lnTo>
                <a:lnTo>
                  <a:pt x="25031" y="13435"/>
                </a:lnTo>
                <a:lnTo>
                  <a:pt x="24929" y="13026"/>
                </a:lnTo>
                <a:lnTo>
                  <a:pt x="24929" y="12669"/>
                </a:lnTo>
                <a:lnTo>
                  <a:pt x="24929" y="12362"/>
                </a:lnTo>
                <a:lnTo>
                  <a:pt x="24980" y="12107"/>
                </a:lnTo>
                <a:lnTo>
                  <a:pt x="25031" y="11851"/>
                </a:lnTo>
                <a:lnTo>
                  <a:pt x="25184" y="11647"/>
                </a:lnTo>
                <a:lnTo>
                  <a:pt x="25286" y="11494"/>
                </a:lnTo>
                <a:lnTo>
                  <a:pt x="25490" y="11392"/>
                </a:lnTo>
                <a:lnTo>
                  <a:pt x="25695" y="11290"/>
                </a:lnTo>
                <a:lnTo>
                  <a:pt x="25899" y="11239"/>
                </a:lnTo>
                <a:lnTo>
                  <a:pt x="26154" y="11187"/>
                </a:lnTo>
                <a:close/>
                <a:moveTo>
                  <a:pt x="52206" y="7765"/>
                </a:moveTo>
                <a:lnTo>
                  <a:pt x="51695" y="7816"/>
                </a:lnTo>
                <a:lnTo>
                  <a:pt x="51235" y="7918"/>
                </a:lnTo>
                <a:lnTo>
                  <a:pt x="50827" y="8071"/>
                </a:lnTo>
                <a:lnTo>
                  <a:pt x="50418" y="8327"/>
                </a:lnTo>
                <a:lnTo>
                  <a:pt x="50112" y="8582"/>
                </a:lnTo>
                <a:lnTo>
                  <a:pt x="49856" y="8889"/>
                </a:lnTo>
                <a:lnTo>
                  <a:pt x="49652" y="9246"/>
                </a:lnTo>
                <a:lnTo>
                  <a:pt x="49499" y="9706"/>
                </a:lnTo>
                <a:lnTo>
                  <a:pt x="49397" y="10166"/>
                </a:lnTo>
                <a:lnTo>
                  <a:pt x="49397" y="10677"/>
                </a:lnTo>
                <a:lnTo>
                  <a:pt x="49397" y="11239"/>
                </a:lnTo>
                <a:lnTo>
                  <a:pt x="49499" y="11851"/>
                </a:lnTo>
                <a:lnTo>
                  <a:pt x="49652" y="12516"/>
                </a:lnTo>
                <a:lnTo>
                  <a:pt x="49856" y="13231"/>
                </a:lnTo>
                <a:lnTo>
                  <a:pt x="50112" y="13997"/>
                </a:lnTo>
                <a:lnTo>
                  <a:pt x="50469" y="14814"/>
                </a:lnTo>
                <a:lnTo>
                  <a:pt x="50827" y="15580"/>
                </a:lnTo>
                <a:lnTo>
                  <a:pt x="51184" y="16347"/>
                </a:lnTo>
                <a:lnTo>
                  <a:pt x="51593" y="17011"/>
                </a:lnTo>
                <a:lnTo>
                  <a:pt x="52002" y="17675"/>
                </a:lnTo>
                <a:lnTo>
                  <a:pt x="52461" y="18288"/>
                </a:lnTo>
                <a:lnTo>
                  <a:pt x="52921" y="18799"/>
                </a:lnTo>
                <a:lnTo>
                  <a:pt x="53381" y="19309"/>
                </a:lnTo>
                <a:lnTo>
                  <a:pt x="53841" y="19769"/>
                </a:lnTo>
                <a:lnTo>
                  <a:pt x="54351" y="20127"/>
                </a:lnTo>
                <a:lnTo>
                  <a:pt x="54811" y="20484"/>
                </a:lnTo>
                <a:lnTo>
                  <a:pt x="55322" y="20791"/>
                </a:lnTo>
                <a:lnTo>
                  <a:pt x="55833" y="20995"/>
                </a:lnTo>
                <a:lnTo>
                  <a:pt x="56344" y="21199"/>
                </a:lnTo>
                <a:lnTo>
                  <a:pt x="56854" y="21353"/>
                </a:lnTo>
                <a:lnTo>
                  <a:pt x="57416" y="21404"/>
                </a:lnTo>
                <a:lnTo>
                  <a:pt x="57927" y="21455"/>
                </a:lnTo>
                <a:lnTo>
                  <a:pt x="58234" y="21455"/>
                </a:lnTo>
                <a:lnTo>
                  <a:pt x="58744" y="21404"/>
                </a:lnTo>
                <a:lnTo>
                  <a:pt x="59204" y="21250"/>
                </a:lnTo>
                <a:lnTo>
                  <a:pt x="59613" y="21097"/>
                </a:lnTo>
                <a:lnTo>
                  <a:pt x="59970" y="20893"/>
                </a:lnTo>
                <a:lnTo>
                  <a:pt x="60277" y="20586"/>
                </a:lnTo>
                <a:lnTo>
                  <a:pt x="60532" y="20280"/>
                </a:lnTo>
                <a:lnTo>
                  <a:pt x="60737" y="19871"/>
                </a:lnTo>
                <a:lnTo>
                  <a:pt x="60890" y="19463"/>
                </a:lnTo>
                <a:lnTo>
                  <a:pt x="60992" y="19003"/>
                </a:lnTo>
                <a:lnTo>
                  <a:pt x="60992" y="18441"/>
                </a:lnTo>
                <a:lnTo>
                  <a:pt x="60992" y="17879"/>
                </a:lnTo>
                <a:lnTo>
                  <a:pt x="60890" y="17266"/>
                </a:lnTo>
                <a:lnTo>
                  <a:pt x="60737" y="16551"/>
                </a:lnTo>
                <a:lnTo>
                  <a:pt x="60532" y="15836"/>
                </a:lnTo>
                <a:lnTo>
                  <a:pt x="60277" y="15070"/>
                </a:lnTo>
                <a:lnTo>
                  <a:pt x="59919" y="14252"/>
                </a:lnTo>
                <a:lnTo>
                  <a:pt x="59562" y="13486"/>
                </a:lnTo>
                <a:lnTo>
                  <a:pt x="59153" y="12771"/>
                </a:lnTo>
                <a:lnTo>
                  <a:pt x="58796" y="12056"/>
                </a:lnTo>
                <a:lnTo>
                  <a:pt x="58336" y="11443"/>
                </a:lnTo>
                <a:lnTo>
                  <a:pt x="57927" y="10830"/>
                </a:lnTo>
                <a:lnTo>
                  <a:pt x="57467" y="10319"/>
                </a:lnTo>
                <a:lnTo>
                  <a:pt x="57008" y="9808"/>
                </a:lnTo>
                <a:lnTo>
                  <a:pt x="56548" y="9400"/>
                </a:lnTo>
                <a:lnTo>
                  <a:pt x="56088" y="8991"/>
                </a:lnTo>
                <a:lnTo>
                  <a:pt x="55577" y="8684"/>
                </a:lnTo>
                <a:lnTo>
                  <a:pt x="55067" y="8378"/>
                </a:lnTo>
                <a:lnTo>
                  <a:pt x="54607" y="8174"/>
                </a:lnTo>
                <a:lnTo>
                  <a:pt x="54096" y="7969"/>
                </a:lnTo>
                <a:lnTo>
                  <a:pt x="53534" y="7867"/>
                </a:lnTo>
                <a:lnTo>
                  <a:pt x="53023" y="7765"/>
                </a:lnTo>
                <a:close/>
                <a:moveTo>
                  <a:pt x="15019" y="11851"/>
                </a:moveTo>
                <a:lnTo>
                  <a:pt x="15530" y="11903"/>
                </a:lnTo>
                <a:lnTo>
                  <a:pt x="15785" y="12005"/>
                </a:lnTo>
                <a:lnTo>
                  <a:pt x="16040" y="12107"/>
                </a:lnTo>
                <a:lnTo>
                  <a:pt x="16551" y="12413"/>
                </a:lnTo>
                <a:lnTo>
                  <a:pt x="17113" y="12924"/>
                </a:lnTo>
                <a:lnTo>
                  <a:pt x="17624" y="13537"/>
                </a:lnTo>
                <a:lnTo>
                  <a:pt x="18186" y="14354"/>
                </a:lnTo>
                <a:lnTo>
                  <a:pt x="18799" y="15376"/>
                </a:lnTo>
                <a:lnTo>
                  <a:pt x="19361" y="16653"/>
                </a:lnTo>
                <a:lnTo>
                  <a:pt x="19871" y="17930"/>
                </a:lnTo>
                <a:lnTo>
                  <a:pt x="20229" y="19003"/>
                </a:lnTo>
                <a:lnTo>
                  <a:pt x="20382" y="19871"/>
                </a:lnTo>
                <a:lnTo>
                  <a:pt x="20433" y="20280"/>
                </a:lnTo>
                <a:lnTo>
                  <a:pt x="20433" y="20586"/>
                </a:lnTo>
                <a:lnTo>
                  <a:pt x="20382" y="20893"/>
                </a:lnTo>
                <a:lnTo>
                  <a:pt x="20331" y="21097"/>
                </a:lnTo>
                <a:lnTo>
                  <a:pt x="20229" y="21302"/>
                </a:lnTo>
                <a:lnTo>
                  <a:pt x="20076" y="21506"/>
                </a:lnTo>
                <a:lnTo>
                  <a:pt x="19923" y="21608"/>
                </a:lnTo>
                <a:lnTo>
                  <a:pt x="19718" y="21710"/>
                </a:lnTo>
                <a:lnTo>
                  <a:pt x="19463" y="21761"/>
                </a:lnTo>
                <a:lnTo>
                  <a:pt x="19258" y="21812"/>
                </a:lnTo>
                <a:lnTo>
                  <a:pt x="18901" y="21812"/>
                </a:lnTo>
                <a:lnTo>
                  <a:pt x="18645" y="21761"/>
                </a:lnTo>
                <a:lnTo>
                  <a:pt x="18390" y="21659"/>
                </a:lnTo>
                <a:lnTo>
                  <a:pt x="18084" y="21557"/>
                </a:lnTo>
                <a:lnTo>
                  <a:pt x="17573" y="21199"/>
                </a:lnTo>
                <a:lnTo>
                  <a:pt x="17011" y="20740"/>
                </a:lnTo>
                <a:lnTo>
                  <a:pt x="16449" y="20076"/>
                </a:lnTo>
                <a:lnTo>
                  <a:pt x="15887" y="19207"/>
                </a:lnTo>
                <a:lnTo>
                  <a:pt x="15325" y="18134"/>
                </a:lnTo>
                <a:lnTo>
                  <a:pt x="14712" y="16909"/>
                </a:lnTo>
                <a:lnTo>
                  <a:pt x="14201" y="15631"/>
                </a:lnTo>
                <a:lnTo>
                  <a:pt x="13844" y="14559"/>
                </a:lnTo>
                <a:lnTo>
                  <a:pt x="13691" y="13690"/>
                </a:lnTo>
                <a:lnTo>
                  <a:pt x="13691" y="13333"/>
                </a:lnTo>
                <a:lnTo>
                  <a:pt x="13691" y="13026"/>
                </a:lnTo>
                <a:lnTo>
                  <a:pt x="13742" y="12771"/>
                </a:lnTo>
                <a:lnTo>
                  <a:pt x="13793" y="12516"/>
                </a:lnTo>
                <a:lnTo>
                  <a:pt x="13946" y="12311"/>
                </a:lnTo>
                <a:lnTo>
                  <a:pt x="14048" y="12158"/>
                </a:lnTo>
                <a:lnTo>
                  <a:pt x="14252" y="12056"/>
                </a:lnTo>
                <a:lnTo>
                  <a:pt x="14406" y="11954"/>
                </a:lnTo>
                <a:lnTo>
                  <a:pt x="14661" y="11903"/>
                </a:lnTo>
                <a:lnTo>
                  <a:pt x="14865" y="11851"/>
                </a:lnTo>
                <a:close/>
                <a:moveTo>
                  <a:pt x="36575" y="8684"/>
                </a:moveTo>
                <a:lnTo>
                  <a:pt x="36064" y="8736"/>
                </a:lnTo>
                <a:lnTo>
                  <a:pt x="35605" y="8838"/>
                </a:lnTo>
                <a:lnTo>
                  <a:pt x="35145" y="8991"/>
                </a:lnTo>
                <a:lnTo>
                  <a:pt x="34787" y="9246"/>
                </a:lnTo>
                <a:lnTo>
                  <a:pt x="34481" y="9502"/>
                </a:lnTo>
                <a:lnTo>
                  <a:pt x="34225" y="9808"/>
                </a:lnTo>
                <a:lnTo>
                  <a:pt x="34021" y="10166"/>
                </a:lnTo>
                <a:lnTo>
                  <a:pt x="33868" y="10626"/>
                </a:lnTo>
                <a:lnTo>
                  <a:pt x="33766" y="11085"/>
                </a:lnTo>
                <a:lnTo>
                  <a:pt x="33766" y="11596"/>
                </a:lnTo>
                <a:lnTo>
                  <a:pt x="33766" y="12158"/>
                </a:lnTo>
                <a:lnTo>
                  <a:pt x="33868" y="12771"/>
                </a:lnTo>
                <a:lnTo>
                  <a:pt x="34021" y="13435"/>
                </a:lnTo>
                <a:lnTo>
                  <a:pt x="34225" y="14150"/>
                </a:lnTo>
                <a:lnTo>
                  <a:pt x="34481" y="14916"/>
                </a:lnTo>
                <a:lnTo>
                  <a:pt x="34787" y="15734"/>
                </a:lnTo>
                <a:lnTo>
                  <a:pt x="35196" y="16500"/>
                </a:lnTo>
                <a:lnTo>
                  <a:pt x="35553" y="17266"/>
                </a:lnTo>
                <a:lnTo>
                  <a:pt x="35962" y="17930"/>
                </a:lnTo>
                <a:lnTo>
                  <a:pt x="36371" y="18594"/>
                </a:lnTo>
                <a:lnTo>
                  <a:pt x="36831" y="19156"/>
                </a:lnTo>
                <a:lnTo>
                  <a:pt x="37290" y="19718"/>
                </a:lnTo>
                <a:lnTo>
                  <a:pt x="37750" y="20229"/>
                </a:lnTo>
                <a:lnTo>
                  <a:pt x="38210" y="20689"/>
                </a:lnTo>
                <a:lnTo>
                  <a:pt x="38721" y="21046"/>
                </a:lnTo>
                <a:lnTo>
                  <a:pt x="39180" y="21404"/>
                </a:lnTo>
                <a:lnTo>
                  <a:pt x="39691" y="21710"/>
                </a:lnTo>
                <a:lnTo>
                  <a:pt x="40202" y="21915"/>
                </a:lnTo>
                <a:lnTo>
                  <a:pt x="40713" y="22119"/>
                </a:lnTo>
                <a:lnTo>
                  <a:pt x="41224" y="22272"/>
                </a:lnTo>
                <a:lnTo>
                  <a:pt x="41785" y="22323"/>
                </a:lnTo>
                <a:lnTo>
                  <a:pt x="42296" y="22374"/>
                </a:lnTo>
                <a:lnTo>
                  <a:pt x="42603" y="22374"/>
                </a:lnTo>
                <a:lnTo>
                  <a:pt x="43114" y="22272"/>
                </a:lnTo>
                <a:lnTo>
                  <a:pt x="43573" y="22170"/>
                </a:lnTo>
                <a:lnTo>
                  <a:pt x="43982" y="22017"/>
                </a:lnTo>
                <a:lnTo>
                  <a:pt x="44339" y="21812"/>
                </a:lnTo>
                <a:lnTo>
                  <a:pt x="44646" y="21506"/>
                </a:lnTo>
                <a:lnTo>
                  <a:pt x="44901" y="21199"/>
                </a:lnTo>
                <a:lnTo>
                  <a:pt x="45106" y="20791"/>
                </a:lnTo>
                <a:lnTo>
                  <a:pt x="45259" y="20382"/>
                </a:lnTo>
                <a:lnTo>
                  <a:pt x="45361" y="19871"/>
                </a:lnTo>
                <a:lnTo>
                  <a:pt x="45361" y="19360"/>
                </a:lnTo>
                <a:lnTo>
                  <a:pt x="45361" y="18799"/>
                </a:lnTo>
                <a:lnTo>
                  <a:pt x="45259" y="18134"/>
                </a:lnTo>
                <a:lnTo>
                  <a:pt x="45106" y="17470"/>
                </a:lnTo>
                <a:lnTo>
                  <a:pt x="44901" y="16755"/>
                </a:lnTo>
                <a:lnTo>
                  <a:pt x="44595" y="15989"/>
                </a:lnTo>
                <a:lnTo>
                  <a:pt x="44288" y="15172"/>
                </a:lnTo>
                <a:lnTo>
                  <a:pt x="43931" y="14406"/>
                </a:lnTo>
                <a:lnTo>
                  <a:pt x="43522" y="13690"/>
                </a:lnTo>
                <a:lnTo>
                  <a:pt x="43114" y="12975"/>
                </a:lnTo>
                <a:lnTo>
                  <a:pt x="42705" y="12362"/>
                </a:lnTo>
                <a:lnTo>
                  <a:pt x="42296" y="11749"/>
                </a:lnTo>
                <a:lnTo>
                  <a:pt x="41836" y="11239"/>
                </a:lnTo>
                <a:lnTo>
                  <a:pt x="41377" y="10728"/>
                </a:lnTo>
                <a:lnTo>
                  <a:pt x="40917" y="10319"/>
                </a:lnTo>
                <a:lnTo>
                  <a:pt x="40457" y="9910"/>
                </a:lnTo>
                <a:lnTo>
                  <a:pt x="39946" y="9604"/>
                </a:lnTo>
                <a:lnTo>
                  <a:pt x="39436" y="9297"/>
                </a:lnTo>
                <a:lnTo>
                  <a:pt x="38925" y="9093"/>
                </a:lnTo>
                <a:lnTo>
                  <a:pt x="38414" y="8889"/>
                </a:lnTo>
                <a:lnTo>
                  <a:pt x="37903" y="8787"/>
                </a:lnTo>
                <a:lnTo>
                  <a:pt x="37392" y="8684"/>
                </a:lnTo>
                <a:close/>
                <a:moveTo>
                  <a:pt x="3781" y="12516"/>
                </a:moveTo>
                <a:lnTo>
                  <a:pt x="4241" y="12567"/>
                </a:lnTo>
                <a:lnTo>
                  <a:pt x="4751" y="12771"/>
                </a:lnTo>
                <a:lnTo>
                  <a:pt x="5313" y="13077"/>
                </a:lnTo>
                <a:lnTo>
                  <a:pt x="5824" y="13537"/>
                </a:lnTo>
                <a:lnTo>
                  <a:pt x="6386" y="14201"/>
                </a:lnTo>
                <a:lnTo>
                  <a:pt x="6948" y="15019"/>
                </a:lnTo>
                <a:lnTo>
                  <a:pt x="7510" y="16040"/>
                </a:lnTo>
                <a:lnTo>
                  <a:pt x="8123" y="17317"/>
                </a:lnTo>
                <a:lnTo>
                  <a:pt x="8634" y="18594"/>
                </a:lnTo>
                <a:lnTo>
                  <a:pt x="8991" y="19667"/>
                </a:lnTo>
                <a:lnTo>
                  <a:pt x="9144" y="20535"/>
                </a:lnTo>
                <a:lnTo>
                  <a:pt x="9195" y="20944"/>
                </a:lnTo>
                <a:lnTo>
                  <a:pt x="9195" y="21250"/>
                </a:lnTo>
                <a:lnTo>
                  <a:pt x="9144" y="21557"/>
                </a:lnTo>
                <a:lnTo>
                  <a:pt x="9042" y="21761"/>
                </a:lnTo>
                <a:lnTo>
                  <a:pt x="8940" y="21966"/>
                </a:lnTo>
                <a:lnTo>
                  <a:pt x="8838" y="22170"/>
                </a:lnTo>
                <a:lnTo>
                  <a:pt x="8634" y="22272"/>
                </a:lnTo>
                <a:lnTo>
                  <a:pt x="8480" y="22374"/>
                </a:lnTo>
                <a:lnTo>
                  <a:pt x="8225" y="22425"/>
                </a:lnTo>
                <a:lnTo>
                  <a:pt x="8021" y="22476"/>
                </a:lnTo>
                <a:lnTo>
                  <a:pt x="7867" y="22476"/>
                </a:lnTo>
                <a:lnTo>
                  <a:pt x="7612" y="22425"/>
                </a:lnTo>
                <a:lnTo>
                  <a:pt x="7356" y="22425"/>
                </a:lnTo>
                <a:lnTo>
                  <a:pt x="7101" y="22323"/>
                </a:lnTo>
                <a:lnTo>
                  <a:pt x="6846" y="22221"/>
                </a:lnTo>
                <a:lnTo>
                  <a:pt x="6335" y="21863"/>
                </a:lnTo>
                <a:lnTo>
                  <a:pt x="5773" y="21353"/>
                </a:lnTo>
                <a:lnTo>
                  <a:pt x="5211" y="20689"/>
                </a:lnTo>
                <a:lnTo>
                  <a:pt x="4649" y="19871"/>
                </a:lnTo>
                <a:lnTo>
                  <a:pt x="4036" y="18799"/>
                </a:lnTo>
                <a:lnTo>
                  <a:pt x="3474" y="17573"/>
                </a:lnTo>
                <a:lnTo>
                  <a:pt x="2963" y="16296"/>
                </a:lnTo>
                <a:lnTo>
                  <a:pt x="2606" y="15223"/>
                </a:lnTo>
                <a:lnTo>
                  <a:pt x="2504" y="14763"/>
                </a:lnTo>
                <a:lnTo>
                  <a:pt x="2453" y="14354"/>
                </a:lnTo>
                <a:lnTo>
                  <a:pt x="2402" y="13997"/>
                </a:lnTo>
                <a:lnTo>
                  <a:pt x="2453" y="13690"/>
                </a:lnTo>
                <a:lnTo>
                  <a:pt x="2453" y="13384"/>
                </a:lnTo>
                <a:lnTo>
                  <a:pt x="2555" y="13180"/>
                </a:lnTo>
                <a:lnTo>
                  <a:pt x="2657" y="12975"/>
                </a:lnTo>
                <a:lnTo>
                  <a:pt x="2810" y="12822"/>
                </a:lnTo>
                <a:lnTo>
                  <a:pt x="2963" y="12720"/>
                </a:lnTo>
                <a:lnTo>
                  <a:pt x="3168" y="12618"/>
                </a:lnTo>
                <a:lnTo>
                  <a:pt x="3372" y="12567"/>
                </a:lnTo>
                <a:lnTo>
                  <a:pt x="3628" y="12516"/>
                </a:lnTo>
                <a:close/>
                <a:moveTo>
                  <a:pt x="25337" y="9348"/>
                </a:moveTo>
                <a:lnTo>
                  <a:pt x="24775" y="9400"/>
                </a:lnTo>
                <a:lnTo>
                  <a:pt x="24316" y="9502"/>
                </a:lnTo>
                <a:lnTo>
                  <a:pt x="23907" y="9655"/>
                </a:lnTo>
                <a:lnTo>
                  <a:pt x="23549" y="9859"/>
                </a:lnTo>
                <a:lnTo>
                  <a:pt x="23243" y="10166"/>
                </a:lnTo>
                <a:lnTo>
                  <a:pt x="22987" y="10472"/>
                </a:lnTo>
                <a:lnTo>
                  <a:pt x="22783" y="10830"/>
                </a:lnTo>
                <a:lnTo>
                  <a:pt x="22630" y="11239"/>
                </a:lnTo>
                <a:lnTo>
                  <a:pt x="22528" y="11749"/>
                </a:lnTo>
                <a:lnTo>
                  <a:pt x="22477" y="12260"/>
                </a:lnTo>
                <a:lnTo>
                  <a:pt x="22528" y="12822"/>
                </a:lnTo>
                <a:lnTo>
                  <a:pt x="22630" y="13435"/>
                </a:lnTo>
                <a:lnTo>
                  <a:pt x="22732" y="14099"/>
                </a:lnTo>
                <a:lnTo>
                  <a:pt x="22987" y="14814"/>
                </a:lnTo>
                <a:lnTo>
                  <a:pt x="23243" y="15580"/>
                </a:lnTo>
                <a:lnTo>
                  <a:pt x="23549" y="16398"/>
                </a:lnTo>
                <a:lnTo>
                  <a:pt x="23907" y="17164"/>
                </a:lnTo>
                <a:lnTo>
                  <a:pt x="24316" y="17930"/>
                </a:lnTo>
                <a:lnTo>
                  <a:pt x="24724" y="18594"/>
                </a:lnTo>
                <a:lnTo>
                  <a:pt x="25133" y="19258"/>
                </a:lnTo>
                <a:lnTo>
                  <a:pt x="25593" y="19820"/>
                </a:lnTo>
                <a:lnTo>
                  <a:pt x="26001" y="20382"/>
                </a:lnTo>
                <a:lnTo>
                  <a:pt x="26461" y="20893"/>
                </a:lnTo>
                <a:lnTo>
                  <a:pt x="26972" y="21302"/>
                </a:lnTo>
                <a:lnTo>
                  <a:pt x="27432" y="21710"/>
                </a:lnTo>
                <a:lnTo>
                  <a:pt x="27942" y="22068"/>
                </a:lnTo>
                <a:lnTo>
                  <a:pt x="28453" y="22374"/>
                </a:lnTo>
                <a:lnTo>
                  <a:pt x="28964" y="22579"/>
                </a:lnTo>
                <a:lnTo>
                  <a:pt x="29475" y="22783"/>
                </a:lnTo>
                <a:lnTo>
                  <a:pt x="29986" y="22936"/>
                </a:lnTo>
                <a:lnTo>
                  <a:pt x="30496" y="22987"/>
                </a:lnTo>
                <a:lnTo>
                  <a:pt x="31007" y="23038"/>
                </a:lnTo>
                <a:lnTo>
                  <a:pt x="31314" y="23038"/>
                </a:lnTo>
                <a:lnTo>
                  <a:pt x="31825" y="22936"/>
                </a:lnTo>
                <a:lnTo>
                  <a:pt x="32284" y="22834"/>
                </a:lnTo>
                <a:lnTo>
                  <a:pt x="32744" y="22681"/>
                </a:lnTo>
                <a:lnTo>
                  <a:pt x="33102" y="22425"/>
                </a:lnTo>
                <a:lnTo>
                  <a:pt x="33408" y="22170"/>
                </a:lnTo>
                <a:lnTo>
                  <a:pt x="33663" y="21863"/>
                </a:lnTo>
                <a:lnTo>
                  <a:pt x="33868" y="21455"/>
                </a:lnTo>
                <a:lnTo>
                  <a:pt x="33970" y="21046"/>
                </a:lnTo>
                <a:lnTo>
                  <a:pt x="34072" y="20535"/>
                </a:lnTo>
                <a:lnTo>
                  <a:pt x="34123" y="20024"/>
                </a:lnTo>
                <a:lnTo>
                  <a:pt x="34072" y="19463"/>
                </a:lnTo>
                <a:lnTo>
                  <a:pt x="33970" y="18799"/>
                </a:lnTo>
                <a:lnTo>
                  <a:pt x="33817" y="18134"/>
                </a:lnTo>
                <a:lnTo>
                  <a:pt x="33612" y="17419"/>
                </a:lnTo>
                <a:lnTo>
                  <a:pt x="33357" y="16653"/>
                </a:lnTo>
                <a:lnTo>
                  <a:pt x="32999" y="15836"/>
                </a:lnTo>
                <a:lnTo>
                  <a:pt x="32642" y="15070"/>
                </a:lnTo>
                <a:lnTo>
                  <a:pt x="32284" y="14303"/>
                </a:lnTo>
                <a:lnTo>
                  <a:pt x="31876" y="13639"/>
                </a:lnTo>
                <a:lnTo>
                  <a:pt x="31467" y="13026"/>
                </a:lnTo>
                <a:lnTo>
                  <a:pt x="31058" y="12413"/>
                </a:lnTo>
                <a:lnTo>
                  <a:pt x="30599" y="11903"/>
                </a:lnTo>
                <a:lnTo>
                  <a:pt x="30139" y="11392"/>
                </a:lnTo>
                <a:lnTo>
                  <a:pt x="29679" y="10983"/>
                </a:lnTo>
                <a:lnTo>
                  <a:pt x="29168" y="10574"/>
                </a:lnTo>
                <a:lnTo>
                  <a:pt x="28709" y="10268"/>
                </a:lnTo>
                <a:lnTo>
                  <a:pt x="28198" y="9961"/>
                </a:lnTo>
                <a:lnTo>
                  <a:pt x="27687" y="9757"/>
                </a:lnTo>
                <a:lnTo>
                  <a:pt x="27176" y="9553"/>
                </a:lnTo>
                <a:lnTo>
                  <a:pt x="26665" y="9451"/>
                </a:lnTo>
                <a:lnTo>
                  <a:pt x="26154" y="9348"/>
                </a:lnTo>
                <a:close/>
                <a:moveTo>
                  <a:pt x="14355" y="9961"/>
                </a:moveTo>
                <a:lnTo>
                  <a:pt x="14048" y="10013"/>
                </a:lnTo>
                <a:lnTo>
                  <a:pt x="13537" y="10064"/>
                </a:lnTo>
                <a:lnTo>
                  <a:pt x="13078" y="10166"/>
                </a:lnTo>
                <a:lnTo>
                  <a:pt x="12669" y="10319"/>
                </a:lnTo>
                <a:lnTo>
                  <a:pt x="12311" y="10523"/>
                </a:lnTo>
                <a:lnTo>
                  <a:pt x="11954" y="10830"/>
                </a:lnTo>
                <a:lnTo>
                  <a:pt x="11698" y="11136"/>
                </a:lnTo>
                <a:lnTo>
                  <a:pt x="11494" y="11494"/>
                </a:lnTo>
                <a:lnTo>
                  <a:pt x="11392" y="11903"/>
                </a:lnTo>
                <a:lnTo>
                  <a:pt x="11290" y="12413"/>
                </a:lnTo>
                <a:lnTo>
                  <a:pt x="11239" y="12924"/>
                </a:lnTo>
                <a:lnTo>
                  <a:pt x="11290" y="13486"/>
                </a:lnTo>
                <a:lnTo>
                  <a:pt x="11341" y="14099"/>
                </a:lnTo>
                <a:lnTo>
                  <a:pt x="11494" y="14763"/>
                </a:lnTo>
                <a:lnTo>
                  <a:pt x="11698" y="15478"/>
                </a:lnTo>
                <a:lnTo>
                  <a:pt x="11954" y="16244"/>
                </a:lnTo>
                <a:lnTo>
                  <a:pt x="12311" y="17062"/>
                </a:lnTo>
                <a:lnTo>
                  <a:pt x="12669" y="17828"/>
                </a:lnTo>
                <a:lnTo>
                  <a:pt x="13078" y="18594"/>
                </a:lnTo>
                <a:lnTo>
                  <a:pt x="13486" y="19258"/>
                </a:lnTo>
                <a:lnTo>
                  <a:pt x="13895" y="19922"/>
                </a:lnTo>
                <a:lnTo>
                  <a:pt x="14304" y="20484"/>
                </a:lnTo>
                <a:lnTo>
                  <a:pt x="14763" y="21046"/>
                </a:lnTo>
                <a:lnTo>
                  <a:pt x="15223" y="21557"/>
                </a:lnTo>
                <a:lnTo>
                  <a:pt x="15683" y="21966"/>
                </a:lnTo>
                <a:lnTo>
                  <a:pt x="16194" y="22374"/>
                </a:lnTo>
                <a:lnTo>
                  <a:pt x="16704" y="22732"/>
                </a:lnTo>
                <a:lnTo>
                  <a:pt x="17164" y="23038"/>
                </a:lnTo>
                <a:lnTo>
                  <a:pt x="17675" y="23243"/>
                </a:lnTo>
                <a:lnTo>
                  <a:pt x="18186" y="23447"/>
                </a:lnTo>
                <a:lnTo>
                  <a:pt x="18748" y="23600"/>
                </a:lnTo>
                <a:lnTo>
                  <a:pt x="19258" y="23651"/>
                </a:lnTo>
                <a:lnTo>
                  <a:pt x="19769" y="23702"/>
                </a:lnTo>
                <a:lnTo>
                  <a:pt x="20076" y="23651"/>
                </a:lnTo>
                <a:lnTo>
                  <a:pt x="20587" y="23600"/>
                </a:lnTo>
                <a:lnTo>
                  <a:pt x="21046" y="23498"/>
                </a:lnTo>
                <a:lnTo>
                  <a:pt x="21455" y="23345"/>
                </a:lnTo>
                <a:lnTo>
                  <a:pt x="21864" y="23089"/>
                </a:lnTo>
                <a:lnTo>
                  <a:pt x="22170" y="22834"/>
                </a:lnTo>
                <a:lnTo>
                  <a:pt x="22426" y="22527"/>
                </a:lnTo>
                <a:lnTo>
                  <a:pt x="22630" y="22119"/>
                </a:lnTo>
                <a:lnTo>
                  <a:pt x="22732" y="21710"/>
                </a:lnTo>
                <a:lnTo>
                  <a:pt x="22834" y="21199"/>
                </a:lnTo>
                <a:lnTo>
                  <a:pt x="22885" y="20689"/>
                </a:lnTo>
                <a:lnTo>
                  <a:pt x="22834" y="20127"/>
                </a:lnTo>
                <a:lnTo>
                  <a:pt x="22732" y="19463"/>
                </a:lnTo>
                <a:lnTo>
                  <a:pt x="22579" y="18799"/>
                </a:lnTo>
                <a:lnTo>
                  <a:pt x="22374" y="18083"/>
                </a:lnTo>
                <a:lnTo>
                  <a:pt x="22119" y="17317"/>
                </a:lnTo>
                <a:lnTo>
                  <a:pt x="21761" y="16500"/>
                </a:lnTo>
                <a:lnTo>
                  <a:pt x="21404" y="15734"/>
                </a:lnTo>
                <a:lnTo>
                  <a:pt x="21046" y="14967"/>
                </a:lnTo>
                <a:lnTo>
                  <a:pt x="20638" y="14303"/>
                </a:lnTo>
                <a:lnTo>
                  <a:pt x="20229" y="13690"/>
                </a:lnTo>
                <a:lnTo>
                  <a:pt x="19769" y="13077"/>
                </a:lnTo>
                <a:lnTo>
                  <a:pt x="19361" y="12567"/>
                </a:lnTo>
                <a:lnTo>
                  <a:pt x="18901" y="12056"/>
                </a:lnTo>
                <a:lnTo>
                  <a:pt x="18441" y="11647"/>
                </a:lnTo>
                <a:lnTo>
                  <a:pt x="17930" y="11239"/>
                </a:lnTo>
                <a:lnTo>
                  <a:pt x="17471" y="10932"/>
                </a:lnTo>
                <a:lnTo>
                  <a:pt x="16960" y="10626"/>
                </a:lnTo>
                <a:lnTo>
                  <a:pt x="16449" y="10421"/>
                </a:lnTo>
                <a:lnTo>
                  <a:pt x="15938" y="10217"/>
                </a:lnTo>
                <a:lnTo>
                  <a:pt x="15427" y="10064"/>
                </a:lnTo>
                <a:lnTo>
                  <a:pt x="14917" y="10013"/>
                </a:lnTo>
                <a:lnTo>
                  <a:pt x="14355" y="9961"/>
                </a:lnTo>
                <a:close/>
                <a:moveTo>
                  <a:pt x="3117" y="10626"/>
                </a:moveTo>
                <a:lnTo>
                  <a:pt x="2810" y="10677"/>
                </a:lnTo>
                <a:lnTo>
                  <a:pt x="2299" y="10728"/>
                </a:lnTo>
                <a:lnTo>
                  <a:pt x="1840" y="10830"/>
                </a:lnTo>
                <a:lnTo>
                  <a:pt x="1431" y="10983"/>
                </a:lnTo>
                <a:lnTo>
                  <a:pt x="1022" y="11187"/>
                </a:lnTo>
                <a:lnTo>
                  <a:pt x="716" y="11494"/>
                </a:lnTo>
                <a:lnTo>
                  <a:pt x="460" y="11800"/>
                </a:lnTo>
                <a:lnTo>
                  <a:pt x="256" y="12158"/>
                </a:lnTo>
                <a:lnTo>
                  <a:pt x="103" y="12567"/>
                </a:lnTo>
                <a:lnTo>
                  <a:pt x="1" y="13026"/>
                </a:lnTo>
                <a:lnTo>
                  <a:pt x="1" y="13588"/>
                </a:lnTo>
                <a:lnTo>
                  <a:pt x="1" y="14150"/>
                </a:lnTo>
                <a:lnTo>
                  <a:pt x="103" y="14763"/>
                </a:lnTo>
                <a:lnTo>
                  <a:pt x="256" y="15427"/>
                </a:lnTo>
                <a:lnTo>
                  <a:pt x="460" y="16142"/>
                </a:lnTo>
                <a:lnTo>
                  <a:pt x="716" y="16909"/>
                </a:lnTo>
                <a:lnTo>
                  <a:pt x="1073" y="17726"/>
                </a:lnTo>
                <a:lnTo>
                  <a:pt x="1431" y="18492"/>
                </a:lnTo>
                <a:lnTo>
                  <a:pt x="1789" y="19258"/>
                </a:lnTo>
                <a:lnTo>
                  <a:pt x="2197" y="19922"/>
                </a:lnTo>
                <a:lnTo>
                  <a:pt x="2606" y="20586"/>
                </a:lnTo>
                <a:lnTo>
                  <a:pt x="3066" y="21148"/>
                </a:lnTo>
                <a:lnTo>
                  <a:pt x="3525" y="21710"/>
                </a:lnTo>
                <a:lnTo>
                  <a:pt x="3985" y="22221"/>
                </a:lnTo>
                <a:lnTo>
                  <a:pt x="4445" y="22630"/>
                </a:lnTo>
                <a:lnTo>
                  <a:pt x="4956" y="23038"/>
                </a:lnTo>
                <a:lnTo>
                  <a:pt x="5415" y="23396"/>
                </a:lnTo>
                <a:lnTo>
                  <a:pt x="5926" y="23651"/>
                </a:lnTo>
                <a:lnTo>
                  <a:pt x="6437" y="23907"/>
                </a:lnTo>
                <a:lnTo>
                  <a:pt x="6948" y="24111"/>
                </a:lnTo>
                <a:lnTo>
                  <a:pt x="7510" y="24213"/>
                </a:lnTo>
                <a:lnTo>
                  <a:pt x="8021" y="24315"/>
                </a:lnTo>
                <a:lnTo>
                  <a:pt x="8531" y="24366"/>
                </a:lnTo>
                <a:lnTo>
                  <a:pt x="8838" y="24315"/>
                </a:lnTo>
                <a:lnTo>
                  <a:pt x="9349" y="24264"/>
                </a:lnTo>
                <a:lnTo>
                  <a:pt x="9808" y="24162"/>
                </a:lnTo>
                <a:lnTo>
                  <a:pt x="10217" y="24009"/>
                </a:lnTo>
                <a:lnTo>
                  <a:pt x="10575" y="23753"/>
                </a:lnTo>
                <a:lnTo>
                  <a:pt x="10881" y="23498"/>
                </a:lnTo>
                <a:lnTo>
                  <a:pt x="11137" y="23192"/>
                </a:lnTo>
                <a:lnTo>
                  <a:pt x="11341" y="22783"/>
                </a:lnTo>
                <a:lnTo>
                  <a:pt x="11494" y="22374"/>
                </a:lnTo>
                <a:lnTo>
                  <a:pt x="11596" y="21863"/>
                </a:lnTo>
                <a:lnTo>
                  <a:pt x="11596" y="21353"/>
                </a:lnTo>
                <a:lnTo>
                  <a:pt x="11596" y="20740"/>
                </a:lnTo>
                <a:lnTo>
                  <a:pt x="11494" y="20127"/>
                </a:lnTo>
                <a:lnTo>
                  <a:pt x="11341" y="19463"/>
                </a:lnTo>
                <a:lnTo>
                  <a:pt x="11137" y="18747"/>
                </a:lnTo>
                <a:lnTo>
                  <a:pt x="10881" y="17981"/>
                </a:lnTo>
                <a:lnTo>
                  <a:pt x="10524" y="17164"/>
                </a:lnTo>
                <a:lnTo>
                  <a:pt x="10166" y="16398"/>
                </a:lnTo>
                <a:lnTo>
                  <a:pt x="9757" y="15631"/>
                </a:lnTo>
                <a:lnTo>
                  <a:pt x="9400" y="14967"/>
                </a:lnTo>
                <a:lnTo>
                  <a:pt x="8940" y="14354"/>
                </a:lnTo>
                <a:lnTo>
                  <a:pt x="8531" y="13741"/>
                </a:lnTo>
                <a:lnTo>
                  <a:pt x="8072" y="13231"/>
                </a:lnTo>
                <a:lnTo>
                  <a:pt x="7612" y="12720"/>
                </a:lnTo>
                <a:lnTo>
                  <a:pt x="7152" y="12311"/>
                </a:lnTo>
                <a:lnTo>
                  <a:pt x="6692" y="11903"/>
                </a:lnTo>
                <a:lnTo>
                  <a:pt x="6182" y="11596"/>
                </a:lnTo>
                <a:lnTo>
                  <a:pt x="5671" y="11290"/>
                </a:lnTo>
                <a:lnTo>
                  <a:pt x="5211" y="11034"/>
                </a:lnTo>
                <a:lnTo>
                  <a:pt x="4700" y="10881"/>
                </a:lnTo>
                <a:lnTo>
                  <a:pt x="4138" y="10728"/>
                </a:lnTo>
                <a:lnTo>
                  <a:pt x="3628" y="10677"/>
                </a:lnTo>
                <a:lnTo>
                  <a:pt x="3117" y="10626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7" name="Google Shape;347;p14"/>
          <p:cNvSpPr>
            <a:spLocks noGrp="1"/>
          </p:cNvSpPr>
          <p:nvPr/>
        </p:nvSpPr>
        <p:spPr>
          <a:xfrm flipH="1">
            <a:off x="-1581168" y="4771360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10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1" y="1482"/>
                </a:lnTo>
                <a:lnTo>
                  <a:pt x="52" y="1175"/>
                </a:lnTo>
                <a:lnTo>
                  <a:pt x="52" y="869"/>
                </a:lnTo>
                <a:lnTo>
                  <a:pt x="154" y="665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80" y="1"/>
                </a:lnTo>
                <a:lnTo>
                  <a:pt x="1380" y="1"/>
                </a:lnTo>
                <a:lnTo>
                  <a:pt x="1840" y="52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25"/>
                </a:lnTo>
                <a:lnTo>
                  <a:pt x="5722" y="4802"/>
                </a:lnTo>
                <a:lnTo>
                  <a:pt x="5722" y="4802"/>
                </a:lnTo>
                <a:lnTo>
                  <a:pt x="6233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429"/>
                </a:lnTo>
                <a:lnTo>
                  <a:pt x="6794" y="8735"/>
                </a:lnTo>
                <a:lnTo>
                  <a:pt x="6743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437" y="9655"/>
                </a:lnTo>
                <a:lnTo>
                  <a:pt x="6233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20" y="9961"/>
                </a:lnTo>
                <a:lnTo>
                  <a:pt x="5620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8" name="Google Shape;348;p14"/>
          <p:cNvSpPr>
            <a:spLocks noGrp="1"/>
          </p:cNvSpPr>
          <p:nvPr/>
        </p:nvSpPr>
        <p:spPr>
          <a:xfrm flipH="1">
            <a:off x="-1568920" y="4761719"/>
            <a:ext cx="59160" cy="70103"/>
          </a:xfrm>
          <a:custGeom>
            <a:avLst/>
            <a:gdLst/>
            <a:ahLst/>
            <a:cxnLst/>
            <a:rect l="l" t="t" r="r" b="b"/>
            <a:pathLst>
              <a:path w="11597" h="13742">
                <a:moveTo>
                  <a:pt x="3117" y="1"/>
                </a:moveTo>
                <a:lnTo>
                  <a:pt x="3117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22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03" y="1942"/>
                </a:lnTo>
                <a:lnTo>
                  <a:pt x="1" y="2401"/>
                </a:lnTo>
                <a:lnTo>
                  <a:pt x="1" y="2963"/>
                </a:lnTo>
                <a:lnTo>
                  <a:pt x="1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789" y="8633"/>
                </a:lnTo>
                <a:lnTo>
                  <a:pt x="2197" y="9297"/>
                </a:lnTo>
                <a:lnTo>
                  <a:pt x="2606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588"/>
                </a:lnTo>
                <a:lnTo>
                  <a:pt x="8021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5" y="13128"/>
                </a:lnTo>
                <a:lnTo>
                  <a:pt x="10881" y="12873"/>
                </a:lnTo>
                <a:lnTo>
                  <a:pt x="11137" y="12567"/>
                </a:lnTo>
                <a:lnTo>
                  <a:pt x="11341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838"/>
                </a:lnTo>
                <a:lnTo>
                  <a:pt x="11137" y="8122"/>
                </a:lnTo>
                <a:lnTo>
                  <a:pt x="10881" y="7356"/>
                </a:lnTo>
                <a:lnTo>
                  <a:pt x="10524" y="6539"/>
                </a:lnTo>
                <a:lnTo>
                  <a:pt x="10524" y="6539"/>
                </a:lnTo>
                <a:lnTo>
                  <a:pt x="10166" y="5773"/>
                </a:lnTo>
                <a:lnTo>
                  <a:pt x="9757" y="5006"/>
                </a:lnTo>
                <a:lnTo>
                  <a:pt x="9400" y="4342"/>
                </a:lnTo>
                <a:lnTo>
                  <a:pt x="8940" y="3729"/>
                </a:lnTo>
                <a:lnTo>
                  <a:pt x="8531" y="3116"/>
                </a:lnTo>
                <a:lnTo>
                  <a:pt x="8072" y="2606"/>
                </a:lnTo>
                <a:lnTo>
                  <a:pt x="7612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2" y="971"/>
                </a:lnTo>
                <a:lnTo>
                  <a:pt x="567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8" y="52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9" name="Google Shape;349;p14"/>
          <p:cNvSpPr>
            <a:spLocks noGrp="1"/>
          </p:cNvSpPr>
          <p:nvPr/>
        </p:nvSpPr>
        <p:spPr>
          <a:xfrm flipH="1">
            <a:off x="-1638757" y="4767972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15" y="9961"/>
                </a:moveTo>
                <a:lnTo>
                  <a:pt x="5415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394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0"/>
                </a:lnTo>
                <a:lnTo>
                  <a:pt x="154" y="270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16" y="103"/>
                </a:lnTo>
                <a:lnTo>
                  <a:pt x="971" y="52"/>
                </a:lnTo>
                <a:lnTo>
                  <a:pt x="1175" y="0"/>
                </a:lnTo>
                <a:lnTo>
                  <a:pt x="1175" y="0"/>
                </a:lnTo>
                <a:lnTo>
                  <a:pt x="1329" y="0"/>
                </a:lnTo>
                <a:lnTo>
                  <a:pt x="1329" y="0"/>
                </a:lnTo>
                <a:lnTo>
                  <a:pt x="1840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3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8" y="9859"/>
                </a:lnTo>
                <a:lnTo>
                  <a:pt x="577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15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0" name="Google Shape;350;p14"/>
          <p:cNvSpPr>
            <a:spLocks noGrp="1"/>
          </p:cNvSpPr>
          <p:nvPr/>
        </p:nvSpPr>
        <p:spPr>
          <a:xfrm flipH="1">
            <a:off x="-1626249" y="4758331"/>
            <a:ext cx="59420" cy="70103"/>
          </a:xfrm>
          <a:custGeom>
            <a:avLst/>
            <a:gdLst/>
            <a:ahLst/>
            <a:cxnLst/>
            <a:rect l="l" t="t" r="r" b="b"/>
            <a:pathLst>
              <a:path w="11648" h="13742">
                <a:moveTo>
                  <a:pt x="3117" y="0"/>
                </a:moveTo>
                <a:lnTo>
                  <a:pt x="3117" y="0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54" y="1942"/>
                </a:lnTo>
                <a:lnTo>
                  <a:pt x="52" y="2452"/>
                </a:lnTo>
                <a:lnTo>
                  <a:pt x="1" y="2963"/>
                </a:lnTo>
                <a:lnTo>
                  <a:pt x="52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3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840" y="8633"/>
                </a:lnTo>
                <a:lnTo>
                  <a:pt x="2248" y="9297"/>
                </a:lnTo>
                <a:lnTo>
                  <a:pt x="2657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66" y="12771"/>
                </a:lnTo>
                <a:lnTo>
                  <a:pt x="5926" y="13077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626" y="13128"/>
                </a:lnTo>
                <a:lnTo>
                  <a:pt x="10932" y="12873"/>
                </a:lnTo>
                <a:lnTo>
                  <a:pt x="11188" y="12566"/>
                </a:lnTo>
                <a:lnTo>
                  <a:pt x="11392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4" y="9502"/>
                </a:lnTo>
                <a:lnTo>
                  <a:pt x="11341" y="8838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73"/>
                </a:lnTo>
                <a:lnTo>
                  <a:pt x="9808" y="5006"/>
                </a:lnTo>
                <a:lnTo>
                  <a:pt x="9400" y="4342"/>
                </a:lnTo>
                <a:lnTo>
                  <a:pt x="8991" y="3729"/>
                </a:lnTo>
                <a:lnTo>
                  <a:pt x="8531" y="3116"/>
                </a:lnTo>
                <a:lnTo>
                  <a:pt x="8123" y="2606"/>
                </a:lnTo>
                <a:lnTo>
                  <a:pt x="7663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3" y="971"/>
                </a:lnTo>
                <a:lnTo>
                  <a:pt x="5722" y="665"/>
                </a:lnTo>
                <a:lnTo>
                  <a:pt x="5211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9" y="52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1" name="Google Shape;351;p14"/>
          <p:cNvSpPr>
            <a:spLocks noGrp="1"/>
          </p:cNvSpPr>
          <p:nvPr/>
        </p:nvSpPr>
        <p:spPr>
          <a:xfrm flipH="1">
            <a:off x="-1696087" y="4764585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335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5" y="2708"/>
                </a:lnTo>
                <a:lnTo>
                  <a:pt x="103" y="224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0"/>
                </a:lnTo>
                <a:lnTo>
                  <a:pt x="1226" y="0"/>
                </a:lnTo>
                <a:lnTo>
                  <a:pt x="1329" y="0"/>
                </a:lnTo>
                <a:lnTo>
                  <a:pt x="1329" y="0"/>
                </a:lnTo>
                <a:lnTo>
                  <a:pt x="1839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3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0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2" name="Google Shape;352;p14"/>
          <p:cNvSpPr>
            <a:spLocks noGrp="1"/>
          </p:cNvSpPr>
          <p:nvPr/>
        </p:nvSpPr>
        <p:spPr>
          <a:xfrm flipH="1">
            <a:off x="-1683579" y="4755204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8" y="0"/>
                </a:moveTo>
                <a:lnTo>
                  <a:pt x="3168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2"/>
                </a:lnTo>
                <a:lnTo>
                  <a:pt x="1840" y="154"/>
                </a:lnTo>
                <a:lnTo>
                  <a:pt x="1431" y="307"/>
                </a:lnTo>
                <a:lnTo>
                  <a:pt x="1073" y="511"/>
                </a:lnTo>
                <a:lnTo>
                  <a:pt x="767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4" y="1891"/>
                </a:lnTo>
                <a:lnTo>
                  <a:pt x="52" y="2401"/>
                </a:lnTo>
                <a:lnTo>
                  <a:pt x="1" y="2912"/>
                </a:lnTo>
                <a:lnTo>
                  <a:pt x="52" y="3474"/>
                </a:lnTo>
                <a:lnTo>
                  <a:pt x="154" y="4087"/>
                </a:lnTo>
                <a:lnTo>
                  <a:pt x="256" y="4751"/>
                </a:lnTo>
                <a:lnTo>
                  <a:pt x="511" y="5466"/>
                </a:lnTo>
                <a:lnTo>
                  <a:pt x="767" y="6232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40" y="8582"/>
                </a:lnTo>
                <a:lnTo>
                  <a:pt x="2248" y="9246"/>
                </a:lnTo>
                <a:lnTo>
                  <a:pt x="2657" y="9910"/>
                </a:lnTo>
                <a:lnTo>
                  <a:pt x="3117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1954"/>
                </a:lnTo>
                <a:lnTo>
                  <a:pt x="4956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8" y="13231"/>
                </a:lnTo>
                <a:lnTo>
                  <a:pt x="6999" y="13435"/>
                </a:lnTo>
                <a:lnTo>
                  <a:pt x="7510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68" y="13333"/>
                </a:lnTo>
                <a:lnTo>
                  <a:pt x="10626" y="13077"/>
                </a:lnTo>
                <a:lnTo>
                  <a:pt x="10932" y="12822"/>
                </a:lnTo>
                <a:lnTo>
                  <a:pt x="11187" y="12515"/>
                </a:lnTo>
                <a:lnTo>
                  <a:pt x="11392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647" y="10676"/>
                </a:lnTo>
                <a:lnTo>
                  <a:pt x="11596" y="10115"/>
                </a:lnTo>
                <a:lnTo>
                  <a:pt x="11494" y="9451"/>
                </a:lnTo>
                <a:lnTo>
                  <a:pt x="11341" y="8786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4955"/>
                </a:lnTo>
                <a:lnTo>
                  <a:pt x="9400" y="4291"/>
                </a:lnTo>
                <a:lnTo>
                  <a:pt x="8991" y="3678"/>
                </a:lnTo>
                <a:lnTo>
                  <a:pt x="8582" y="3065"/>
                </a:lnTo>
                <a:lnTo>
                  <a:pt x="8123" y="2555"/>
                </a:lnTo>
                <a:lnTo>
                  <a:pt x="7663" y="2044"/>
                </a:lnTo>
                <a:lnTo>
                  <a:pt x="7203" y="1635"/>
                </a:lnTo>
                <a:lnTo>
                  <a:pt x="6692" y="1226"/>
                </a:lnTo>
                <a:lnTo>
                  <a:pt x="6233" y="920"/>
                </a:lnTo>
                <a:lnTo>
                  <a:pt x="5722" y="613"/>
                </a:lnTo>
                <a:lnTo>
                  <a:pt x="5211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0"/>
                </a:lnTo>
                <a:lnTo>
                  <a:pt x="316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3" name="Google Shape;353;p14"/>
          <p:cNvSpPr>
            <a:spLocks noGrp="1"/>
          </p:cNvSpPr>
          <p:nvPr/>
        </p:nvSpPr>
        <p:spPr>
          <a:xfrm flipH="1">
            <a:off x="-1753416" y="4761197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89"/>
                </a:lnTo>
                <a:lnTo>
                  <a:pt x="2810" y="8224"/>
                </a:lnTo>
                <a:lnTo>
                  <a:pt x="2248" y="7356"/>
                </a:lnTo>
                <a:lnTo>
                  <a:pt x="1635" y="6334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80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0" y="1482"/>
                </a:lnTo>
                <a:lnTo>
                  <a:pt x="0" y="1175"/>
                </a:lnTo>
                <a:lnTo>
                  <a:pt x="52" y="920"/>
                </a:lnTo>
                <a:lnTo>
                  <a:pt x="154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80" y="0"/>
                </a:lnTo>
                <a:lnTo>
                  <a:pt x="1380" y="0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54"/>
                </a:lnTo>
                <a:lnTo>
                  <a:pt x="5109" y="3576"/>
                </a:lnTo>
                <a:lnTo>
                  <a:pt x="5722" y="4802"/>
                </a:lnTo>
                <a:lnTo>
                  <a:pt x="5722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71"/>
                </a:lnTo>
                <a:lnTo>
                  <a:pt x="6794" y="8429"/>
                </a:lnTo>
                <a:lnTo>
                  <a:pt x="6743" y="8735"/>
                </a:lnTo>
                <a:lnTo>
                  <a:pt x="6743" y="9042"/>
                </a:lnTo>
                <a:lnTo>
                  <a:pt x="6641" y="9297"/>
                </a:lnTo>
                <a:lnTo>
                  <a:pt x="6539" y="9501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619" y="9961"/>
                </a:lnTo>
                <a:lnTo>
                  <a:pt x="5619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4" name="Google Shape;354;p14"/>
          <p:cNvSpPr>
            <a:spLocks noGrp="1"/>
          </p:cNvSpPr>
          <p:nvPr/>
        </p:nvSpPr>
        <p:spPr>
          <a:xfrm flipH="1">
            <a:off x="-1741168" y="4751816"/>
            <a:ext cx="59160" cy="69843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0"/>
                </a:moveTo>
                <a:lnTo>
                  <a:pt x="3117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2"/>
                </a:lnTo>
                <a:lnTo>
                  <a:pt x="1840" y="154"/>
                </a:lnTo>
                <a:lnTo>
                  <a:pt x="1380" y="307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482"/>
                </a:lnTo>
                <a:lnTo>
                  <a:pt x="103" y="1942"/>
                </a:lnTo>
                <a:lnTo>
                  <a:pt x="1" y="2401"/>
                </a:lnTo>
                <a:lnTo>
                  <a:pt x="1" y="2912"/>
                </a:lnTo>
                <a:lnTo>
                  <a:pt x="1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6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16"/>
                </a:lnTo>
                <a:lnTo>
                  <a:pt x="1788" y="8582"/>
                </a:lnTo>
                <a:lnTo>
                  <a:pt x="2197" y="9246"/>
                </a:lnTo>
                <a:lnTo>
                  <a:pt x="2606" y="9910"/>
                </a:lnTo>
                <a:lnTo>
                  <a:pt x="3066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6" y="12362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31"/>
                </a:lnTo>
                <a:lnTo>
                  <a:pt x="6948" y="13435"/>
                </a:lnTo>
                <a:lnTo>
                  <a:pt x="745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22"/>
                </a:lnTo>
                <a:lnTo>
                  <a:pt x="11136" y="12515"/>
                </a:lnTo>
                <a:lnTo>
                  <a:pt x="11341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596" y="10676"/>
                </a:lnTo>
                <a:lnTo>
                  <a:pt x="11596" y="10115"/>
                </a:lnTo>
                <a:lnTo>
                  <a:pt x="11494" y="9450"/>
                </a:lnTo>
                <a:lnTo>
                  <a:pt x="11341" y="8786"/>
                </a:lnTo>
                <a:lnTo>
                  <a:pt x="11136" y="8071"/>
                </a:lnTo>
                <a:lnTo>
                  <a:pt x="10830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6"/>
                </a:lnTo>
                <a:lnTo>
                  <a:pt x="9349" y="4291"/>
                </a:lnTo>
                <a:lnTo>
                  <a:pt x="8940" y="3678"/>
                </a:lnTo>
                <a:lnTo>
                  <a:pt x="8531" y="3065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5"/>
                </a:lnTo>
                <a:lnTo>
                  <a:pt x="6692" y="1226"/>
                </a:lnTo>
                <a:lnTo>
                  <a:pt x="6181" y="920"/>
                </a:lnTo>
                <a:lnTo>
                  <a:pt x="5671" y="613"/>
                </a:lnTo>
                <a:lnTo>
                  <a:pt x="5160" y="409"/>
                </a:lnTo>
                <a:lnTo>
                  <a:pt x="4649" y="205"/>
                </a:lnTo>
                <a:lnTo>
                  <a:pt x="4138" y="103"/>
                </a:lnTo>
                <a:lnTo>
                  <a:pt x="3627" y="0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5" name="Google Shape;355;p14"/>
          <p:cNvSpPr>
            <a:spLocks noGrp="1"/>
          </p:cNvSpPr>
          <p:nvPr/>
        </p:nvSpPr>
        <p:spPr>
          <a:xfrm flipH="1">
            <a:off x="-1833156" y="4756505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2"/>
                </a:moveTo>
                <a:lnTo>
                  <a:pt x="5466" y="9962"/>
                </a:lnTo>
                <a:lnTo>
                  <a:pt x="5211" y="9962"/>
                </a:lnTo>
                <a:lnTo>
                  <a:pt x="4955" y="9911"/>
                </a:lnTo>
                <a:lnTo>
                  <a:pt x="4700" y="9809"/>
                </a:lnTo>
                <a:lnTo>
                  <a:pt x="4444" y="9706"/>
                </a:lnTo>
                <a:lnTo>
                  <a:pt x="3934" y="9349"/>
                </a:lnTo>
                <a:lnTo>
                  <a:pt x="3372" y="8889"/>
                </a:lnTo>
                <a:lnTo>
                  <a:pt x="2810" y="8225"/>
                </a:lnTo>
                <a:lnTo>
                  <a:pt x="2248" y="7357"/>
                </a:lnTo>
                <a:lnTo>
                  <a:pt x="1635" y="6335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1" y="1840"/>
                </a:lnTo>
                <a:lnTo>
                  <a:pt x="0" y="1482"/>
                </a:lnTo>
                <a:lnTo>
                  <a:pt x="51" y="1176"/>
                </a:lnTo>
                <a:lnTo>
                  <a:pt x="51" y="920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52"/>
                </a:lnTo>
                <a:lnTo>
                  <a:pt x="1226" y="52"/>
                </a:lnTo>
                <a:lnTo>
                  <a:pt x="1380" y="1"/>
                </a:lnTo>
                <a:lnTo>
                  <a:pt x="1380" y="1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74"/>
                </a:lnTo>
                <a:lnTo>
                  <a:pt x="3985" y="1687"/>
                </a:lnTo>
                <a:lnTo>
                  <a:pt x="4547" y="2555"/>
                </a:lnTo>
                <a:lnTo>
                  <a:pt x="5109" y="3577"/>
                </a:lnTo>
                <a:lnTo>
                  <a:pt x="5722" y="4803"/>
                </a:lnTo>
                <a:lnTo>
                  <a:pt x="5722" y="4803"/>
                </a:lnTo>
                <a:lnTo>
                  <a:pt x="6232" y="6080"/>
                </a:lnTo>
                <a:lnTo>
                  <a:pt x="6590" y="7152"/>
                </a:lnTo>
                <a:lnTo>
                  <a:pt x="6743" y="8072"/>
                </a:lnTo>
                <a:lnTo>
                  <a:pt x="6794" y="8429"/>
                </a:lnTo>
                <a:lnTo>
                  <a:pt x="6794" y="8736"/>
                </a:lnTo>
                <a:lnTo>
                  <a:pt x="6743" y="9042"/>
                </a:lnTo>
                <a:lnTo>
                  <a:pt x="6641" y="9298"/>
                </a:lnTo>
                <a:lnTo>
                  <a:pt x="6539" y="9502"/>
                </a:lnTo>
                <a:lnTo>
                  <a:pt x="6437" y="9655"/>
                </a:lnTo>
                <a:lnTo>
                  <a:pt x="6232" y="9757"/>
                </a:lnTo>
                <a:lnTo>
                  <a:pt x="6079" y="9860"/>
                </a:lnTo>
                <a:lnTo>
                  <a:pt x="5824" y="9911"/>
                </a:lnTo>
                <a:lnTo>
                  <a:pt x="5619" y="9962"/>
                </a:lnTo>
                <a:lnTo>
                  <a:pt x="5619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6" name="Google Shape;356;p14"/>
          <p:cNvSpPr>
            <a:spLocks noGrp="1"/>
          </p:cNvSpPr>
          <p:nvPr/>
        </p:nvSpPr>
        <p:spPr>
          <a:xfrm flipH="1">
            <a:off x="-1820907" y="4747123"/>
            <a:ext cx="59160" cy="69843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1"/>
                </a:moveTo>
                <a:lnTo>
                  <a:pt x="3117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22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1" y="2402"/>
                </a:lnTo>
                <a:lnTo>
                  <a:pt x="1" y="2913"/>
                </a:lnTo>
                <a:lnTo>
                  <a:pt x="1" y="3475"/>
                </a:lnTo>
                <a:lnTo>
                  <a:pt x="103" y="4087"/>
                </a:lnTo>
                <a:lnTo>
                  <a:pt x="256" y="4752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788" y="8583"/>
                </a:lnTo>
                <a:lnTo>
                  <a:pt x="2197" y="9247"/>
                </a:lnTo>
                <a:lnTo>
                  <a:pt x="2606" y="9911"/>
                </a:lnTo>
                <a:lnTo>
                  <a:pt x="3065" y="10524"/>
                </a:lnTo>
                <a:lnTo>
                  <a:pt x="3525" y="11035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15" y="12720"/>
                </a:lnTo>
                <a:lnTo>
                  <a:pt x="5926" y="13027"/>
                </a:lnTo>
                <a:lnTo>
                  <a:pt x="6437" y="13231"/>
                </a:lnTo>
                <a:lnTo>
                  <a:pt x="6948" y="13435"/>
                </a:lnTo>
                <a:lnTo>
                  <a:pt x="7458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596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7"/>
                </a:lnTo>
                <a:lnTo>
                  <a:pt x="9400" y="4292"/>
                </a:lnTo>
                <a:lnTo>
                  <a:pt x="8940" y="3679"/>
                </a:lnTo>
                <a:lnTo>
                  <a:pt x="8531" y="3066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6"/>
                </a:lnTo>
                <a:lnTo>
                  <a:pt x="6692" y="1227"/>
                </a:lnTo>
                <a:lnTo>
                  <a:pt x="6181" y="920"/>
                </a:lnTo>
                <a:lnTo>
                  <a:pt x="5671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38" y="103"/>
                </a:lnTo>
                <a:lnTo>
                  <a:pt x="3627" y="1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7" name="Google Shape;357;p14"/>
          <p:cNvSpPr>
            <a:spLocks noGrp="1"/>
          </p:cNvSpPr>
          <p:nvPr/>
        </p:nvSpPr>
        <p:spPr>
          <a:xfrm flipH="1">
            <a:off x="-1890745" y="4753377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15" y="9911"/>
                </a:moveTo>
                <a:lnTo>
                  <a:pt x="5415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393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6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154" y="2657"/>
                </a:lnTo>
                <a:lnTo>
                  <a:pt x="0" y="1789"/>
                </a:lnTo>
                <a:lnTo>
                  <a:pt x="0" y="1431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05" y="461"/>
                </a:lnTo>
                <a:lnTo>
                  <a:pt x="358" y="256"/>
                </a:lnTo>
                <a:lnTo>
                  <a:pt x="562" y="154"/>
                </a:lnTo>
                <a:lnTo>
                  <a:pt x="716" y="52"/>
                </a:lnTo>
                <a:lnTo>
                  <a:pt x="971" y="1"/>
                </a:lnTo>
                <a:lnTo>
                  <a:pt x="1175" y="1"/>
                </a:lnTo>
                <a:lnTo>
                  <a:pt x="1175" y="1"/>
                </a:lnTo>
                <a:lnTo>
                  <a:pt x="1329" y="1"/>
                </a:lnTo>
                <a:lnTo>
                  <a:pt x="1329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3"/>
                </a:lnTo>
                <a:lnTo>
                  <a:pt x="3934" y="1636"/>
                </a:lnTo>
                <a:lnTo>
                  <a:pt x="4496" y="2504"/>
                </a:lnTo>
                <a:lnTo>
                  <a:pt x="5109" y="3526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9"/>
                </a:lnTo>
                <a:lnTo>
                  <a:pt x="6539" y="7101"/>
                </a:lnTo>
                <a:lnTo>
                  <a:pt x="6692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488" y="9451"/>
                </a:lnTo>
                <a:lnTo>
                  <a:pt x="6386" y="9604"/>
                </a:lnTo>
                <a:lnTo>
                  <a:pt x="6232" y="9706"/>
                </a:lnTo>
                <a:lnTo>
                  <a:pt x="6028" y="9809"/>
                </a:lnTo>
                <a:lnTo>
                  <a:pt x="5773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15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8" name="Google Shape;358;p14"/>
          <p:cNvSpPr>
            <a:spLocks noGrp="1"/>
          </p:cNvSpPr>
          <p:nvPr/>
        </p:nvSpPr>
        <p:spPr>
          <a:xfrm flipH="1">
            <a:off x="-1878236" y="4743736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73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52" y="2402"/>
                </a:lnTo>
                <a:lnTo>
                  <a:pt x="0" y="2913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39" y="8583"/>
                </a:lnTo>
                <a:lnTo>
                  <a:pt x="2197" y="9247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26" y="13027"/>
                </a:lnTo>
                <a:lnTo>
                  <a:pt x="6437" y="13282"/>
                </a:lnTo>
                <a:lnTo>
                  <a:pt x="6948" y="13435"/>
                </a:lnTo>
                <a:lnTo>
                  <a:pt x="7509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152" y="1636"/>
                </a:lnTo>
                <a:lnTo>
                  <a:pt x="6692" y="1278"/>
                </a:lnTo>
                <a:lnTo>
                  <a:pt x="6181" y="920"/>
                </a:lnTo>
                <a:lnTo>
                  <a:pt x="5722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27" y="1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9" name="Google Shape;359;p14"/>
          <p:cNvSpPr>
            <a:spLocks noGrp="1"/>
          </p:cNvSpPr>
          <p:nvPr/>
        </p:nvSpPr>
        <p:spPr>
          <a:xfrm flipH="1">
            <a:off x="-1948075" y="4749991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444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5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205" y="2657"/>
                </a:lnTo>
                <a:lnTo>
                  <a:pt x="51" y="2248"/>
                </a:lnTo>
                <a:lnTo>
                  <a:pt x="0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56" y="461"/>
                </a:lnTo>
                <a:lnTo>
                  <a:pt x="358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34" y="1687"/>
                </a:lnTo>
                <a:lnTo>
                  <a:pt x="4496" y="2504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8"/>
                </a:lnTo>
                <a:lnTo>
                  <a:pt x="6539" y="7101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6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0" name="Google Shape;360;p14"/>
          <p:cNvSpPr>
            <a:spLocks noGrp="1"/>
          </p:cNvSpPr>
          <p:nvPr/>
        </p:nvSpPr>
        <p:spPr>
          <a:xfrm flipH="1">
            <a:off x="-1935565" y="4740348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2" y="2402"/>
                </a:lnTo>
                <a:lnTo>
                  <a:pt x="0" y="2912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3"/>
                </a:lnTo>
                <a:lnTo>
                  <a:pt x="2248" y="9298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494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692" y="1278"/>
                </a:lnTo>
                <a:lnTo>
                  <a:pt x="6232" y="920"/>
                </a:lnTo>
                <a:lnTo>
                  <a:pt x="5722" y="665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1" name="Google Shape;361;p14"/>
          <p:cNvSpPr>
            <a:spLocks noGrp="1"/>
          </p:cNvSpPr>
          <p:nvPr/>
        </p:nvSpPr>
        <p:spPr>
          <a:xfrm flipH="1">
            <a:off x="-2005403" y="4746603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808"/>
                </a:lnTo>
                <a:lnTo>
                  <a:pt x="4444" y="9655"/>
                </a:lnTo>
                <a:lnTo>
                  <a:pt x="3882" y="9349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05"/>
                </a:lnTo>
                <a:lnTo>
                  <a:pt x="1635" y="6284"/>
                </a:lnTo>
                <a:lnTo>
                  <a:pt x="1073" y="5007"/>
                </a:lnTo>
                <a:lnTo>
                  <a:pt x="1073" y="5007"/>
                </a:lnTo>
                <a:lnTo>
                  <a:pt x="511" y="3730"/>
                </a:lnTo>
                <a:lnTo>
                  <a:pt x="205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39" y="7152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2" name="Google Shape;362;p14"/>
          <p:cNvSpPr>
            <a:spLocks noGrp="1"/>
          </p:cNvSpPr>
          <p:nvPr/>
        </p:nvSpPr>
        <p:spPr>
          <a:xfrm flipH="1">
            <a:off x="-1992895" y="4736961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1" y="2402"/>
                </a:lnTo>
                <a:lnTo>
                  <a:pt x="0" y="2912"/>
                </a:lnTo>
                <a:lnTo>
                  <a:pt x="51" y="3474"/>
                </a:lnTo>
                <a:lnTo>
                  <a:pt x="154" y="4087"/>
                </a:lnTo>
                <a:lnTo>
                  <a:pt x="256" y="4802"/>
                </a:lnTo>
                <a:lnTo>
                  <a:pt x="511" y="5518"/>
                </a:lnTo>
                <a:lnTo>
                  <a:pt x="767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8"/>
                </a:lnTo>
                <a:lnTo>
                  <a:pt x="2657" y="9911"/>
                </a:lnTo>
                <a:lnTo>
                  <a:pt x="3116" y="10524"/>
                </a:lnTo>
                <a:lnTo>
                  <a:pt x="3525" y="11034"/>
                </a:lnTo>
                <a:lnTo>
                  <a:pt x="4036" y="11545"/>
                </a:lnTo>
                <a:lnTo>
                  <a:pt x="4496" y="12005"/>
                </a:lnTo>
                <a:lnTo>
                  <a:pt x="4955" y="12414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7" y="13691"/>
                </a:lnTo>
                <a:lnTo>
                  <a:pt x="8837" y="13691"/>
                </a:lnTo>
                <a:lnTo>
                  <a:pt x="9348" y="13640"/>
                </a:lnTo>
                <a:lnTo>
                  <a:pt x="9859" y="13537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545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647" y="10115"/>
                </a:lnTo>
                <a:lnTo>
                  <a:pt x="11545" y="9502"/>
                </a:lnTo>
                <a:lnTo>
                  <a:pt x="11392" y="8838"/>
                </a:lnTo>
                <a:lnTo>
                  <a:pt x="11187" y="8072"/>
                </a:lnTo>
                <a:lnTo>
                  <a:pt x="10881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7" y="5722"/>
                </a:lnTo>
                <a:lnTo>
                  <a:pt x="9808" y="5007"/>
                </a:lnTo>
                <a:lnTo>
                  <a:pt x="9399" y="4343"/>
                </a:lnTo>
                <a:lnTo>
                  <a:pt x="8991" y="3679"/>
                </a:lnTo>
                <a:lnTo>
                  <a:pt x="8582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743" y="1278"/>
                </a:lnTo>
                <a:lnTo>
                  <a:pt x="6232" y="920"/>
                </a:lnTo>
                <a:lnTo>
                  <a:pt x="572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3" name="Google Shape;363;p14"/>
          <p:cNvSpPr>
            <a:spLocks noGrp="1"/>
          </p:cNvSpPr>
          <p:nvPr/>
        </p:nvSpPr>
        <p:spPr>
          <a:xfrm flipH="1">
            <a:off x="-2085143" y="4741915"/>
            <a:ext cx="34663" cy="50559"/>
          </a:xfrm>
          <a:custGeom>
            <a:avLst/>
            <a:gdLst/>
            <a:ahLst/>
            <a:cxnLst/>
            <a:rect l="l" t="t" r="r" b="b"/>
            <a:pathLst>
              <a:path w="6795" h="9911">
                <a:moveTo>
                  <a:pt x="5466" y="9910"/>
                </a:moveTo>
                <a:lnTo>
                  <a:pt x="5466" y="9910"/>
                </a:lnTo>
                <a:lnTo>
                  <a:pt x="5211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655"/>
                </a:lnTo>
                <a:lnTo>
                  <a:pt x="3933" y="9348"/>
                </a:lnTo>
                <a:lnTo>
                  <a:pt x="3372" y="8837"/>
                </a:lnTo>
                <a:lnTo>
                  <a:pt x="2810" y="8173"/>
                </a:lnTo>
                <a:lnTo>
                  <a:pt x="2248" y="7305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29"/>
                </a:lnTo>
                <a:lnTo>
                  <a:pt x="205" y="2708"/>
                </a:lnTo>
                <a:lnTo>
                  <a:pt x="102" y="2248"/>
                </a:lnTo>
                <a:lnTo>
                  <a:pt x="51" y="1839"/>
                </a:lnTo>
                <a:lnTo>
                  <a:pt x="0" y="1482"/>
                </a:lnTo>
                <a:lnTo>
                  <a:pt x="51" y="1124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154"/>
                </a:lnTo>
                <a:lnTo>
                  <a:pt x="766" y="103"/>
                </a:lnTo>
                <a:lnTo>
                  <a:pt x="971" y="0"/>
                </a:lnTo>
                <a:lnTo>
                  <a:pt x="1226" y="0"/>
                </a:lnTo>
                <a:lnTo>
                  <a:pt x="1226" y="0"/>
                </a:lnTo>
                <a:lnTo>
                  <a:pt x="1379" y="0"/>
                </a:lnTo>
                <a:lnTo>
                  <a:pt x="1379" y="0"/>
                </a:lnTo>
                <a:lnTo>
                  <a:pt x="1839" y="51"/>
                </a:lnTo>
                <a:lnTo>
                  <a:pt x="2350" y="205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94" y="8735"/>
                </a:lnTo>
                <a:lnTo>
                  <a:pt x="6743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436" y="9604"/>
                </a:lnTo>
                <a:lnTo>
                  <a:pt x="6232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19" y="9910"/>
                </a:lnTo>
                <a:lnTo>
                  <a:pt x="5619" y="9910"/>
                </a:lnTo>
                <a:lnTo>
                  <a:pt x="5466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4" name="Google Shape;364;p14"/>
          <p:cNvSpPr>
            <a:spLocks noGrp="1"/>
          </p:cNvSpPr>
          <p:nvPr/>
        </p:nvSpPr>
        <p:spPr>
          <a:xfrm flipH="1">
            <a:off x="-2072895" y="4732273"/>
            <a:ext cx="59155" cy="69843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154"/>
                </a:lnTo>
                <a:lnTo>
                  <a:pt x="1380" y="358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3" y="1941"/>
                </a:lnTo>
                <a:lnTo>
                  <a:pt x="0" y="2401"/>
                </a:lnTo>
                <a:lnTo>
                  <a:pt x="0" y="2912"/>
                </a:lnTo>
                <a:lnTo>
                  <a:pt x="0" y="3474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67"/>
                </a:lnTo>
                <a:lnTo>
                  <a:pt x="1788" y="8582"/>
                </a:lnTo>
                <a:lnTo>
                  <a:pt x="2197" y="9297"/>
                </a:lnTo>
                <a:lnTo>
                  <a:pt x="260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04" y="12413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35"/>
                </a:lnTo>
                <a:lnTo>
                  <a:pt x="7458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596" y="10676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1"/>
                </a:lnTo>
                <a:lnTo>
                  <a:pt x="9757" y="5006"/>
                </a:lnTo>
                <a:lnTo>
                  <a:pt x="9399" y="4342"/>
                </a:lnTo>
                <a:lnTo>
                  <a:pt x="8940" y="3678"/>
                </a:lnTo>
                <a:lnTo>
                  <a:pt x="8531" y="3116"/>
                </a:lnTo>
                <a:lnTo>
                  <a:pt x="8071" y="2554"/>
                </a:lnTo>
                <a:lnTo>
                  <a:pt x="7612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670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2"/>
                </a:lnTo>
                <a:lnTo>
                  <a:pt x="3627" y="0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5" name="Google Shape;365;p14"/>
          <p:cNvSpPr>
            <a:spLocks noGrp="1"/>
          </p:cNvSpPr>
          <p:nvPr/>
        </p:nvSpPr>
        <p:spPr>
          <a:xfrm flipH="1">
            <a:off x="-2142732" y="4738528"/>
            <a:ext cx="34397" cy="50559"/>
          </a:xfrm>
          <a:custGeom>
            <a:avLst/>
            <a:gdLst/>
            <a:ahLst/>
            <a:cxnLst/>
            <a:rect l="l" t="t" r="r" b="b"/>
            <a:pathLst>
              <a:path w="6743" h="9911">
                <a:moveTo>
                  <a:pt x="5415" y="9910"/>
                </a:moveTo>
                <a:lnTo>
                  <a:pt x="5415" y="9910"/>
                </a:lnTo>
                <a:lnTo>
                  <a:pt x="5159" y="9910"/>
                </a:lnTo>
                <a:lnTo>
                  <a:pt x="4904" y="9859"/>
                </a:lnTo>
                <a:lnTo>
                  <a:pt x="4649" y="9808"/>
                </a:lnTo>
                <a:lnTo>
                  <a:pt x="4393" y="9655"/>
                </a:lnTo>
                <a:lnTo>
                  <a:pt x="3882" y="9348"/>
                </a:lnTo>
                <a:lnTo>
                  <a:pt x="3321" y="8837"/>
                </a:lnTo>
                <a:lnTo>
                  <a:pt x="2759" y="8173"/>
                </a:lnTo>
                <a:lnTo>
                  <a:pt x="2197" y="7305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153" y="270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05" y="460"/>
                </a:lnTo>
                <a:lnTo>
                  <a:pt x="358" y="307"/>
                </a:lnTo>
                <a:lnTo>
                  <a:pt x="511" y="154"/>
                </a:lnTo>
                <a:lnTo>
                  <a:pt x="715" y="102"/>
                </a:lnTo>
                <a:lnTo>
                  <a:pt x="920" y="0"/>
                </a:lnTo>
                <a:lnTo>
                  <a:pt x="1175" y="0"/>
                </a:lnTo>
                <a:lnTo>
                  <a:pt x="1175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095" y="102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4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488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15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6" name="Google Shape;366;p14"/>
          <p:cNvSpPr>
            <a:spLocks noGrp="1"/>
          </p:cNvSpPr>
          <p:nvPr/>
        </p:nvSpPr>
        <p:spPr>
          <a:xfrm flipH="1">
            <a:off x="-2130224" y="4728885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5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2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197" y="9297"/>
                </a:lnTo>
                <a:lnTo>
                  <a:pt x="2657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55" y="12413"/>
                </a:lnTo>
                <a:lnTo>
                  <a:pt x="5466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05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3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27" y="51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7" name="Google Shape;367;p14"/>
          <p:cNvSpPr>
            <a:spLocks noGrp="1"/>
          </p:cNvSpPr>
          <p:nvPr/>
        </p:nvSpPr>
        <p:spPr>
          <a:xfrm flipH="1">
            <a:off x="-2200061" y="4735140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20" y="8837"/>
                </a:lnTo>
                <a:lnTo>
                  <a:pt x="2759" y="8173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4" y="2708"/>
                </a:lnTo>
                <a:lnTo>
                  <a:pt x="51" y="224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153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8" name="Google Shape;368;p14"/>
          <p:cNvSpPr>
            <a:spLocks noGrp="1"/>
          </p:cNvSpPr>
          <p:nvPr/>
        </p:nvSpPr>
        <p:spPr>
          <a:xfrm flipH="1">
            <a:off x="-2187553" y="4725499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66" y="818"/>
                </a:lnTo>
                <a:lnTo>
                  <a:pt x="511" y="1175"/>
                </a:lnTo>
                <a:lnTo>
                  <a:pt x="307" y="1533"/>
                </a:lnTo>
                <a:lnTo>
                  <a:pt x="154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49"/>
                </a:lnTo>
                <a:lnTo>
                  <a:pt x="1073" y="7049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8" y="13332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2" y="2095"/>
                </a:lnTo>
                <a:lnTo>
                  <a:pt x="7203" y="1635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9" name="Google Shape;369;p14"/>
          <p:cNvSpPr>
            <a:spLocks noGrp="1"/>
          </p:cNvSpPr>
          <p:nvPr/>
        </p:nvSpPr>
        <p:spPr>
          <a:xfrm flipH="1">
            <a:off x="-2257391" y="4731753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71" y="8837"/>
                </a:lnTo>
                <a:lnTo>
                  <a:pt x="2810" y="8173"/>
                </a:lnTo>
                <a:lnTo>
                  <a:pt x="2248" y="7356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11" y="3780"/>
                </a:lnTo>
                <a:lnTo>
                  <a:pt x="204" y="2707"/>
                </a:lnTo>
                <a:lnTo>
                  <a:pt x="51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4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0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3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0" name="Google Shape;370;p14"/>
          <p:cNvSpPr>
            <a:spLocks noGrp="1"/>
          </p:cNvSpPr>
          <p:nvPr/>
        </p:nvSpPr>
        <p:spPr>
          <a:xfrm flipH="1">
            <a:off x="-2244883" y="4722111"/>
            <a:ext cx="59415" cy="69837"/>
          </a:xfrm>
          <a:custGeom>
            <a:avLst/>
            <a:gdLst/>
            <a:ahLst/>
            <a:cxnLst/>
            <a:rect l="l" t="t" r="r" b="b"/>
            <a:pathLst>
              <a:path w="11647" h="13690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102"/>
                </a:lnTo>
                <a:lnTo>
                  <a:pt x="1839" y="204"/>
                </a:lnTo>
                <a:lnTo>
                  <a:pt x="1430" y="358"/>
                </a:lnTo>
                <a:lnTo>
                  <a:pt x="1073" y="562"/>
                </a:lnTo>
                <a:lnTo>
                  <a:pt x="766" y="817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1"/>
                </a:lnTo>
                <a:lnTo>
                  <a:pt x="51" y="2401"/>
                </a:lnTo>
                <a:lnTo>
                  <a:pt x="0" y="2963"/>
                </a:lnTo>
                <a:lnTo>
                  <a:pt x="51" y="3525"/>
                </a:lnTo>
                <a:lnTo>
                  <a:pt x="153" y="4138"/>
                </a:lnTo>
                <a:lnTo>
                  <a:pt x="256" y="4802"/>
                </a:lnTo>
                <a:lnTo>
                  <a:pt x="511" y="5517"/>
                </a:lnTo>
                <a:lnTo>
                  <a:pt x="766" y="6283"/>
                </a:lnTo>
                <a:lnTo>
                  <a:pt x="1073" y="7100"/>
                </a:lnTo>
                <a:lnTo>
                  <a:pt x="1073" y="7100"/>
                </a:lnTo>
                <a:lnTo>
                  <a:pt x="1430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116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0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59" y="13537"/>
                </a:lnTo>
                <a:lnTo>
                  <a:pt x="10268" y="13383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545" y="11749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545" y="9501"/>
                </a:lnTo>
                <a:lnTo>
                  <a:pt x="11391" y="8837"/>
                </a:lnTo>
                <a:lnTo>
                  <a:pt x="11187" y="8122"/>
                </a:lnTo>
                <a:lnTo>
                  <a:pt x="10881" y="7356"/>
                </a:lnTo>
                <a:lnTo>
                  <a:pt x="10574" y="6539"/>
                </a:lnTo>
                <a:lnTo>
                  <a:pt x="10574" y="6539"/>
                </a:lnTo>
                <a:lnTo>
                  <a:pt x="1021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82" y="3116"/>
                </a:lnTo>
                <a:lnTo>
                  <a:pt x="8122" y="2605"/>
                </a:lnTo>
                <a:lnTo>
                  <a:pt x="7662" y="2094"/>
                </a:lnTo>
                <a:lnTo>
                  <a:pt x="7203" y="1686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1" name="Google Shape;371;p14"/>
          <p:cNvSpPr>
            <a:spLocks noGrp="1"/>
          </p:cNvSpPr>
          <p:nvPr/>
        </p:nvSpPr>
        <p:spPr>
          <a:xfrm flipH="1">
            <a:off x="-2337131" y="4727060"/>
            <a:ext cx="34659" cy="50819"/>
          </a:xfrm>
          <a:custGeom>
            <a:avLst/>
            <a:gdLst/>
            <a:ahLst/>
            <a:cxnLst/>
            <a:rect l="l" t="t" r="r" b="b"/>
            <a:pathLst>
              <a:path w="6794" h="9962">
                <a:moveTo>
                  <a:pt x="5466" y="9962"/>
                </a:moveTo>
                <a:lnTo>
                  <a:pt x="5466" y="9962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933" y="9349"/>
                </a:lnTo>
                <a:lnTo>
                  <a:pt x="3371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4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869"/>
                </a:lnTo>
                <a:lnTo>
                  <a:pt x="153" y="665"/>
                </a:lnTo>
                <a:lnTo>
                  <a:pt x="255" y="460"/>
                </a:lnTo>
                <a:lnTo>
                  <a:pt x="409" y="307"/>
                </a:lnTo>
                <a:lnTo>
                  <a:pt x="562" y="205"/>
                </a:lnTo>
                <a:lnTo>
                  <a:pt x="766" y="103"/>
                </a:lnTo>
                <a:lnTo>
                  <a:pt x="971" y="52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4"/>
                </a:lnTo>
                <a:lnTo>
                  <a:pt x="5108" y="3525"/>
                </a:lnTo>
                <a:lnTo>
                  <a:pt x="5721" y="4802"/>
                </a:lnTo>
                <a:lnTo>
                  <a:pt x="5721" y="4802"/>
                </a:lnTo>
                <a:lnTo>
                  <a:pt x="6232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6"/>
                </a:lnTo>
                <a:lnTo>
                  <a:pt x="6538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2" name="Google Shape;372;p14"/>
          <p:cNvSpPr>
            <a:spLocks noGrp="1"/>
          </p:cNvSpPr>
          <p:nvPr/>
        </p:nvSpPr>
        <p:spPr>
          <a:xfrm flipH="1">
            <a:off x="-2324881" y="4717417"/>
            <a:ext cx="59155" cy="69843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103"/>
                </a:lnTo>
                <a:lnTo>
                  <a:pt x="1788" y="205"/>
                </a:lnTo>
                <a:lnTo>
                  <a:pt x="1379" y="358"/>
                </a:lnTo>
                <a:lnTo>
                  <a:pt x="1022" y="563"/>
                </a:lnTo>
                <a:lnTo>
                  <a:pt x="715" y="818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0" y="2402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22" y="7101"/>
                </a:lnTo>
                <a:lnTo>
                  <a:pt x="1022" y="7101"/>
                </a:lnTo>
                <a:lnTo>
                  <a:pt x="1430" y="7867"/>
                </a:lnTo>
                <a:lnTo>
                  <a:pt x="1788" y="8582"/>
                </a:lnTo>
                <a:lnTo>
                  <a:pt x="2197" y="9298"/>
                </a:lnTo>
                <a:lnTo>
                  <a:pt x="2605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04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458" y="13588"/>
                </a:lnTo>
                <a:lnTo>
                  <a:pt x="7969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786" y="13690"/>
                </a:lnTo>
                <a:lnTo>
                  <a:pt x="8786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16"/>
                </a:lnTo>
                <a:lnTo>
                  <a:pt x="11340" y="12158"/>
                </a:lnTo>
                <a:lnTo>
                  <a:pt x="11494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29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2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679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159" y="409"/>
                </a:lnTo>
                <a:lnTo>
                  <a:pt x="4649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3" name="Google Shape;373;p14"/>
          <p:cNvSpPr>
            <a:spLocks noGrp="1"/>
          </p:cNvSpPr>
          <p:nvPr/>
        </p:nvSpPr>
        <p:spPr>
          <a:xfrm flipH="1">
            <a:off x="-2394720" y="4723672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15" y="9962"/>
                </a:moveTo>
                <a:lnTo>
                  <a:pt x="5415" y="9962"/>
                </a:lnTo>
                <a:lnTo>
                  <a:pt x="5159" y="9910"/>
                </a:lnTo>
                <a:lnTo>
                  <a:pt x="4904" y="9910"/>
                </a:lnTo>
                <a:lnTo>
                  <a:pt x="4648" y="9808"/>
                </a:lnTo>
                <a:lnTo>
                  <a:pt x="4393" y="9706"/>
                </a:lnTo>
                <a:lnTo>
                  <a:pt x="3882" y="9349"/>
                </a:lnTo>
                <a:lnTo>
                  <a:pt x="3320" y="8838"/>
                </a:lnTo>
                <a:lnTo>
                  <a:pt x="2758" y="8174"/>
                </a:lnTo>
                <a:lnTo>
                  <a:pt x="2197" y="7356"/>
                </a:lnTo>
                <a:lnTo>
                  <a:pt x="1635" y="6284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1"/>
                </a:lnTo>
                <a:lnTo>
                  <a:pt x="153" y="2708"/>
                </a:lnTo>
                <a:lnTo>
                  <a:pt x="0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920"/>
                </a:lnTo>
                <a:lnTo>
                  <a:pt x="102" y="665"/>
                </a:lnTo>
                <a:lnTo>
                  <a:pt x="204" y="460"/>
                </a:lnTo>
                <a:lnTo>
                  <a:pt x="358" y="307"/>
                </a:lnTo>
                <a:lnTo>
                  <a:pt x="511" y="205"/>
                </a:lnTo>
                <a:lnTo>
                  <a:pt x="715" y="103"/>
                </a:lnTo>
                <a:lnTo>
                  <a:pt x="920" y="52"/>
                </a:lnTo>
                <a:lnTo>
                  <a:pt x="1175" y="1"/>
                </a:lnTo>
                <a:lnTo>
                  <a:pt x="1175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861" y="563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4"/>
                </a:lnTo>
                <a:lnTo>
                  <a:pt x="5108" y="3525"/>
                </a:lnTo>
                <a:lnTo>
                  <a:pt x="5670" y="4802"/>
                </a:lnTo>
                <a:lnTo>
                  <a:pt x="5670" y="4802"/>
                </a:lnTo>
                <a:lnTo>
                  <a:pt x="6181" y="6079"/>
                </a:lnTo>
                <a:lnTo>
                  <a:pt x="6538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6"/>
                </a:lnTo>
                <a:lnTo>
                  <a:pt x="6692" y="9042"/>
                </a:lnTo>
                <a:lnTo>
                  <a:pt x="6641" y="9246"/>
                </a:lnTo>
                <a:lnTo>
                  <a:pt x="6487" y="9451"/>
                </a:lnTo>
                <a:lnTo>
                  <a:pt x="6385" y="9655"/>
                </a:lnTo>
                <a:lnTo>
                  <a:pt x="6181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15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4" name="Google Shape;374;p14"/>
          <p:cNvSpPr>
            <a:spLocks noGrp="1"/>
          </p:cNvSpPr>
          <p:nvPr/>
        </p:nvSpPr>
        <p:spPr>
          <a:xfrm flipH="1">
            <a:off x="-2382211" y="4714031"/>
            <a:ext cx="59155" cy="70103"/>
          </a:xfrm>
          <a:custGeom>
            <a:avLst/>
            <a:gdLst/>
            <a:ahLst/>
            <a:cxnLst/>
            <a:rect l="l" t="t" r="r" b="b"/>
            <a:pathLst>
              <a:path w="11596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3"/>
                </a:lnTo>
                <a:lnTo>
                  <a:pt x="715" y="869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51" y="2401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197" y="9297"/>
                </a:lnTo>
                <a:lnTo>
                  <a:pt x="2656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55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742"/>
                </a:lnTo>
                <a:lnTo>
                  <a:pt x="8531" y="13742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6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67"/>
                </a:lnTo>
                <a:lnTo>
                  <a:pt x="11340" y="12158"/>
                </a:lnTo>
                <a:lnTo>
                  <a:pt x="11493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730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210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5" name="Google Shape;375;p14"/>
          <p:cNvSpPr>
            <a:spLocks noGrp="1"/>
          </p:cNvSpPr>
          <p:nvPr/>
        </p:nvSpPr>
        <p:spPr>
          <a:xfrm flipH="1">
            <a:off x="-2452044" y="4720285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174"/>
                </a:lnTo>
                <a:lnTo>
                  <a:pt x="2198" y="7356"/>
                </a:lnTo>
                <a:lnTo>
                  <a:pt x="1636" y="6284"/>
                </a:lnTo>
                <a:lnTo>
                  <a:pt x="1023" y="5058"/>
                </a:lnTo>
                <a:lnTo>
                  <a:pt x="1023" y="5058"/>
                </a:lnTo>
                <a:lnTo>
                  <a:pt x="512" y="3781"/>
                </a:lnTo>
                <a:lnTo>
                  <a:pt x="154" y="2708"/>
                </a:lnTo>
                <a:lnTo>
                  <a:pt x="52" y="2248"/>
                </a:lnTo>
                <a:lnTo>
                  <a:pt x="1" y="1840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9" y="307"/>
                </a:lnTo>
                <a:lnTo>
                  <a:pt x="563" y="205"/>
                </a:lnTo>
                <a:lnTo>
                  <a:pt x="767" y="103"/>
                </a:lnTo>
                <a:lnTo>
                  <a:pt x="972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351" y="256"/>
                </a:lnTo>
                <a:lnTo>
                  <a:pt x="2862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4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2" y="6079"/>
                </a:lnTo>
                <a:lnTo>
                  <a:pt x="6539" y="7152"/>
                </a:lnTo>
                <a:lnTo>
                  <a:pt x="6693" y="8020"/>
                </a:lnTo>
                <a:lnTo>
                  <a:pt x="6744" y="8429"/>
                </a:lnTo>
                <a:lnTo>
                  <a:pt x="6744" y="8736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6" name="Google Shape;376;p14"/>
          <p:cNvSpPr>
            <a:spLocks noGrp="1"/>
          </p:cNvSpPr>
          <p:nvPr/>
        </p:nvSpPr>
        <p:spPr>
          <a:xfrm flipH="1">
            <a:off x="-2439540" y="4710644"/>
            <a:ext cx="59415" cy="70103"/>
          </a:xfrm>
          <a:custGeom>
            <a:avLst/>
            <a:gdLst/>
            <a:ahLst/>
            <a:cxnLst/>
            <a:rect l="l" t="t" r="r" b="b"/>
            <a:pathLst>
              <a:path w="11647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2"/>
                </a:lnTo>
                <a:lnTo>
                  <a:pt x="766" y="869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2"/>
                </a:lnTo>
                <a:lnTo>
                  <a:pt x="51" y="2452"/>
                </a:lnTo>
                <a:lnTo>
                  <a:pt x="0" y="2963"/>
                </a:lnTo>
                <a:lnTo>
                  <a:pt x="51" y="3525"/>
                </a:lnTo>
                <a:lnTo>
                  <a:pt x="102" y="4138"/>
                </a:lnTo>
                <a:lnTo>
                  <a:pt x="255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248" y="9297"/>
                </a:lnTo>
                <a:lnTo>
                  <a:pt x="2656" y="9961"/>
                </a:lnTo>
                <a:lnTo>
                  <a:pt x="3065" y="10523"/>
                </a:lnTo>
                <a:lnTo>
                  <a:pt x="3525" y="11085"/>
                </a:lnTo>
                <a:lnTo>
                  <a:pt x="3984" y="11596"/>
                </a:lnTo>
                <a:lnTo>
                  <a:pt x="4495" y="12005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77"/>
                </a:lnTo>
                <a:lnTo>
                  <a:pt x="6487" y="13282"/>
                </a:lnTo>
                <a:lnTo>
                  <a:pt x="6998" y="13486"/>
                </a:lnTo>
                <a:lnTo>
                  <a:pt x="7509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7" y="13384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67"/>
                </a:lnTo>
                <a:lnTo>
                  <a:pt x="11391" y="12158"/>
                </a:lnTo>
                <a:lnTo>
                  <a:pt x="11493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0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808" y="5007"/>
                </a:lnTo>
                <a:lnTo>
                  <a:pt x="9399" y="4342"/>
                </a:lnTo>
                <a:lnTo>
                  <a:pt x="8990" y="3730"/>
                </a:lnTo>
                <a:lnTo>
                  <a:pt x="8531" y="3117"/>
                </a:lnTo>
                <a:lnTo>
                  <a:pt x="8122" y="2606"/>
                </a:lnTo>
                <a:lnTo>
                  <a:pt x="7662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2" y="971"/>
                </a:lnTo>
                <a:lnTo>
                  <a:pt x="5721" y="665"/>
                </a:lnTo>
                <a:lnTo>
                  <a:pt x="5210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8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7" name="Google Shape;377;p14"/>
          <p:cNvSpPr>
            <a:spLocks noGrp="1"/>
          </p:cNvSpPr>
          <p:nvPr/>
        </p:nvSpPr>
        <p:spPr>
          <a:xfrm flipH="1">
            <a:off x="-2509373" y="4716897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72" y="8889"/>
                </a:lnTo>
                <a:lnTo>
                  <a:pt x="2810" y="8225"/>
                </a:lnTo>
                <a:lnTo>
                  <a:pt x="2249" y="7356"/>
                </a:lnTo>
                <a:lnTo>
                  <a:pt x="1636" y="6335"/>
                </a:lnTo>
                <a:lnTo>
                  <a:pt x="1074" y="5058"/>
                </a:lnTo>
                <a:lnTo>
                  <a:pt x="1074" y="5058"/>
                </a:lnTo>
                <a:lnTo>
                  <a:pt x="512" y="3781"/>
                </a:lnTo>
                <a:lnTo>
                  <a:pt x="205" y="2708"/>
                </a:lnTo>
                <a:lnTo>
                  <a:pt x="52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54" y="665"/>
                </a:lnTo>
                <a:lnTo>
                  <a:pt x="256" y="460"/>
                </a:lnTo>
                <a:lnTo>
                  <a:pt x="410" y="307"/>
                </a:lnTo>
                <a:lnTo>
                  <a:pt x="563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095" y="154"/>
                </a:lnTo>
                <a:lnTo>
                  <a:pt x="2351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3" y="6079"/>
                </a:lnTo>
                <a:lnTo>
                  <a:pt x="6539" y="7152"/>
                </a:lnTo>
                <a:lnTo>
                  <a:pt x="6744" y="8020"/>
                </a:lnTo>
                <a:lnTo>
                  <a:pt x="6744" y="8429"/>
                </a:lnTo>
                <a:lnTo>
                  <a:pt x="6744" y="8735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8" name="Google Shape;378;p14"/>
          <p:cNvSpPr>
            <a:spLocks noGrp="1"/>
          </p:cNvSpPr>
          <p:nvPr/>
        </p:nvSpPr>
        <p:spPr>
          <a:xfrm flipH="1">
            <a:off x="-2496869" y="4707516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0" y="307"/>
                </a:lnTo>
                <a:lnTo>
                  <a:pt x="1073" y="511"/>
                </a:lnTo>
                <a:lnTo>
                  <a:pt x="766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3" y="1891"/>
                </a:lnTo>
                <a:lnTo>
                  <a:pt x="51" y="2401"/>
                </a:lnTo>
                <a:lnTo>
                  <a:pt x="0" y="2912"/>
                </a:lnTo>
                <a:lnTo>
                  <a:pt x="51" y="3474"/>
                </a:lnTo>
                <a:lnTo>
                  <a:pt x="153" y="4087"/>
                </a:lnTo>
                <a:lnTo>
                  <a:pt x="255" y="4751"/>
                </a:lnTo>
                <a:lnTo>
                  <a:pt x="460" y="5466"/>
                </a:lnTo>
                <a:lnTo>
                  <a:pt x="76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0" y="7816"/>
                </a:lnTo>
                <a:lnTo>
                  <a:pt x="1839" y="8582"/>
                </a:lnTo>
                <a:lnTo>
                  <a:pt x="2248" y="9246"/>
                </a:lnTo>
                <a:lnTo>
                  <a:pt x="2656" y="9910"/>
                </a:lnTo>
                <a:lnTo>
                  <a:pt x="3116" y="10472"/>
                </a:lnTo>
                <a:lnTo>
                  <a:pt x="3525" y="11034"/>
                </a:lnTo>
                <a:lnTo>
                  <a:pt x="3984" y="11545"/>
                </a:lnTo>
                <a:lnTo>
                  <a:pt x="4495" y="11954"/>
                </a:lnTo>
                <a:lnTo>
                  <a:pt x="4955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7" y="13231"/>
                </a:lnTo>
                <a:lnTo>
                  <a:pt x="6998" y="13435"/>
                </a:lnTo>
                <a:lnTo>
                  <a:pt x="750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588"/>
                </a:lnTo>
                <a:lnTo>
                  <a:pt x="9808" y="13486"/>
                </a:lnTo>
                <a:lnTo>
                  <a:pt x="10267" y="13333"/>
                </a:lnTo>
                <a:lnTo>
                  <a:pt x="10625" y="13077"/>
                </a:lnTo>
                <a:lnTo>
                  <a:pt x="10931" y="12822"/>
                </a:lnTo>
                <a:lnTo>
                  <a:pt x="11187" y="12516"/>
                </a:lnTo>
                <a:lnTo>
                  <a:pt x="11391" y="12107"/>
                </a:lnTo>
                <a:lnTo>
                  <a:pt x="11544" y="11698"/>
                </a:lnTo>
                <a:lnTo>
                  <a:pt x="11596" y="11187"/>
                </a:lnTo>
                <a:lnTo>
                  <a:pt x="11647" y="10677"/>
                </a:lnTo>
                <a:lnTo>
                  <a:pt x="11596" y="10115"/>
                </a:lnTo>
                <a:lnTo>
                  <a:pt x="11544" y="9451"/>
                </a:lnTo>
                <a:lnTo>
                  <a:pt x="11391" y="8787"/>
                </a:lnTo>
                <a:lnTo>
                  <a:pt x="11187" y="8071"/>
                </a:lnTo>
                <a:lnTo>
                  <a:pt x="10880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6" y="5722"/>
                </a:lnTo>
                <a:lnTo>
                  <a:pt x="9808" y="4955"/>
                </a:lnTo>
                <a:lnTo>
                  <a:pt x="9399" y="4291"/>
                </a:lnTo>
                <a:lnTo>
                  <a:pt x="8990" y="3678"/>
                </a:lnTo>
                <a:lnTo>
                  <a:pt x="8582" y="3065"/>
                </a:lnTo>
                <a:lnTo>
                  <a:pt x="8122" y="2555"/>
                </a:lnTo>
                <a:lnTo>
                  <a:pt x="7662" y="2044"/>
                </a:lnTo>
                <a:lnTo>
                  <a:pt x="7203" y="1635"/>
                </a:lnTo>
                <a:lnTo>
                  <a:pt x="6692" y="1227"/>
                </a:lnTo>
                <a:lnTo>
                  <a:pt x="6232" y="920"/>
                </a:lnTo>
                <a:lnTo>
                  <a:pt x="5721" y="614"/>
                </a:lnTo>
                <a:lnTo>
                  <a:pt x="5210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9" name="Google Shape;379;p14"/>
          <p:cNvSpPr>
            <a:spLocks noGrp="1"/>
          </p:cNvSpPr>
          <p:nvPr/>
        </p:nvSpPr>
        <p:spPr>
          <a:xfrm flipH="1">
            <a:off x="-1394071" y="4351037"/>
            <a:ext cx="236616" cy="71403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6830" y="0"/>
                </a:move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0" name="Google Shape;380;p14"/>
          <p:cNvSpPr>
            <a:spLocks noGrp="1"/>
          </p:cNvSpPr>
          <p:nvPr/>
        </p:nvSpPr>
        <p:spPr>
          <a:xfrm flipH="1">
            <a:off x="-1394071" y="4351037"/>
            <a:ext cx="236616" cy="71403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7238" y="0"/>
                </a:moveTo>
                <a:lnTo>
                  <a:pt x="37238" y="0"/>
                </a:lnTo>
                <a:lnTo>
                  <a:pt x="36830" y="0"/>
                </a:lnTo>
                <a:lnTo>
                  <a:pt x="4240" y="1941"/>
                </a:ln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1" name="Google Shape;381;p14"/>
          <p:cNvSpPr>
            <a:spLocks noGrp="1"/>
          </p:cNvSpPr>
          <p:nvPr/>
        </p:nvSpPr>
        <p:spPr>
          <a:xfrm flipH="1">
            <a:off x="-1448792" y="4465696"/>
            <a:ext cx="296027" cy="226709"/>
          </a:xfrm>
          <a:custGeom>
            <a:avLst/>
            <a:gdLst/>
            <a:ahLst/>
            <a:cxnLst/>
            <a:rect l="l" t="t" r="r" b="b"/>
            <a:pathLst>
              <a:path w="58029" h="44441">
                <a:moveTo>
                  <a:pt x="26256" y="409"/>
                </a:moveTo>
                <a:lnTo>
                  <a:pt x="12924" y="1175"/>
                </a:lnTo>
                <a:lnTo>
                  <a:pt x="27073" y="33407"/>
                </a:lnTo>
                <a:lnTo>
                  <a:pt x="40406" y="32590"/>
                </a:lnTo>
                <a:lnTo>
                  <a:pt x="26256" y="409"/>
                </a:lnTo>
                <a:close/>
                <a:moveTo>
                  <a:pt x="33101" y="0"/>
                </a:moveTo>
                <a:lnTo>
                  <a:pt x="28044" y="307"/>
                </a:lnTo>
                <a:lnTo>
                  <a:pt x="46892" y="43111"/>
                </a:lnTo>
                <a:lnTo>
                  <a:pt x="46892" y="43111"/>
                </a:lnTo>
                <a:lnTo>
                  <a:pt x="51899" y="42806"/>
                </a:lnTo>
                <a:lnTo>
                  <a:pt x="52818" y="42704"/>
                </a:lnTo>
                <a:lnTo>
                  <a:pt x="53687" y="42551"/>
                </a:lnTo>
                <a:lnTo>
                  <a:pt x="54453" y="42295"/>
                </a:lnTo>
                <a:lnTo>
                  <a:pt x="55168" y="41938"/>
                </a:lnTo>
                <a:lnTo>
                  <a:pt x="55832" y="41529"/>
                </a:lnTo>
                <a:lnTo>
                  <a:pt x="56394" y="41018"/>
                </a:lnTo>
                <a:lnTo>
                  <a:pt x="56854" y="40508"/>
                </a:lnTo>
                <a:lnTo>
                  <a:pt x="57263" y="39895"/>
                </a:lnTo>
                <a:lnTo>
                  <a:pt x="57569" y="39231"/>
                </a:lnTo>
                <a:lnTo>
                  <a:pt x="57824" y="38567"/>
                </a:lnTo>
                <a:lnTo>
                  <a:pt x="57978" y="37800"/>
                </a:lnTo>
                <a:lnTo>
                  <a:pt x="58029" y="37034"/>
                </a:lnTo>
                <a:lnTo>
                  <a:pt x="57978" y="36217"/>
                </a:lnTo>
                <a:lnTo>
                  <a:pt x="57824" y="35348"/>
                </a:lnTo>
                <a:lnTo>
                  <a:pt x="57620" y="34480"/>
                </a:lnTo>
                <a:lnTo>
                  <a:pt x="57263" y="33612"/>
                </a:lnTo>
                <a:lnTo>
                  <a:pt x="46076" y="8122"/>
                </a:lnTo>
                <a:lnTo>
                  <a:pt x="45667" y="7254"/>
                </a:lnTo>
                <a:lnTo>
                  <a:pt x="45156" y="6436"/>
                </a:lnTo>
                <a:lnTo>
                  <a:pt x="44594" y="5670"/>
                </a:lnTo>
                <a:lnTo>
                  <a:pt x="43981" y="4904"/>
                </a:lnTo>
                <a:lnTo>
                  <a:pt x="43266" y="4189"/>
                </a:lnTo>
                <a:lnTo>
                  <a:pt x="42551" y="3525"/>
                </a:lnTo>
                <a:lnTo>
                  <a:pt x="41785" y="2912"/>
                </a:lnTo>
                <a:lnTo>
                  <a:pt x="40968" y="2350"/>
                </a:lnTo>
                <a:lnTo>
                  <a:pt x="40099" y="1788"/>
                </a:lnTo>
                <a:lnTo>
                  <a:pt x="39231" y="1328"/>
                </a:lnTo>
                <a:lnTo>
                  <a:pt x="38311" y="920"/>
                </a:lnTo>
                <a:lnTo>
                  <a:pt x="37392" y="613"/>
                </a:lnTo>
                <a:lnTo>
                  <a:pt x="36472" y="358"/>
                </a:lnTo>
                <a:lnTo>
                  <a:pt x="35553" y="153"/>
                </a:lnTo>
                <a:lnTo>
                  <a:pt x="34582" y="0"/>
                </a:lnTo>
                <a:close/>
                <a:moveTo>
                  <a:pt x="46892" y="43111"/>
                </a:moveTo>
                <a:lnTo>
                  <a:pt x="46025" y="43164"/>
                </a:lnTo>
                <a:lnTo>
                  <a:pt x="46893" y="43113"/>
                </a:lnTo>
                <a:lnTo>
                  <a:pt x="46892" y="43111"/>
                </a:lnTo>
                <a:close/>
                <a:moveTo>
                  <a:pt x="41172" y="34276"/>
                </a:moveTo>
                <a:lnTo>
                  <a:pt x="27789" y="35093"/>
                </a:lnTo>
                <a:lnTo>
                  <a:pt x="31722" y="44032"/>
                </a:lnTo>
                <a:lnTo>
                  <a:pt x="45105" y="43215"/>
                </a:lnTo>
                <a:lnTo>
                  <a:pt x="41172" y="34276"/>
                </a:lnTo>
                <a:close/>
                <a:moveTo>
                  <a:pt x="11136" y="1277"/>
                </a:moveTo>
                <a:lnTo>
                  <a:pt x="6130" y="1584"/>
                </a:lnTo>
                <a:lnTo>
                  <a:pt x="5210" y="1686"/>
                </a:lnTo>
                <a:lnTo>
                  <a:pt x="4342" y="1839"/>
                </a:lnTo>
                <a:lnTo>
                  <a:pt x="3576" y="2146"/>
                </a:lnTo>
                <a:lnTo>
                  <a:pt x="2861" y="2452"/>
                </a:lnTo>
                <a:lnTo>
                  <a:pt x="2197" y="2861"/>
                </a:lnTo>
                <a:lnTo>
                  <a:pt x="1635" y="3371"/>
                </a:lnTo>
                <a:lnTo>
                  <a:pt x="1124" y="3882"/>
                </a:lnTo>
                <a:lnTo>
                  <a:pt x="715" y="4495"/>
                </a:lnTo>
                <a:lnTo>
                  <a:pt x="409" y="5159"/>
                </a:lnTo>
                <a:lnTo>
                  <a:pt x="153" y="5874"/>
                </a:lnTo>
                <a:lnTo>
                  <a:pt x="51" y="6590"/>
                </a:lnTo>
                <a:lnTo>
                  <a:pt x="0" y="7356"/>
                </a:lnTo>
                <a:lnTo>
                  <a:pt x="0" y="8173"/>
                </a:lnTo>
                <a:lnTo>
                  <a:pt x="153" y="9042"/>
                </a:lnTo>
                <a:lnTo>
                  <a:pt x="409" y="9910"/>
                </a:lnTo>
                <a:lnTo>
                  <a:pt x="715" y="10778"/>
                </a:lnTo>
                <a:lnTo>
                  <a:pt x="11902" y="36268"/>
                </a:lnTo>
                <a:lnTo>
                  <a:pt x="12362" y="37136"/>
                </a:lnTo>
                <a:lnTo>
                  <a:pt x="12822" y="37954"/>
                </a:lnTo>
                <a:lnTo>
                  <a:pt x="13384" y="38720"/>
                </a:lnTo>
                <a:lnTo>
                  <a:pt x="14048" y="39486"/>
                </a:lnTo>
                <a:lnTo>
                  <a:pt x="14712" y="40201"/>
                </a:lnTo>
                <a:lnTo>
                  <a:pt x="15427" y="40865"/>
                </a:lnTo>
                <a:lnTo>
                  <a:pt x="16244" y="41478"/>
                </a:lnTo>
                <a:lnTo>
                  <a:pt x="17061" y="42091"/>
                </a:lnTo>
                <a:lnTo>
                  <a:pt x="17879" y="42602"/>
                </a:lnTo>
                <a:lnTo>
                  <a:pt x="18798" y="43062"/>
                </a:lnTo>
                <a:lnTo>
                  <a:pt x="19667" y="43470"/>
                </a:lnTo>
                <a:lnTo>
                  <a:pt x="20586" y="43777"/>
                </a:lnTo>
                <a:lnTo>
                  <a:pt x="21557" y="44083"/>
                </a:lnTo>
                <a:lnTo>
                  <a:pt x="22476" y="44288"/>
                </a:lnTo>
                <a:lnTo>
                  <a:pt x="23395" y="44390"/>
                </a:lnTo>
                <a:lnTo>
                  <a:pt x="24366" y="44441"/>
                </a:lnTo>
                <a:lnTo>
                  <a:pt x="24928" y="44390"/>
                </a:lnTo>
                <a:lnTo>
                  <a:pt x="29934" y="44134"/>
                </a:lnTo>
                <a:lnTo>
                  <a:pt x="11136" y="1277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2" name="Google Shape;382;p14"/>
          <p:cNvSpPr>
            <a:spLocks noGrp="1"/>
          </p:cNvSpPr>
          <p:nvPr/>
        </p:nvSpPr>
        <p:spPr>
          <a:xfrm flipH="1">
            <a:off x="-1601492" y="4690320"/>
            <a:ext cx="9125" cy="525"/>
          </a:xfrm>
          <a:custGeom>
            <a:avLst/>
            <a:gdLst/>
            <a:ahLst/>
            <a:cxnLst/>
            <a:rect l="l" t="t" r="r" b="b"/>
            <a:pathLst>
              <a:path w="1789" h="103">
                <a:moveTo>
                  <a:pt x="1789" y="0"/>
                </a:moveTo>
                <a:lnTo>
                  <a:pt x="1" y="102"/>
                </a:lnTo>
                <a:lnTo>
                  <a:pt x="1" y="102"/>
                </a:lnTo>
                <a:lnTo>
                  <a:pt x="1789" y="0"/>
                </a:lnTo>
                <a:lnTo>
                  <a:pt x="178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3" name="Google Shape;383;p14"/>
          <p:cNvSpPr>
            <a:spLocks noGrp="1"/>
          </p:cNvSpPr>
          <p:nvPr/>
        </p:nvSpPr>
        <p:spPr>
          <a:xfrm flipH="1">
            <a:off x="-1678889" y="4685887"/>
            <a:ext cx="4692" cy="264"/>
          </a:xfrm>
          <a:custGeom>
            <a:avLst/>
            <a:gdLst/>
            <a:ahLst/>
            <a:cxnLst/>
            <a:rect l="l" t="t" r="r" b="b"/>
            <a:pathLst>
              <a:path w="920" h="52">
                <a:moveTo>
                  <a:pt x="920" y="1"/>
                </a:moveTo>
                <a:lnTo>
                  <a:pt x="0" y="52"/>
                </a:lnTo>
                <a:lnTo>
                  <a:pt x="0" y="52"/>
                </a:lnTo>
                <a:lnTo>
                  <a:pt x="920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4" name="Google Shape;384;p14"/>
          <p:cNvSpPr>
            <a:spLocks noGrp="1"/>
          </p:cNvSpPr>
          <p:nvPr/>
        </p:nvSpPr>
        <p:spPr>
          <a:xfrm flipH="1">
            <a:off x="-1590549" y="4640545"/>
            <a:ext cx="88345" cy="49779"/>
          </a:xfrm>
          <a:custGeom>
            <a:avLst/>
            <a:gdLst/>
            <a:ahLst/>
            <a:cxnLst/>
            <a:rect l="l" t="t" r="r" b="b"/>
            <a:pathLst>
              <a:path w="17318" h="9758">
                <a:moveTo>
                  <a:pt x="13384" y="1"/>
                </a:moveTo>
                <a:lnTo>
                  <a:pt x="1" y="818"/>
                </a:lnTo>
                <a:lnTo>
                  <a:pt x="3934" y="9757"/>
                </a:lnTo>
                <a:lnTo>
                  <a:pt x="17317" y="8940"/>
                </a:lnTo>
                <a:lnTo>
                  <a:pt x="13384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5" name="Google Shape;385;p14"/>
          <p:cNvSpPr>
            <a:spLocks noGrp="1"/>
          </p:cNvSpPr>
          <p:nvPr/>
        </p:nvSpPr>
        <p:spPr>
          <a:xfrm flipH="1">
            <a:off x="-1448792" y="4472211"/>
            <a:ext cx="152704" cy="220195"/>
          </a:xfrm>
          <a:custGeom>
            <a:avLst/>
            <a:gdLst/>
            <a:ahLst/>
            <a:cxnLst/>
            <a:rect l="l" t="t" r="r" b="b"/>
            <a:pathLst>
              <a:path w="29934" h="43164">
                <a:moveTo>
                  <a:pt x="11136" y="0"/>
                </a:moveTo>
                <a:lnTo>
                  <a:pt x="6130" y="307"/>
                </a:lnTo>
                <a:lnTo>
                  <a:pt x="6130" y="307"/>
                </a:lnTo>
                <a:lnTo>
                  <a:pt x="5210" y="409"/>
                </a:lnTo>
                <a:lnTo>
                  <a:pt x="4342" y="562"/>
                </a:lnTo>
                <a:lnTo>
                  <a:pt x="3576" y="869"/>
                </a:lnTo>
                <a:lnTo>
                  <a:pt x="2861" y="1175"/>
                </a:lnTo>
                <a:lnTo>
                  <a:pt x="2197" y="1584"/>
                </a:lnTo>
                <a:lnTo>
                  <a:pt x="1635" y="2094"/>
                </a:lnTo>
                <a:lnTo>
                  <a:pt x="1124" y="2605"/>
                </a:lnTo>
                <a:lnTo>
                  <a:pt x="715" y="3218"/>
                </a:lnTo>
                <a:lnTo>
                  <a:pt x="409" y="3882"/>
                </a:lnTo>
                <a:lnTo>
                  <a:pt x="153" y="4597"/>
                </a:lnTo>
                <a:lnTo>
                  <a:pt x="51" y="5313"/>
                </a:lnTo>
                <a:lnTo>
                  <a:pt x="0" y="6079"/>
                </a:lnTo>
                <a:lnTo>
                  <a:pt x="0" y="6896"/>
                </a:lnTo>
                <a:lnTo>
                  <a:pt x="153" y="7765"/>
                </a:lnTo>
                <a:lnTo>
                  <a:pt x="409" y="8633"/>
                </a:lnTo>
                <a:lnTo>
                  <a:pt x="715" y="9501"/>
                </a:lnTo>
                <a:lnTo>
                  <a:pt x="11902" y="34991"/>
                </a:lnTo>
                <a:lnTo>
                  <a:pt x="11902" y="34991"/>
                </a:lnTo>
                <a:lnTo>
                  <a:pt x="12362" y="35859"/>
                </a:lnTo>
                <a:lnTo>
                  <a:pt x="12822" y="36677"/>
                </a:lnTo>
                <a:lnTo>
                  <a:pt x="13384" y="37443"/>
                </a:lnTo>
                <a:lnTo>
                  <a:pt x="14048" y="38209"/>
                </a:lnTo>
                <a:lnTo>
                  <a:pt x="14712" y="38924"/>
                </a:lnTo>
                <a:lnTo>
                  <a:pt x="15427" y="39588"/>
                </a:lnTo>
                <a:lnTo>
                  <a:pt x="16244" y="40201"/>
                </a:lnTo>
                <a:lnTo>
                  <a:pt x="17061" y="40814"/>
                </a:lnTo>
                <a:lnTo>
                  <a:pt x="17879" y="41325"/>
                </a:lnTo>
                <a:lnTo>
                  <a:pt x="18798" y="41785"/>
                </a:lnTo>
                <a:lnTo>
                  <a:pt x="19667" y="42193"/>
                </a:lnTo>
                <a:lnTo>
                  <a:pt x="20586" y="42500"/>
                </a:lnTo>
                <a:lnTo>
                  <a:pt x="21557" y="42806"/>
                </a:lnTo>
                <a:lnTo>
                  <a:pt x="22476" y="43011"/>
                </a:lnTo>
                <a:lnTo>
                  <a:pt x="23395" y="43113"/>
                </a:lnTo>
                <a:lnTo>
                  <a:pt x="24366" y="43164"/>
                </a:lnTo>
                <a:lnTo>
                  <a:pt x="24366" y="43164"/>
                </a:lnTo>
                <a:lnTo>
                  <a:pt x="24928" y="43113"/>
                </a:lnTo>
                <a:lnTo>
                  <a:pt x="29934" y="42857"/>
                </a:lnTo>
                <a:lnTo>
                  <a:pt x="1113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6" name="Google Shape;386;p14"/>
          <p:cNvSpPr>
            <a:spLocks noGrp="1"/>
          </p:cNvSpPr>
          <p:nvPr/>
        </p:nvSpPr>
        <p:spPr>
          <a:xfrm flipH="1">
            <a:off x="-1514717" y="4467777"/>
            <a:ext cx="140200" cy="168344"/>
          </a:xfrm>
          <a:custGeom>
            <a:avLst/>
            <a:gdLst/>
            <a:ahLst/>
            <a:cxnLst/>
            <a:rect l="l" t="t" r="r" b="b"/>
            <a:pathLst>
              <a:path w="27483" h="33000">
                <a:moveTo>
                  <a:pt x="13333" y="1"/>
                </a:moveTo>
                <a:lnTo>
                  <a:pt x="1" y="767"/>
                </a:lnTo>
                <a:lnTo>
                  <a:pt x="14150" y="32999"/>
                </a:lnTo>
                <a:lnTo>
                  <a:pt x="27483" y="32182"/>
                </a:lnTo>
                <a:lnTo>
                  <a:pt x="13333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7" name="Google Shape;387;p14"/>
          <p:cNvSpPr>
            <a:spLocks noGrp="1"/>
          </p:cNvSpPr>
          <p:nvPr/>
        </p:nvSpPr>
        <p:spPr>
          <a:xfrm flipH="1">
            <a:off x="-1591851" y="4465696"/>
            <a:ext cx="152969" cy="220195"/>
          </a:xfrm>
          <a:custGeom>
            <a:avLst/>
            <a:gdLst/>
            <a:ahLst/>
            <a:cxnLst/>
            <a:rect l="l" t="t" r="r" b="b"/>
            <a:pathLst>
              <a:path w="29986" h="43164">
                <a:moveTo>
                  <a:pt x="5620" y="0"/>
                </a:moveTo>
                <a:lnTo>
                  <a:pt x="5620" y="0"/>
                </a:lnTo>
                <a:lnTo>
                  <a:pt x="5058" y="0"/>
                </a:lnTo>
                <a:lnTo>
                  <a:pt x="1" y="307"/>
                </a:lnTo>
                <a:lnTo>
                  <a:pt x="18850" y="43113"/>
                </a:lnTo>
                <a:lnTo>
                  <a:pt x="17982" y="43164"/>
                </a:lnTo>
                <a:lnTo>
                  <a:pt x="23856" y="42806"/>
                </a:lnTo>
                <a:lnTo>
                  <a:pt x="23856" y="42806"/>
                </a:lnTo>
                <a:lnTo>
                  <a:pt x="24775" y="42704"/>
                </a:lnTo>
                <a:lnTo>
                  <a:pt x="25644" y="42551"/>
                </a:lnTo>
                <a:lnTo>
                  <a:pt x="26410" y="42295"/>
                </a:lnTo>
                <a:lnTo>
                  <a:pt x="27125" y="41938"/>
                </a:lnTo>
                <a:lnTo>
                  <a:pt x="27789" y="41529"/>
                </a:lnTo>
                <a:lnTo>
                  <a:pt x="28351" y="41018"/>
                </a:lnTo>
                <a:lnTo>
                  <a:pt x="28811" y="40508"/>
                </a:lnTo>
                <a:lnTo>
                  <a:pt x="29220" y="39895"/>
                </a:lnTo>
                <a:lnTo>
                  <a:pt x="29526" y="39231"/>
                </a:lnTo>
                <a:lnTo>
                  <a:pt x="29781" y="38567"/>
                </a:lnTo>
                <a:lnTo>
                  <a:pt x="29935" y="37800"/>
                </a:lnTo>
                <a:lnTo>
                  <a:pt x="29986" y="37034"/>
                </a:lnTo>
                <a:lnTo>
                  <a:pt x="29935" y="36217"/>
                </a:lnTo>
                <a:lnTo>
                  <a:pt x="29781" y="35348"/>
                </a:lnTo>
                <a:lnTo>
                  <a:pt x="29577" y="34480"/>
                </a:lnTo>
                <a:lnTo>
                  <a:pt x="29220" y="33612"/>
                </a:lnTo>
                <a:lnTo>
                  <a:pt x="18033" y="8122"/>
                </a:lnTo>
                <a:lnTo>
                  <a:pt x="18033" y="8122"/>
                </a:lnTo>
                <a:lnTo>
                  <a:pt x="17624" y="7254"/>
                </a:lnTo>
                <a:lnTo>
                  <a:pt x="17113" y="6436"/>
                </a:lnTo>
                <a:lnTo>
                  <a:pt x="16551" y="5670"/>
                </a:lnTo>
                <a:lnTo>
                  <a:pt x="15938" y="4904"/>
                </a:lnTo>
                <a:lnTo>
                  <a:pt x="15223" y="4189"/>
                </a:lnTo>
                <a:lnTo>
                  <a:pt x="14508" y="3525"/>
                </a:lnTo>
                <a:lnTo>
                  <a:pt x="13742" y="2912"/>
                </a:lnTo>
                <a:lnTo>
                  <a:pt x="12925" y="2350"/>
                </a:lnTo>
                <a:lnTo>
                  <a:pt x="12056" y="1788"/>
                </a:lnTo>
                <a:lnTo>
                  <a:pt x="11188" y="1328"/>
                </a:lnTo>
                <a:lnTo>
                  <a:pt x="10268" y="920"/>
                </a:lnTo>
                <a:lnTo>
                  <a:pt x="9349" y="613"/>
                </a:lnTo>
                <a:lnTo>
                  <a:pt x="8429" y="358"/>
                </a:lnTo>
                <a:lnTo>
                  <a:pt x="7510" y="153"/>
                </a:lnTo>
                <a:lnTo>
                  <a:pt x="6539" y="0"/>
                </a:lnTo>
                <a:lnTo>
                  <a:pt x="5620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8" name="Google Shape;388;p14"/>
          <p:cNvSpPr>
            <a:spLocks noGrp="1"/>
          </p:cNvSpPr>
          <p:nvPr/>
        </p:nvSpPr>
        <p:spPr>
          <a:xfrm flipH="1">
            <a:off x="-1505596" y="4467257"/>
            <a:ext cx="182415" cy="223588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9" name="Google Shape;389;p14"/>
          <p:cNvSpPr>
            <a:spLocks noGrp="1"/>
          </p:cNvSpPr>
          <p:nvPr/>
        </p:nvSpPr>
        <p:spPr>
          <a:xfrm flipH="1">
            <a:off x="-1505596" y="4467257"/>
            <a:ext cx="182415" cy="223588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0" name="Google Shape;390;p14"/>
          <p:cNvSpPr>
            <a:spLocks noGrp="1"/>
          </p:cNvSpPr>
          <p:nvPr/>
        </p:nvSpPr>
        <p:spPr>
          <a:xfrm flipH="1">
            <a:off x="-1243712" y="4283807"/>
            <a:ext cx="1452768" cy="655633"/>
          </a:xfrm>
          <a:custGeom>
            <a:avLst/>
            <a:gdLst/>
            <a:ahLst/>
            <a:cxnLst/>
            <a:rect l="l" t="t" r="r" b="b"/>
            <a:pathLst>
              <a:path w="284780" h="128521">
                <a:moveTo>
                  <a:pt x="1788" y="0"/>
                </a:moveTo>
                <a:lnTo>
                  <a:pt x="919" y="1277"/>
                </a:lnTo>
                <a:lnTo>
                  <a:pt x="511" y="1941"/>
                </a:lnTo>
                <a:lnTo>
                  <a:pt x="255" y="2708"/>
                </a:lnTo>
                <a:lnTo>
                  <a:pt x="51" y="3474"/>
                </a:lnTo>
                <a:lnTo>
                  <a:pt x="0" y="4291"/>
                </a:lnTo>
                <a:lnTo>
                  <a:pt x="0" y="5108"/>
                </a:lnTo>
                <a:lnTo>
                  <a:pt x="153" y="6028"/>
                </a:lnTo>
                <a:lnTo>
                  <a:pt x="358" y="6947"/>
                </a:lnTo>
                <a:lnTo>
                  <a:pt x="715" y="7867"/>
                </a:lnTo>
                <a:lnTo>
                  <a:pt x="50162" y="120348"/>
                </a:lnTo>
                <a:lnTo>
                  <a:pt x="50571" y="121216"/>
                </a:lnTo>
                <a:lnTo>
                  <a:pt x="51082" y="122085"/>
                </a:lnTo>
                <a:lnTo>
                  <a:pt x="51490" y="122596"/>
                </a:lnTo>
                <a:lnTo>
                  <a:pt x="51899" y="123157"/>
                </a:lnTo>
                <a:lnTo>
                  <a:pt x="52307" y="123668"/>
                </a:lnTo>
                <a:lnTo>
                  <a:pt x="52359" y="123668"/>
                </a:lnTo>
                <a:lnTo>
                  <a:pt x="52767" y="124128"/>
                </a:lnTo>
                <a:lnTo>
                  <a:pt x="53278" y="124588"/>
                </a:lnTo>
                <a:lnTo>
                  <a:pt x="54249" y="125405"/>
                </a:lnTo>
                <a:lnTo>
                  <a:pt x="54453" y="125609"/>
                </a:lnTo>
                <a:lnTo>
                  <a:pt x="55321" y="126171"/>
                </a:lnTo>
                <a:lnTo>
                  <a:pt x="55628" y="126376"/>
                </a:lnTo>
                <a:lnTo>
                  <a:pt x="56343" y="126784"/>
                </a:lnTo>
                <a:lnTo>
                  <a:pt x="57109" y="127193"/>
                </a:lnTo>
                <a:lnTo>
                  <a:pt x="57262" y="127244"/>
                </a:lnTo>
                <a:lnTo>
                  <a:pt x="57722" y="127448"/>
                </a:lnTo>
                <a:lnTo>
                  <a:pt x="58335" y="127704"/>
                </a:lnTo>
                <a:lnTo>
                  <a:pt x="58999" y="127908"/>
                </a:lnTo>
                <a:lnTo>
                  <a:pt x="59612" y="128112"/>
                </a:lnTo>
                <a:lnTo>
                  <a:pt x="60225" y="128266"/>
                </a:lnTo>
                <a:lnTo>
                  <a:pt x="60838" y="128368"/>
                </a:lnTo>
                <a:lnTo>
                  <a:pt x="61400" y="128419"/>
                </a:lnTo>
                <a:lnTo>
                  <a:pt x="62268" y="128521"/>
                </a:lnTo>
                <a:lnTo>
                  <a:pt x="63137" y="128521"/>
                </a:lnTo>
                <a:lnTo>
                  <a:pt x="278752" y="115853"/>
                </a:lnTo>
                <a:lnTo>
                  <a:pt x="279569" y="115751"/>
                </a:lnTo>
                <a:lnTo>
                  <a:pt x="280335" y="115597"/>
                </a:lnTo>
                <a:lnTo>
                  <a:pt x="280795" y="115444"/>
                </a:lnTo>
                <a:lnTo>
                  <a:pt x="281204" y="115342"/>
                </a:lnTo>
                <a:lnTo>
                  <a:pt x="281561" y="115189"/>
                </a:lnTo>
                <a:lnTo>
                  <a:pt x="281715" y="115087"/>
                </a:lnTo>
                <a:lnTo>
                  <a:pt x="282072" y="114933"/>
                </a:lnTo>
                <a:lnTo>
                  <a:pt x="282481" y="114678"/>
                </a:lnTo>
                <a:lnTo>
                  <a:pt x="282838" y="114371"/>
                </a:lnTo>
                <a:lnTo>
                  <a:pt x="283145" y="114116"/>
                </a:lnTo>
                <a:lnTo>
                  <a:pt x="283349" y="113963"/>
                </a:lnTo>
                <a:lnTo>
                  <a:pt x="283656" y="113605"/>
                </a:lnTo>
                <a:lnTo>
                  <a:pt x="283911" y="113197"/>
                </a:lnTo>
                <a:lnTo>
                  <a:pt x="284779" y="111920"/>
                </a:lnTo>
                <a:lnTo>
                  <a:pt x="284422" y="112379"/>
                </a:lnTo>
                <a:lnTo>
                  <a:pt x="284013" y="112839"/>
                </a:lnTo>
                <a:lnTo>
                  <a:pt x="283707" y="113094"/>
                </a:lnTo>
                <a:lnTo>
                  <a:pt x="283349" y="113350"/>
                </a:lnTo>
                <a:lnTo>
                  <a:pt x="282941" y="113605"/>
                </a:lnTo>
                <a:lnTo>
                  <a:pt x="282583" y="113810"/>
                </a:lnTo>
                <a:lnTo>
                  <a:pt x="282123" y="114014"/>
                </a:lnTo>
                <a:lnTo>
                  <a:pt x="281663" y="114167"/>
                </a:lnTo>
                <a:lnTo>
                  <a:pt x="281204" y="114320"/>
                </a:lnTo>
                <a:lnTo>
                  <a:pt x="280438" y="114474"/>
                </a:lnTo>
                <a:lnTo>
                  <a:pt x="279620" y="114576"/>
                </a:lnTo>
                <a:lnTo>
                  <a:pt x="64005" y="127193"/>
                </a:lnTo>
                <a:lnTo>
                  <a:pt x="63137" y="127193"/>
                </a:lnTo>
                <a:lnTo>
                  <a:pt x="62268" y="127142"/>
                </a:lnTo>
                <a:lnTo>
                  <a:pt x="61706" y="127040"/>
                </a:lnTo>
                <a:lnTo>
                  <a:pt x="61093" y="126937"/>
                </a:lnTo>
                <a:lnTo>
                  <a:pt x="60481" y="126784"/>
                </a:lnTo>
                <a:lnTo>
                  <a:pt x="59868" y="126631"/>
                </a:lnTo>
                <a:lnTo>
                  <a:pt x="59203" y="126427"/>
                </a:lnTo>
                <a:lnTo>
                  <a:pt x="58591" y="126171"/>
                </a:lnTo>
                <a:lnTo>
                  <a:pt x="58131" y="125967"/>
                </a:lnTo>
                <a:lnTo>
                  <a:pt x="57313" y="125558"/>
                </a:lnTo>
                <a:lnTo>
                  <a:pt x="56496" y="125099"/>
                </a:lnTo>
                <a:lnTo>
                  <a:pt x="56139" y="124843"/>
                </a:lnTo>
                <a:lnTo>
                  <a:pt x="55117" y="124128"/>
                </a:lnTo>
                <a:lnTo>
                  <a:pt x="54146" y="123260"/>
                </a:lnTo>
                <a:lnTo>
                  <a:pt x="53636" y="122851"/>
                </a:lnTo>
                <a:lnTo>
                  <a:pt x="53227" y="122391"/>
                </a:lnTo>
                <a:lnTo>
                  <a:pt x="52767" y="121880"/>
                </a:lnTo>
                <a:lnTo>
                  <a:pt x="52410" y="121319"/>
                </a:lnTo>
                <a:lnTo>
                  <a:pt x="51950" y="120808"/>
                </a:lnTo>
                <a:lnTo>
                  <a:pt x="51439" y="119939"/>
                </a:lnTo>
                <a:lnTo>
                  <a:pt x="51030" y="119071"/>
                </a:lnTo>
                <a:lnTo>
                  <a:pt x="1584" y="6539"/>
                </a:lnTo>
                <a:lnTo>
                  <a:pt x="1226" y="5619"/>
                </a:lnTo>
                <a:lnTo>
                  <a:pt x="1022" y="4700"/>
                </a:lnTo>
                <a:lnTo>
                  <a:pt x="868" y="3831"/>
                </a:lnTo>
                <a:lnTo>
                  <a:pt x="868" y="2963"/>
                </a:lnTo>
                <a:lnTo>
                  <a:pt x="919" y="2146"/>
                </a:lnTo>
                <a:lnTo>
                  <a:pt x="1124" y="1380"/>
                </a:lnTo>
                <a:lnTo>
                  <a:pt x="1379" y="664"/>
                </a:lnTo>
                <a:lnTo>
                  <a:pt x="1788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42875" dist="95250" dir="72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91" name="Google Shape;391;p14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785729" y="5023284"/>
            <a:ext cx="694000" cy="7056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2_1">
    <p:spTree>
      <p:nvGrpSpPr>
        <p:cNvPr id="1" name=""/>
        <p:cNvGrpSpPr/>
        <p:nvPr/>
      </p:nvGrpSpPr>
      <p:grpSpPr/>
      <p:sp>
        <p:nvSpPr>
          <p:cNvPr id="393" name="Google Shape;393;p15"/>
          <p:cNvSpPr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4" name="Google Shape;394;p15"/>
          <p:cNvSpPr>
            <a:spLocks noGrp="1"/>
          </p:cNvSpPr>
          <p:nvPr/>
        </p:nvSpPr>
        <p:spPr>
          <a:xfrm>
            <a:off x="1923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95" name="Google Shape;395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00533" y="-1055604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396" name="Google Shape;396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8">
            <a:off x="-28056" y="1271012"/>
            <a:ext cx="970227" cy="651547"/>
          </a:xfrm>
          <a:prstGeom prst="rect">
            <a:avLst/>
          </a:prstGeom>
          <a:ln>
            <a:noFill/>
          </a:ln>
        </p:spPr>
      </p:pic>
      <p:pic>
        <p:nvPicPr>
          <p:cNvPr id="397" name="Google Shape;397;p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51" y="2293337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398" name="Google Shape;398;p15"/>
          <p:cNvPicPr>
            <a:picLocks noChangeAspect="1"/>
          </p:cNvPicPr>
          <p:nvPr/>
        </p:nvPicPr>
        <p:blipFill rotWithShape="1">
          <a:blip r:embed="rId5">
            <a:alphaModFix amt="90000"/>
          </a:blip>
          <a:srcRect l="32935" b="32935"/>
          <a:stretch>
            <a:fillRect/>
          </a:stretch>
        </p:blipFill>
        <p:spPr>
          <a:xfrm>
            <a:off x="11535564" y="1897620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399" name="Google Shape;399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2">
            <a:off x="11510269" y="942684"/>
            <a:ext cx="1089436" cy="731599"/>
          </a:xfrm>
          <a:prstGeom prst="rect">
            <a:avLst/>
          </a:prstGeom>
          <a:ln>
            <a:noFill/>
          </a:ln>
        </p:spPr>
      </p:pic>
      <p:pic>
        <p:nvPicPr>
          <p:cNvPr id="400" name="Google Shape;400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399993">
            <a:off x="11527329" y="2529267"/>
            <a:ext cx="682333" cy="458200"/>
          </a:xfrm>
          <a:prstGeom prst="rect">
            <a:avLst/>
          </a:prstGeom>
          <a:ln>
            <a:noFill/>
          </a:ln>
        </p:spPr>
      </p:pic>
      <p:pic>
        <p:nvPicPr>
          <p:cNvPr id="401" name="Google Shape;401;p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292" y="4677939"/>
            <a:ext cx="1753700" cy="17537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_1">
    <p:spTree>
      <p:nvGrpSpPr>
        <p:cNvPr id="1" name=""/>
        <p:cNvGrpSpPr/>
        <p:nvPr/>
      </p:nvGrpSpPr>
      <p:grpSpPr/>
      <p:sp>
        <p:nvSpPr>
          <p:cNvPr id="403" name="Google Shape;403;p16"/>
          <p:cNvSpPr>
            <a:spLocks noGrp="1"/>
          </p:cNvSpPr>
          <p:nvPr>
            <p:ph type="title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4" name="Google Shape;404;p16"/>
          <p:cNvSpPr>
            <a:spLocks noGrp="1"/>
          </p:cNvSpPr>
          <p:nvPr>
            <p:ph type="subTitle" idx="1"/>
          </p:nvPr>
        </p:nvSpPr>
        <p:spPr>
          <a:xfrm>
            <a:off x="965105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5" name="Google Shape;405;p16"/>
          <p:cNvSpPr>
            <a:spLocks noGrp="1"/>
          </p:cNvSpPr>
          <p:nvPr>
            <p:ph type="subTitle" idx="2"/>
          </p:nvPr>
        </p:nvSpPr>
        <p:spPr>
          <a:xfrm>
            <a:off x="4430800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6" name="Google Shape;406;p16"/>
          <p:cNvSpPr>
            <a:spLocks noGrp="1"/>
          </p:cNvSpPr>
          <p:nvPr>
            <p:ph type="subTitle" idx="3"/>
          </p:nvPr>
        </p:nvSpPr>
        <p:spPr>
          <a:xfrm>
            <a:off x="7893895" y="3570585"/>
            <a:ext cx="3335600" cy="182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407" name="Google Shape;407;p16"/>
          <p:cNvSpPr>
            <a:spLocks noGrp="1"/>
          </p:cNvSpPr>
          <p:nvPr>
            <p:ph type="title" idx="4"/>
          </p:nvPr>
        </p:nvSpPr>
        <p:spPr>
          <a:xfrm>
            <a:off x="959905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8" name="Google Shape;408;p16"/>
          <p:cNvSpPr>
            <a:spLocks noGrp="1"/>
          </p:cNvSpPr>
          <p:nvPr>
            <p:ph type="title" idx="5"/>
          </p:nvPr>
        </p:nvSpPr>
        <p:spPr>
          <a:xfrm>
            <a:off x="4425600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6"/>
          <p:cNvSpPr>
            <a:spLocks noGrp="1"/>
          </p:cNvSpPr>
          <p:nvPr>
            <p:ph type="title" idx="6"/>
          </p:nvPr>
        </p:nvSpPr>
        <p:spPr>
          <a:xfrm>
            <a:off x="7891295" y="3277977"/>
            <a:ext cx="33408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0" name="Google Shape;410;p16"/>
          <p:cNvSpPr>
            <a:spLocks noGrp="1"/>
          </p:cNvSpPr>
          <p:nvPr/>
        </p:nvSpPr>
        <p:spPr>
          <a:xfrm rot="5400000">
            <a:off x="3214983" y="3081096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11" name="Google Shape;411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872867" y="5314729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412" name="Google Shape;412;p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699934">
            <a:off x="-133356" y="1771763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413" name="Google Shape;413;p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630707">
            <a:off x="-182928" y="2213945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414" name="Google Shape;414;p16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339129" y="611051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415" name="Google Shape;415;p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34260" y="5306056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416" name="Google Shape;416;p16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815497" y="1573820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417" name="Google Shape;417;p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5491" y="2546440"/>
            <a:ext cx="731520" cy="731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5">
    <p:spTree>
      <p:nvGrpSpPr>
        <p:cNvPr id="1" name=""/>
        <p:cNvGrpSpPr/>
        <p:nvPr/>
      </p:nvGrpSpPr>
      <p:grpSpPr/>
      <p:sp>
        <p:nvSpPr>
          <p:cNvPr id="419" name="Google Shape;419;p17"/>
          <p:cNvSpPr>
            <a:spLocks noGrp="1"/>
          </p:cNvSpPr>
          <p:nvPr>
            <p:ph type="body" idx="1"/>
          </p:nvPr>
        </p:nvSpPr>
        <p:spPr>
          <a:xfrm>
            <a:off x="1059933" y="1445600"/>
            <a:ext cx="4999200" cy="4686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609600" indent="-4064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/>
            </a:lvl1pPr>
            <a:lvl2pPr marL="12192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2pPr>
            <a:lvl3pPr marL="18288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3pPr>
            <a:lvl4pPr marL="24384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4pPr>
            <a:lvl5pPr marL="30480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5pPr>
            <a:lvl6pPr marL="36576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6pPr>
            <a:lvl7pPr marL="42672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7pPr>
            <a:lvl8pPr marL="48768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8pPr>
            <a:lvl9pPr marL="54864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9pPr>
          </a:lstStyle>
          <a:p/>
        </p:txBody>
      </p:sp>
      <p:sp>
        <p:nvSpPr>
          <p:cNvPr id="420" name="Google Shape;420;p17"/>
          <p:cNvSpPr>
            <a:spLocks noGrp="1"/>
          </p:cNvSpPr>
          <p:nvPr>
            <p:ph type="body" idx="2"/>
          </p:nvPr>
        </p:nvSpPr>
        <p:spPr>
          <a:xfrm>
            <a:off x="6132867" y="1445597"/>
            <a:ext cx="4999200" cy="4686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6096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u="sng"/>
            </a:lvl1pPr>
            <a:lvl2pPr marL="12192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2pPr>
            <a:lvl3pPr marL="18288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3pPr>
            <a:lvl4pPr marL="24384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4pPr>
            <a:lvl5pPr marL="30480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5pPr>
            <a:lvl6pPr marL="36576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6pPr>
            <a:lvl7pPr marL="42672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2135"/>
            </a:lvl7pPr>
            <a:lvl8pPr marL="48768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2135"/>
            </a:lvl8pPr>
            <a:lvl9pPr marL="5486400" indent="-4400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2135"/>
            </a:lvl9pPr>
          </a:lstStyle>
          <a:p/>
        </p:txBody>
      </p:sp>
      <p:sp>
        <p:nvSpPr>
          <p:cNvPr id="421" name="Google Shape;421;p17"/>
          <p:cNvSpPr>
            <a:spLocks noGrp="1"/>
          </p:cNvSpPr>
          <p:nvPr>
            <p:ph type="title"/>
          </p:nvPr>
        </p:nvSpPr>
        <p:spPr>
          <a:xfrm>
            <a:off x="957000" y="487680"/>
            <a:ext cx="10278000" cy="731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500"/>
              <a:buNone/>
              <a:defRPr>
                <a:solidFill>
                  <a:schemeClr val="dk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23" name="Google Shape;423;p17"/>
          <p:cNvSpPr>
            <a:spLocks noGrp="1"/>
          </p:cNvSpPr>
          <p:nvPr/>
        </p:nvSpPr>
        <p:spPr>
          <a:xfrm>
            <a:off x="11148720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4" name="Google Shape;424;p17"/>
          <p:cNvSpPr>
            <a:spLocks noGrp="1"/>
          </p:cNvSpPr>
          <p:nvPr/>
        </p:nvSpPr>
        <p:spPr>
          <a:xfrm>
            <a:off x="11656720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5" name="Google Shape;425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3722767" y="6132396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426" name="Google Shape;426;p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50">
            <a:off x="9425112" y="-303571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427" name="Google Shape;427;p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699934">
            <a:off x="2116711" y="-209437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428" name="Google Shape;428;p17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429" name="Google Shape;429;p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8007" y="-78744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430" name="Google Shape;430;p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6243" y="5708023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431" name="Google Shape;431;p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67" y="1121004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432" name="Google Shape;432;p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633" y="6307904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433" name="Google Shape;433;p17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421796" y="5260884"/>
            <a:ext cx="694000" cy="7056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/>
      <p:sp>
        <p:nvSpPr>
          <p:cNvPr id="435" name="Google Shape;435;p18"/>
          <p:cNvSpPr>
            <a:spLocks noGrp="1"/>
          </p:cNvSpPr>
          <p:nvPr>
            <p:ph type="title"/>
          </p:nvPr>
        </p:nvSpPr>
        <p:spPr>
          <a:xfrm>
            <a:off x="2674767" y="155270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36" name="Google Shape;436;p18"/>
          <p:cNvSpPr>
            <a:spLocks noGrp="1"/>
          </p:cNvSpPr>
          <p:nvPr>
            <p:ph type="subTitle" idx="1"/>
          </p:nvPr>
        </p:nvSpPr>
        <p:spPr>
          <a:xfrm>
            <a:off x="2674767" y="2113736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18"/>
          <p:cNvSpPr>
            <a:spLocks noGrp="1"/>
          </p:cNvSpPr>
          <p:nvPr>
            <p:ph type="title" idx="2"/>
          </p:nvPr>
        </p:nvSpPr>
        <p:spPr>
          <a:xfrm>
            <a:off x="7658539" y="155270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38" name="Google Shape;438;p18"/>
          <p:cNvSpPr>
            <a:spLocks noGrp="1"/>
          </p:cNvSpPr>
          <p:nvPr>
            <p:ph type="subTitle" idx="3"/>
          </p:nvPr>
        </p:nvSpPr>
        <p:spPr>
          <a:xfrm>
            <a:off x="7658539" y="2113736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9" name="Google Shape;439;p18"/>
          <p:cNvSpPr>
            <a:spLocks noGrp="1"/>
          </p:cNvSpPr>
          <p:nvPr>
            <p:ph type="title" idx="4"/>
          </p:nvPr>
        </p:nvSpPr>
        <p:spPr>
          <a:xfrm>
            <a:off x="2674767" y="3719940"/>
            <a:ext cx="3064000" cy="731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40" name="Google Shape;440;p18"/>
          <p:cNvSpPr>
            <a:spLocks noGrp="1"/>
          </p:cNvSpPr>
          <p:nvPr>
            <p:ph type="subTitle" idx="5"/>
          </p:nvPr>
        </p:nvSpPr>
        <p:spPr>
          <a:xfrm>
            <a:off x="2674767" y="4280977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18"/>
          <p:cNvSpPr>
            <a:spLocks noGrp="1"/>
          </p:cNvSpPr>
          <p:nvPr>
            <p:ph type="title" idx="6"/>
          </p:nvPr>
        </p:nvSpPr>
        <p:spPr>
          <a:xfrm>
            <a:off x="7658539" y="3719940"/>
            <a:ext cx="3068800" cy="731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42" name="Google Shape;442;p18"/>
          <p:cNvSpPr>
            <a:spLocks noGrp="1"/>
          </p:cNvSpPr>
          <p:nvPr>
            <p:ph type="subTitle" idx="7"/>
          </p:nvPr>
        </p:nvSpPr>
        <p:spPr>
          <a:xfrm>
            <a:off x="7658539" y="4280977"/>
            <a:ext cx="3068800" cy="158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3" name="Google Shape;443;p18"/>
          <p:cNvSpPr>
            <a:spLocks noGrp="1"/>
          </p:cNvSpPr>
          <p:nvPr>
            <p:ph type="title" idx="8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5" name="Google Shape;445;p18"/>
          <p:cNvSpPr>
            <a:spLocks noGrp="1"/>
          </p:cNvSpPr>
          <p:nvPr/>
        </p:nvSpPr>
        <p:spPr>
          <a:xfrm>
            <a:off x="11139449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6" name="Google Shape;446;p18"/>
          <p:cNvSpPr>
            <a:spLocks noGrp="1"/>
          </p:cNvSpPr>
          <p:nvPr/>
        </p:nvSpPr>
        <p:spPr>
          <a:xfrm>
            <a:off x="11647449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47" name="Google Shape;447;p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8588166" flipH="1">
            <a:off x="-1157933" y="5690847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448" name="Google Shape;448;p18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-186971" y="4462351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449" name="Google Shape;449;p18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46497" y="3763320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450" name="Google Shape;450;p18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530496" y="811817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451" name="Google Shape;451;p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7" y="1025323"/>
            <a:ext cx="609600" cy="609600"/>
          </a:xfrm>
          <a:prstGeom prst="rect">
            <a:avLst/>
          </a:prstGeom>
          <a:ln>
            <a:noFill/>
          </a:ln>
        </p:spPr>
      </p:pic>
      <p:pic>
        <p:nvPicPr>
          <p:cNvPr id="452" name="Google Shape;452;p18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1426300" y="2497565"/>
            <a:ext cx="1886891" cy="188326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"/>
        <p:cNvGrpSpPr/>
        <p:nvPr/>
      </p:nvGrpSpPr>
      <p:grpSpPr/>
      <p:sp>
        <p:nvSpPr>
          <p:cNvPr id="454" name="Google Shape;454;p19"/>
          <p:cNvSpPr>
            <a:spLocks noGrp="1"/>
          </p:cNvSpPr>
          <p:nvPr>
            <p:ph type="title"/>
          </p:nvPr>
        </p:nvSpPr>
        <p:spPr>
          <a:xfrm>
            <a:off x="2003069" y="1467741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5" name="Google Shape;455;p19"/>
          <p:cNvSpPr>
            <a:spLocks noGrp="1"/>
          </p:cNvSpPr>
          <p:nvPr>
            <p:ph type="subTitle" idx="1"/>
          </p:nvPr>
        </p:nvSpPr>
        <p:spPr>
          <a:xfrm>
            <a:off x="2003069" y="1746459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19"/>
          <p:cNvSpPr>
            <a:spLocks noGrp="1"/>
          </p:cNvSpPr>
          <p:nvPr>
            <p:ph type="title" idx="2"/>
          </p:nvPr>
        </p:nvSpPr>
        <p:spPr>
          <a:xfrm>
            <a:off x="6464531" y="1467733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7" name="Google Shape;457;p19"/>
          <p:cNvSpPr>
            <a:spLocks noGrp="1"/>
          </p:cNvSpPr>
          <p:nvPr>
            <p:ph type="subTitle" idx="3"/>
          </p:nvPr>
        </p:nvSpPr>
        <p:spPr>
          <a:xfrm>
            <a:off x="6464531" y="1746451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8" name="Google Shape;458;p19"/>
          <p:cNvSpPr>
            <a:spLocks noGrp="1"/>
          </p:cNvSpPr>
          <p:nvPr>
            <p:ph type="title" idx="4"/>
          </p:nvPr>
        </p:nvSpPr>
        <p:spPr>
          <a:xfrm>
            <a:off x="2003069" y="3057867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59" name="Google Shape;459;p19"/>
          <p:cNvSpPr>
            <a:spLocks noGrp="1"/>
          </p:cNvSpPr>
          <p:nvPr>
            <p:ph type="subTitle" idx="5"/>
          </p:nvPr>
        </p:nvSpPr>
        <p:spPr>
          <a:xfrm>
            <a:off x="2003069" y="3336584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0" name="Google Shape;460;p19"/>
          <p:cNvSpPr>
            <a:spLocks noGrp="1"/>
          </p:cNvSpPr>
          <p:nvPr>
            <p:ph type="title" idx="6"/>
          </p:nvPr>
        </p:nvSpPr>
        <p:spPr>
          <a:xfrm>
            <a:off x="6464531" y="3057860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1" name="Google Shape;461;p19"/>
          <p:cNvSpPr>
            <a:spLocks noGrp="1"/>
          </p:cNvSpPr>
          <p:nvPr>
            <p:ph type="subTitle" idx="7"/>
          </p:nvPr>
        </p:nvSpPr>
        <p:spPr>
          <a:xfrm>
            <a:off x="6464531" y="3336577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2" name="Google Shape;462;p19"/>
          <p:cNvSpPr>
            <a:spLocks noGrp="1"/>
          </p:cNvSpPr>
          <p:nvPr>
            <p:ph type="title" idx="8"/>
          </p:nvPr>
        </p:nvSpPr>
        <p:spPr>
          <a:xfrm>
            <a:off x="6464531" y="4623869"/>
            <a:ext cx="37244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265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3" name="Google Shape;463;p19"/>
          <p:cNvSpPr>
            <a:spLocks noGrp="1"/>
          </p:cNvSpPr>
          <p:nvPr>
            <p:ph type="title" idx="9"/>
          </p:nvPr>
        </p:nvSpPr>
        <p:spPr>
          <a:xfrm>
            <a:off x="2003069" y="4623875"/>
            <a:ext cx="3718400" cy="48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8pPr>
            <a:lvl9pPr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5"/>
            </a:lvl9pPr>
          </a:lstStyle>
          <a:p/>
        </p:txBody>
      </p:sp>
      <p:sp>
        <p:nvSpPr>
          <p:cNvPr id="464" name="Google Shape;464;p19"/>
          <p:cNvSpPr>
            <a:spLocks noGrp="1"/>
          </p:cNvSpPr>
          <p:nvPr>
            <p:ph type="title" idx="13"/>
          </p:nvPr>
        </p:nvSpPr>
        <p:spPr>
          <a:xfrm>
            <a:off x="960000" y="487680"/>
            <a:ext cx="102720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6" name="Google Shape;466;p19"/>
          <p:cNvSpPr>
            <a:spLocks noGrp="1"/>
          </p:cNvSpPr>
          <p:nvPr/>
        </p:nvSpPr>
        <p:spPr>
          <a:xfrm>
            <a:off x="1365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7" name="Google Shape;467;p19"/>
          <p:cNvSpPr>
            <a:spLocks noGrp="1"/>
          </p:cNvSpPr>
          <p:nvPr/>
        </p:nvSpPr>
        <p:spPr>
          <a:xfrm>
            <a:off x="6445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68" name="Google Shape;468;p19"/>
          <p:cNvPicPr>
            <a:picLocks noChangeAspect="1"/>
          </p:cNvPicPr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1396396" y="4498884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469" name="Google Shape;469;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957" y="6121807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470" name="Google Shape;470;p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1177484" y="-722337"/>
            <a:ext cx="3842365" cy="1543267"/>
          </a:xfrm>
          <a:prstGeom prst="rect">
            <a:avLst/>
          </a:prstGeom>
          <a:ln>
            <a:noFill/>
          </a:ln>
        </p:spPr>
      </p:pic>
      <p:sp>
        <p:nvSpPr>
          <p:cNvPr id="472" name="Google Shape;472;p19"/>
          <p:cNvSpPr>
            <a:spLocks noGrp="1"/>
          </p:cNvSpPr>
          <p:nvPr/>
        </p:nvSpPr>
        <p:spPr>
          <a:xfrm flipH="1">
            <a:off x="10170081" y="852701"/>
            <a:ext cx="1453281" cy="726899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69506" y="116517"/>
                </a:moveTo>
                <a:lnTo>
                  <a:pt x="269915" y="116568"/>
                </a:lnTo>
                <a:lnTo>
                  <a:pt x="270324" y="116619"/>
                </a:lnTo>
                <a:lnTo>
                  <a:pt x="270732" y="116772"/>
                </a:lnTo>
                <a:lnTo>
                  <a:pt x="271141" y="116874"/>
                </a:lnTo>
                <a:lnTo>
                  <a:pt x="271550" y="117078"/>
                </a:lnTo>
                <a:lnTo>
                  <a:pt x="271907" y="117283"/>
                </a:lnTo>
                <a:lnTo>
                  <a:pt x="272316" y="117538"/>
                </a:lnTo>
                <a:lnTo>
                  <a:pt x="272878" y="117998"/>
                </a:lnTo>
                <a:lnTo>
                  <a:pt x="273389" y="118509"/>
                </a:lnTo>
                <a:lnTo>
                  <a:pt x="273797" y="119071"/>
                </a:lnTo>
                <a:lnTo>
                  <a:pt x="274155" y="119684"/>
                </a:lnTo>
                <a:lnTo>
                  <a:pt x="274257" y="119990"/>
                </a:lnTo>
                <a:lnTo>
                  <a:pt x="274359" y="120297"/>
                </a:lnTo>
                <a:lnTo>
                  <a:pt x="274410" y="120603"/>
                </a:lnTo>
                <a:lnTo>
                  <a:pt x="274410" y="120910"/>
                </a:lnTo>
                <a:lnTo>
                  <a:pt x="274410" y="121165"/>
                </a:lnTo>
                <a:lnTo>
                  <a:pt x="274410" y="121420"/>
                </a:lnTo>
                <a:lnTo>
                  <a:pt x="274308" y="121676"/>
                </a:lnTo>
                <a:lnTo>
                  <a:pt x="274206" y="121931"/>
                </a:lnTo>
                <a:lnTo>
                  <a:pt x="274053" y="122187"/>
                </a:lnTo>
                <a:lnTo>
                  <a:pt x="273899" y="122442"/>
                </a:lnTo>
                <a:lnTo>
                  <a:pt x="273695" y="122646"/>
                </a:lnTo>
                <a:lnTo>
                  <a:pt x="273440" y="122851"/>
                </a:lnTo>
                <a:lnTo>
                  <a:pt x="273133" y="123004"/>
                </a:lnTo>
                <a:lnTo>
                  <a:pt x="272827" y="123106"/>
                </a:lnTo>
                <a:lnTo>
                  <a:pt x="272469" y="123208"/>
                </a:lnTo>
                <a:lnTo>
                  <a:pt x="272060" y="123259"/>
                </a:lnTo>
                <a:lnTo>
                  <a:pt x="271703" y="123259"/>
                </a:lnTo>
                <a:lnTo>
                  <a:pt x="271294" y="123208"/>
                </a:lnTo>
                <a:lnTo>
                  <a:pt x="270937" y="123157"/>
                </a:lnTo>
                <a:lnTo>
                  <a:pt x="270579" y="123055"/>
                </a:lnTo>
                <a:lnTo>
                  <a:pt x="269813" y="122800"/>
                </a:lnTo>
                <a:lnTo>
                  <a:pt x="269149" y="122391"/>
                </a:lnTo>
                <a:lnTo>
                  <a:pt x="268485" y="121931"/>
                </a:lnTo>
                <a:lnTo>
                  <a:pt x="267872" y="121369"/>
                </a:lnTo>
                <a:lnTo>
                  <a:pt x="267412" y="120756"/>
                </a:lnTo>
                <a:lnTo>
                  <a:pt x="267208" y="120450"/>
                </a:lnTo>
                <a:lnTo>
                  <a:pt x="267054" y="120092"/>
                </a:lnTo>
                <a:lnTo>
                  <a:pt x="266901" y="119735"/>
                </a:lnTo>
                <a:lnTo>
                  <a:pt x="266799" y="119428"/>
                </a:lnTo>
                <a:lnTo>
                  <a:pt x="266748" y="119071"/>
                </a:lnTo>
                <a:lnTo>
                  <a:pt x="266748" y="118764"/>
                </a:lnTo>
                <a:lnTo>
                  <a:pt x="266748" y="118458"/>
                </a:lnTo>
                <a:lnTo>
                  <a:pt x="266799" y="118202"/>
                </a:lnTo>
                <a:lnTo>
                  <a:pt x="266901" y="117896"/>
                </a:lnTo>
                <a:lnTo>
                  <a:pt x="267054" y="117640"/>
                </a:lnTo>
                <a:lnTo>
                  <a:pt x="267208" y="117436"/>
                </a:lnTo>
                <a:lnTo>
                  <a:pt x="267361" y="117232"/>
                </a:lnTo>
                <a:lnTo>
                  <a:pt x="267616" y="117027"/>
                </a:lnTo>
                <a:lnTo>
                  <a:pt x="267821" y="116874"/>
                </a:lnTo>
                <a:lnTo>
                  <a:pt x="268127" y="116772"/>
                </a:lnTo>
                <a:lnTo>
                  <a:pt x="268434" y="116670"/>
                </a:lnTo>
                <a:lnTo>
                  <a:pt x="268740" y="116568"/>
                </a:lnTo>
                <a:lnTo>
                  <a:pt x="269098" y="116517"/>
                </a:lnTo>
                <a:close/>
                <a:moveTo>
                  <a:pt x="221745" y="0"/>
                </a:move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3" name="Google Shape;473;p19"/>
          <p:cNvSpPr>
            <a:spLocks noGrp="1"/>
          </p:cNvSpPr>
          <p:nvPr/>
        </p:nvSpPr>
        <p:spPr>
          <a:xfrm flipH="1">
            <a:off x="10170081" y="852701"/>
            <a:ext cx="1453281" cy="726899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84116" y="120603"/>
                </a:moveTo>
                <a:lnTo>
                  <a:pt x="234720" y="8122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lnTo>
                  <a:pt x="221745" y="0"/>
                </a:lnTo>
                <a:lnTo>
                  <a:pt x="6181" y="12617"/>
                </a:ln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4" name="Google Shape;474;p19"/>
          <p:cNvSpPr>
            <a:spLocks noGrp="1"/>
          </p:cNvSpPr>
          <p:nvPr/>
        </p:nvSpPr>
        <p:spPr>
          <a:xfrm flipH="1">
            <a:off x="8809556" y="1446984"/>
            <a:ext cx="39089" cy="34397"/>
          </a:xfrm>
          <a:custGeom>
            <a:avLst/>
            <a:gdLst/>
            <a:ahLst/>
            <a:cxnLst/>
            <a:rect l="l" t="t" r="r" b="b"/>
            <a:pathLst>
              <a:path w="7664" h="6744">
                <a:moveTo>
                  <a:pt x="7459" y="5415"/>
                </a:moveTo>
                <a:lnTo>
                  <a:pt x="7459" y="5415"/>
                </a:lnTo>
                <a:lnTo>
                  <a:pt x="7306" y="5671"/>
                </a:lnTo>
                <a:lnTo>
                  <a:pt x="7152" y="5926"/>
                </a:lnTo>
                <a:lnTo>
                  <a:pt x="6948" y="6130"/>
                </a:lnTo>
                <a:lnTo>
                  <a:pt x="6693" y="6335"/>
                </a:lnTo>
                <a:lnTo>
                  <a:pt x="6386" y="6488"/>
                </a:lnTo>
                <a:lnTo>
                  <a:pt x="6080" y="6590"/>
                </a:lnTo>
                <a:lnTo>
                  <a:pt x="5722" y="6692"/>
                </a:lnTo>
                <a:lnTo>
                  <a:pt x="5313" y="6743"/>
                </a:lnTo>
                <a:lnTo>
                  <a:pt x="5313" y="6743"/>
                </a:lnTo>
                <a:lnTo>
                  <a:pt x="4956" y="6743"/>
                </a:lnTo>
                <a:lnTo>
                  <a:pt x="4547" y="6692"/>
                </a:lnTo>
                <a:lnTo>
                  <a:pt x="4190" y="6641"/>
                </a:lnTo>
                <a:lnTo>
                  <a:pt x="3832" y="6539"/>
                </a:lnTo>
                <a:lnTo>
                  <a:pt x="3066" y="6284"/>
                </a:lnTo>
                <a:lnTo>
                  <a:pt x="2402" y="5875"/>
                </a:lnTo>
                <a:lnTo>
                  <a:pt x="1738" y="5415"/>
                </a:lnTo>
                <a:lnTo>
                  <a:pt x="1125" y="4853"/>
                </a:lnTo>
                <a:lnTo>
                  <a:pt x="665" y="4240"/>
                </a:lnTo>
                <a:lnTo>
                  <a:pt x="461" y="3934"/>
                </a:lnTo>
                <a:lnTo>
                  <a:pt x="307" y="3576"/>
                </a:lnTo>
                <a:lnTo>
                  <a:pt x="307" y="3576"/>
                </a:lnTo>
                <a:lnTo>
                  <a:pt x="154" y="3219"/>
                </a:lnTo>
                <a:lnTo>
                  <a:pt x="52" y="2912"/>
                </a:lnTo>
                <a:lnTo>
                  <a:pt x="1" y="2555"/>
                </a:lnTo>
                <a:lnTo>
                  <a:pt x="1" y="2248"/>
                </a:lnTo>
                <a:lnTo>
                  <a:pt x="1" y="1942"/>
                </a:lnTo>
                <a:lnTo>
                  <a:pt x="52" y="1686"/>
                </a:lnTo>
                <a:lnTo>
                  <a:pt x="154" y="1380"/>
                </a:lnTo>
                <a:lnTo>
                  <a:pt x="307" y="1124"/>
                </a:lnTo>
                <a:lnTo>
                  <a:pt x="461" y="920"/>
                </a:lnTo>
                <a:lnTo>
                  <a:pt x="614" y="716"/>
                </a:lnTo>
                <a:lnTo>
                  <a:pt x="869" y="511"/>
                </a:lnTo>
                <a:lnTo>
                  <a:pt x="1074" y="358"/>
                </a:lnTo>
                <a:lnTo>
                  <a:pt x="1380" y="256"/>
                </a:lnTo>
                <a:lnTo>
                  <a:pt x="1687" y="154"/>
                </a:lnTo>
                <a:lnTo>
                  <a:pt x="1993" y="52"/>
                </a:lnTo>
                <a:lnTo>
                  <a:pt x="2351" y="1"/>
                </a:lnTo>
                <a:lnTo>
                  <a:pt x="2351" y="1"/>
                </a:lnTo>
                <a:lnTo>
                  <a:pt x="2759" y="1"/>
                </a:lnTo>
                <a:lnTo>
                  <a:pt x="3168" y="52"/>
                </a:lnTo>
                <a:lnTo>
                  <a:pt x="3577" y="103"/>
                </a:lnTo>
                <a:lnTo>
                  <a:pt x="3985" y="256"/>
                </a:lnTo>
                <a:lnTo>
                  <a:pt x="4394" y="358"/>
                </a:lnTo>
                <a:lnTo>
                  <a:pt x="4803" y="562"/>
                </a:lnTo>
                <a:lnTo>
                  <a:pt x="5160" y="767"/>
                </a:lnTo>
                <a:lnTo>
                  <a:pt x="5569" y="1022"/>
                </a:lnTo>
                <a:lnTo>
                  <a:pt x="5569" y="1022"/>
                </a:lnTo>
                <a:lnTo>
                  <a:pt x="6131" y="1482"/>
                </a:lnTo>
                <a:lnTo>
                  <a:pt x="6642" y="1993"/>
                </a:lnTo>
                <a:lnTo>
                  <a:pt x="7050" y="2555"/>
                </a:lnTo>
                <a:lnTo>
                  <a:pt x="7408" y="3168"/>
                </a:lnTo>
                <a:lnTo>
                  <a:pt x="7408" y="3168"/>
                </a:lnTo>
                <a:lnTo>
                  <a:pt x="7510" y="3474"/>
                </a:lnTo>
                <a:lnTo>
                  <a:pt x="7612" y="3781"/>
                </a:lnTo>
                <a:lnTo>
                  <a:pt x="7663" y="4087"/>
                </a:lnTo>
                <a:lnTo>
                  <a:pt x="7663" y="4394"/>
                </a:lnTo>
                <a:lnTo>
                  <a:pt x="7663" y="4649"/>
                </a:lnTo>
                <a:lnTo>
                  <a:pt x="7663" y="4904"/>
                </a:lnTo>
                <a:lnTo>
                  <a:pt x="7561" y="5160"/>
                </a:lnTo>
                <a:lnTo>
                  <a:pt x="7459" y="5415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5" name="Google Shape;475;p19"/>
          <p:cNvSpPr>
            <a:spLocks noGrp="1"/>
          </p:cNvSpPr>
          <p:nvPr/>
        </p:nvSpPr>
        <p:spPr>
          <a:xfrm flipH="1">
            <a:off x="9271747" y="1029345"/>
            <a:ext cx="291805" cy="255067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6" name="Google Shape;476;p19"/>
          <p:cNvSpPr>
            <a:spLocks noGrp="1"/>
          </p:cNvSpPr>
          <p:nvPr/>
        </p:nvSpPr>
        <p:spPr>
          <a:xfrm flipH="1">
            <a:off x="9271747" y="1029345"/>
            <a:ext cx="291805" cy="255067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9309" y="0"/>
                </a:lnTo>
                <a:lnTo>
                  <a:pt x="17624" y="51"/>
                </a:ln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7903" y="50009"/>
                </a:lnTo>
                <a:lnTo>
                  <a:pt x="39537" y="49958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7" name="Google Shape;477;p19"/>
          <p:cNvSpPr>
            <a:spLocks noGrp="1"/>
          </p:cNvSpPr>
          <p:nvPr/>
        </p:nvSpPr>
        <p:spPr>
          <a:xfrm flipH="1">
            <a:off x="8809291" y="1446984"/>
            <a:ext cx="38824" cy="29964"/>
          </a:xfrm>
          <a:custGeom>
            <a:avLst/>
            <a:gdLst/>
            <a:ahLst/>
            <a:cxnLst/>
            <a:rect l="l" t="t" r="r" b="b"/>
            <a:pathLst>
              <a:path w="7612" h="5875">
                <a:moveTo>
                  <a:pt x="2299" y="1"/>
                </a:moveTo>
                <a:lnTo>
                  <a:pt x="1839" y="52"/>
                </a:lnTo>
                <a:lnTo>
                  <a:pt x="1430" y="154"/>
                </a:lnTo>
                <a:lnTo>
                  <a:pt x="1073" y="358"/>
                </a:lnTo>
                <a:lnTo>
                  <a:pt x="766" y="562"/>
                </a:lnTo>
                <a:lnTo>
                  <a:pt x="511" y="818"/>
                </a:lnTo>
                <a:lnTo>
                  <a:pt x="255" y="1073"/>
                </a:lnTo>
                <a:lnTo>
                  <a:pt x="102" y="1431"/>
                </a:lnTo>
                <a:lnTo>
                  <a:pt x="0" y="1788"/>
                </a:lnTo>
                <a:lnTo>
                  <a:pt x="358" y="1431"/>
                </a:lnTo>
                <a:lnTo>
                  <a:pt x="766" y="1175"/>
                </a:lnTo>
                <a:lnTo>
                  <a:pt x="1277" y="1022"/>
                </a:lnTo>
                <a:lnTo>
                  <a:pt x="1890" y="920"/>
                </a:lnTo>
                <a:lnTo>
                  <a:pt x="2299" y="920"/>
                </a:lnTo>
                <a:lnTo>
                  <a:pt x="2707" y="971"/>
                </a:lnTo>
                <a:lnTo>
                  <a:pt x="3116" y="1022"/>
                </a:lnTo>
                <a:lnTo>
                  <a:pt x="3525" y="1124"/>
                </a:lnTo>
                <a:lnTo>
                  <a:pt x="3933" y="1278"/>
                </a:lnTo>
                <a:lnTo>
                  <a:pt x="4291" y="1482"/>
                </a:lnTo>
                <a:lnTo>
                  <a:pt x="4700" y="1686"/>
                </a:lnTo>
                <a:lnTo>
                  <a:pt x="5057" y="1891"/>
                </a:lnTo>
                <a:lnTo>
                  <a:pt x="5619" y="2350"/>
                </a:lnTo>
                <a:lnTo>
                  <a:pt x="6130" y="2861"/>
                </a:lnTo>
                <a:lnTo>
                  <a:pt x="6590" y="3474"/>
                </a:lnTo>
                <a:lnTo>
                  <a:pt x="6896" y="4087"/>
                </a:lnTo>
                <a:lnTo>
                  <a:pt x="7100" y="4547"/>
                </a:lnTo>
                <a:lnTo>
                  <a:pt x="7151" y="5007"/>
                </a:lnTo>
                <a:lnTo>
                  <a:pt x="7203" y="5415"/>
                </a:lnTo>
                <a:lnTo>
                  <a:pt x="7151" y="5875"/>
                </a:lnTo>
                <a:lnTo>
                  <a:pt x="7305" y="5620"/>
                </a:lnTo>
                <a:lnTo>
                  <a:pt x="7458" y="5415"/>
                </a:lnTo>
                <a:lnTo>
                  <a:pt x="7509" y="5160"/>
                </a:lnTo>
                <a:lnTo>
                  <a:pt x="7611" y="4904"/>
                </a:lnTo>
                <a:lnTo>
                  <a:pt x="7611" y="4649"/>
                </a:lnTo>
                <a:lnTo>
                  <a:pt x="7611" y="4342"/>
                </a:lnTo>
                <a:lnTo>
                  <a:pt x="7560" y="3781"/>
                </a:lnTo>
                <a:lnTo>
                  <a:pt x="7356" y="3168"/>
                </a:lnTo>
                <a:lnTo>
                  <a:pt x="6998" y="2555"/>
                </a:lnTo>
                <a:lnTo>
                  <a:pt x="6590" y="1993"/>
                </a:lnTo>
                <a:lnTo>
                  <a:pt x="6079" y="1482"/>
                </a:lnTo>
                <a:lnTo>
                  <a:pt x="5517" y="1022"/>
                </a:lnTo>
                <a:lnTo>
                  <a:pt x="5108" y="767"/>
                </a:lnTo>
                <a:lnTo>
                  <a:pt x="4751" y="562"/>
                </a:lnTo>
                <a:lnTo>
                  <a:pt x="4342" y="358"/>
                </a:lnTo>
                <a:lnTo>
                  <a:pt x="3933" y="256"/>
                </a:lnTo>
                <a:lnTo>
                  <a:pt x="3525" y="103"/>
                </a:lnTo>
                <a:lnTo>
                  <a:pt x="3116" y="52"/>
                </a:lnTo>
                <a:lnTo>
                  <a:pt x="2707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8" name="Google Shape;478;p19"/>
          <p:cNvSpPr>
            <a:spLocks noGrp="1"/>
          </p:cNvSpPr>
          <p:nvPr/>
        </p:nvSpPr>
        <p:spPr>
          <a:xfrm flipH="1">
            <a:off x="9849100" y="1354233"/>
            <a:ext cx="987184" cy="124281"/>
          </a:xfrm>
          <a:custGeom>
            <a:avLst/>
            <a:gdLst/>
            <a:ahLst/>
            <a:cxnLst/>
            <a:rect l="l" t="t" r="r" b="b"/>
            <a:pathLst>
              <a:path w="193549" h="24367">
                <a:moveTo>
                  <a:pt x="185682" y="1840"/>
                </a:moveTo>
                <a:lnTo>
                  <a:pt x="186193" y="1891"/>
                </a:lnTo>
                <a:lnTo>
                  <a:pt x="186448" y="1993"/>
                </a:lnTo>
                <a:lnTo>
                  <a:pt x="186704" y="2095"/>
                </a:lnTo>
                <a:lnTo>
                  <a:pt x="187214" y="2401"/>
                </a:lnTo>
                <a:lnTo>
                  <a:pt x="187776" y="2912"/>
                </a:lnTo>
                <a:lnTo>
                  <a:pt x="188338" y="3525"/>
                </a:lnTo>
                <a:lnTo>
                  <a:pt x="188900" y="4343"/>
                </a:lnTo>
                <a:lnTo>
                  <a:pt x="189462" y="5415"/>
                </a:lnTo>
                <a:lnTo>
                  <a:pt x="190024" y="6641"/>
                </a:lnTo>
                <a:lnTo>
                  <a:pt x="190586" y="7918"/>
                </a:lnTo>
                <a:lnTo>
                  <a:pt x="190892" y="8991"/>
                </a:lnTo>
                <a:lnTo>
                  <a:pt x="191097" y="9859"/>
                </a:lnTo>
                <a:lnTo>
                  <a:pt x="191097" y="10268"/>
                </a:lnTo>
                <a:lnTo>
                  <a:pt x="191097" y="10574"/>
                </a:lnTo>
                <a:lnTo>
                  <a:pt x="191046" y="10881"/>
                </a:lnTo>
                <a:lnTo>
                  <a:pt x="190995" y="11085"/>
                </a:lnTo>
                <a:lnTo>
                  <a:pt x="190892" y="11290"/>
                </a:lnTo>
                <a:lnTo>
                  <a:pt x="190739" y="11494"/>
                </a:lnTo>
                <a:lnTo>
                  <a:pt x="190586" y="11596"/>
                </a:lnTo>
                <a:lnTo>
                  <a:pt x="190382" y="11698"/>
                </a:lnTo>
                <a:lnTo>
                  <a:pt x="190177" y="11749"/>
                </a:lnTo>
                <a:lnTo>
                  <a:pt x="189922" y="11800"/>
                </a:lnTo>
                <a:lnTo>
                  <a:pt x="189564" y="11800"/>
                </a:lnTo>
                <a:lnTo>
                  <a:pt x="189309" y="11749"/>
                </a:lnTo>
                <a:lnTo>
                  <a:pt x="189053" y="11647"/>
                </a:lnTo>
                <a:lnTo>
                  <a:pt x="188798" y="11545"/>
                </a:lnTo>
                <a:lnTo>
                  <a:pt x="188236" y="11187"/>
                </a:lnTo>
                <a:lnTo>
                  <a:pt x="187725" y="10728"/>
                </a:lnTo>
                <a:lnTo>
                  <a:pt x="187163" y="10064"/>
                </a:lnTo>
                <a:lnTo>
                  <a:pt x="186602" y="9195"/>
                </a:lnTo>
                <a:lnTo>
                  <a:pt x="185989" y="8174"/>
                </a:lnTo>
                <a:lnTo>
                  <a:pt x="185427" y="6897"/>
                </a:lnTo>
                <a:lnTo>
                  <a:pt x="184865" y="5620"/>
                </a:lnTo>
                <a:lnTo>
                  <a:pt x="184558" y="4547"/>
                </a:lnTo>
                <a:lnTo>
                  <a:pt x="184405" y="3678"/>
                </a:lnTo>
                <a:lnTo>
                  <a:pt x="184354" y="3321"/>
                </a:lnTo>
                <a:lnTo>
                  <a:pt x="184354" y="3014"/>
                </a:lnTo>
                <a:lnTo>
                  <a:pt x="184405" y="2759"/>
                </a:lnTo>
                <a:lnTo>
                  <a:pt x="184507" y="2504"/>
                </a:lnTo>
                <a:lnTo>
                  <a:pt x="184609" y="2299"/>
                </a:lnTo>
                <a:lnTo>
                  <a:pt x="184763" y="2146"/>
                </a:lnTo>
                <a:lnTo>
                  <a:pt x="184916" y="2044"/>
                </a:lnTo>
                <a:lnTo>
                  <a:pt x="185120" y="1942"/>
                </a:lnTo>
                <a:lnTo>
                  <a:pt x="185324" y="1891"/>
                </a:lnTo>
                <a:lnTo>
                  <a:pt x="185580" y="1840"/>
                </a:lnTo>
                <a:close/>
                <a:moveTo>
                  <a:pt x="174444" y="2504"/>
                </a:moveTo>
                <a:lnTo>
                  <a:pt x="174955" y="2555"/>
                </a:lnTo>
                <a:lnTo>
                  <a:pt x="175466" y="2759"/>
                </a:lnTo>
                <a:lnTo>
                  <a:pt x="175977" y="3065"/>
                </a:lnTo>
                <a:lnTo>
                  <a:pt x="176538" y="3576"/>
                </a:lnTo>
                <a:lnTo>
                  <a:pt x="177049" y="4189"/>
                </a:lnTo>
                <a:lnTo>
                  <a:pt x="177611" y="5007"/>
                </a:lnTo>
                <a:lnTo>
                  <a:pt x="178224" y="6028"/>
                </a:lnTo>
                <a:lnTo>
                  <a:pt x="178786" y="7305"/>
                </a:lnTo>
                <a:lnTo>
                  <a:pt x="179297" y="8582"/>
                </a:lnTo>
                <a:lnTo>
                  <a:pt x="179654" y="9655"/>
                </a:lnTo>
                <a:lnTo>
                  <a:pt x="179808" y="10523"/>
                </a:lnTo>
                <a:lnTo>
                  <a:pt x="179859" y="10932"/>
                </a:lnTo>
                <a:lnTo>
                  <a:pt x="179859" y="11239"/>
                </a:lnTo>
                <a:lnTo>
                  <a:pt x="179808" y="11545"/>
                </a:lnTo>
                <a:lnTo>
                  <a:pt x="179757" y="11749"/>
                </a:lnTo>
                <a:lnTo>
                  <a:pt x="179654" y="11954"/>
                </a:lnTo>
                <a:lnTo>
                  <a:pt x="179501" y="12158"/>
                </a:lnTo>
                <a:lnTo>
                  <a:pt x="179348" y="12260"/>
                </a:lnTo>
                <a:lnTo>
                  <a:pt x="179144" y="12362"/>
                </a:lnTo>
                <a:lnTo>
                  <a:pt x="178939" y="12413"/>
                </a:lnTo>
                <a:lnTo>
                  <a:pt x="178684" y="12464"/>
                </a:lnTo>
                <a:lnTo>
                  <a:pt x="178326" y="12464"/>
                </a:lnTo>
                <a:lnTo>
                  <a:pt x="178071" y="12413"/>
                </a:lnTo>
                <a:lnTo>
                  <a:pt x="177815" y="12311"/>
                </a:lnTo>
                <a:lnTo>
                  <a:pt x="177560" y="12209"/>
                </a:lnTo>
                <a:lnTo>
                  <a:pt x="176998" y="11851"/>
                </a:lnTo>
                <a:lnTo>
                  <a:pt x="176436" y="11392"/>
                </a:lnTo>
                <a:lnTo>
                  <a:pt x="175874" y="10677"/>
                </a:lnTo>
                <a:lnTo>
                  <a:pt x="175313" y="9859"/>
                </a:lnTo>
                <a:lnTo>
                  <a:pt x="174751" y="8787"/>
                </a:lnTo>
                <a:lnTo>
                  <a:pt x="174138" y="7561"/>
                </a:lnTo>
                <a:lnTo>
                  <a:pt x="173627" y="6284"/>
                </a:lnTo>
                <a:lnTo>
                  <a:pt x="173269" y="5211"/>
                </a:lnTo>
                <a:lnTo>
                  <a:pt x="173167" y="4751"/>
                </a:lnTo>
                <a:lnTo>
                  <a:pt x="173116" y="4343"/>
                </a:lnTo>
                <a:lnTo>
                  <a:pt x="173116" y="3985"/>
                </a:lnTo>
                <a:lnTo>
                  <a:pt x="173116" y="3678"/>
                </a:lnTo>
                <a:lnTo>
                  <a:pt x="173167" y="3423"/>
                </a:lnTo>
                <a:lnTo>
                  <a:pt x="173218" y="3168"/>
                </a:lnTo>
                <a:lnTo>
                  <a:pt x="173371" y="2963"/>
                </a:lnTo>
                <a:lnTo>
                  <a:pt x="173474" y="2810"/>
                </a:lnTo>
                <a:lnTo>
                  <a:pt x="173678" y="2708"/>
                </a:lnTo>
                <a:lnTo>
                  <a:pt x="173882" y="2606"/>
                </a:lnTo>
                <a:lnTo>
                  <a:pt x="174087" y="2555"/>
                </a:lnTo>
                <a:lnTo>
                  <a:pt x="174342" y="2504"/>
                </a:lnTo>
                <a:close/>
                <a:moveTo>
                  <a:pt x="163206" y="3168"/>
                </a:moveTo>
                <a:lnTo>
                  <a:pt x="163717" y="3219"/>
                </a:lnTo>
                <a:lnTo>
                  <a:pt x="163972" y="3321"/>
                </a:lnTo>
                <a:lnTo>
                  <a:pt x="164228" y="3423"/>
                </a:lnTo>
                <a:lnTo>
                  <a:pt x="164739" y="3730"/>
                </a:lnTo>
                <a:lnTo>
                  <a:pt x="165301" y="4189"/>
                </a:lnTo>
                <a:lnTo>
                  <a:pt x="165811" y="4853"/>
                </a:lnTo>
                <a:lnTo>
                  <a:pt x="166373" y="5671"/>
                </a:lnTo>
                <a:lnTo>
                  <a:pt x="166986" y="6692"/>
                </a:lnTo>
                <a:lnTo>
                  <a:pt x="167548" y="7969"/>
                </a:lnTo>
                <a:lnTo>
                  <a:pt x="168059" y="9246"/>
                </a:lnTo>
                <a:lnTo>
                  <a:pt x="168416" y="10319"/>
                </a:lnTo>
                <a:lnTo>
                  <a:pt x="168570" y="11187"/>
                </a:lnTo>
                <a:lnTo>
                  <a:pt x="168621" y="11596"/>
                </a:lnTo>
                <a:lnTo>
                  <a:pt x="168621" y="11903"/>
                </a:lnTo>
                <a:lnTo>
                  <a:pt x="168570" y="12209"/>
                </a:lnTo>
                <a:lnTo>
                  <a:pt x="168519" y="12413"/>
                </a:lnTo>
                <a:lnTo>
                  <a:pt x="168365" y="12618"/>
                </a:lnTo>
                <a:lnTo>
                  <a:pt x="168263" y="12822"/>
                </a:lnTo>
                <a:lnTo>
                  <a:pt x="168059" y="12924"/>
                </a:lnTo>
                <a:lnTo>
                  <a:pt x="167906" y="13026"/>
                </a:lnTo>
                <a:lnTo>
                  <a:pt x="167650" y="13077"/>
                </a:lnTo>
                <a:lnTo>
                  <a:pt x="167446" y="13129"/>
                </a:lnTo>
                <a:lnTo>
                  <a:pt x="167293" y="13129"/>
                </a:lnTo>
                <a:lnTo>
                  <a:pt x="167037" y="13077"/>
                </a:lnTo>
                <a:lnTo>
                  <a:pt x="166782" y="13077"/>
                </a:lnTo>
                <a:lnTo>
                  <a:pt x="166526" y="12975"/>
                </a:lnTo>
                <a:lnTo>
                  <a:pt x="166271" y="12873"/>
                </a:lnTo>
                <a:lnTo>
                  <a:pt x="165760" y="12516"/>
                </a:lnTo>
                <a:lnTo>
                  <a:pt x="165198" y="12005"/>
                </a:lnTo>
                <a:lnTo>
                  <a:pt x="164636" y="11341"/>
                </a:lnTo>
                <a:lnTo>
                  <a:pt x="164075" y="10523"/>
                </a:lnTo>
                <a:lnTo>
                  <a:pt x="163513" y="9451"/>
                </a:lnTo>
                <a:lnTo>
                  <a:pt x="162900" y="8225"/>
                </a:lnTo>
                <a:lnTo>
                  <a:pt x="162389" y="6948"/>
                </a:lnTo>
                <a:lnTo>
                  <a:pt x="162031" y="5875"/>
                </a:lnTo>
                <a:lnTo>
                  <a:pt x="161878" y="5007"/>
                </a:lnTo>
                <a:lnTo>
                  <a:pt x="161878" y="4649"/>
                </a:lnTo>
                <a:lnTo>
                  <a:pt x="161878" y="4343"/>
                </a:lnTo>
                <a:lnTo>
                  <a:pt x="161929" y="4087"/>
                </a:lnTo>
                <a:lnTo>
                  <a:pt x="161980" y="3832"/>
                </a:lnTo>
                <a:lnTo>
                  <a:pt x="162082" y="3627"/>
                </a:lnTo>
                <a:lnTo>
                  <a:pt x="162236" y="3474"/>
                </a:lnTo>
                <a:lnTo>
                  <a:pt x="162389" y="3372"/>
                </a:lnTo>
                <a:lnTo>
                  <a:pt x="162593" y="3270"/>
                </a:lnTo>
                <a:lnTo>
                  <a:pt x="162798" y="3219"/>
                </a:lnTo>
                <a:lnTo>
                  <a:pt x="163053" y="3168"/>
                </a:lnTo>
                <a:close/>
                <a:moveTo>
                  <a:pt x="184763" y="1"/>
                </a:moveTo>
                <a:lnTo>
                  <a:pt x="184201" y="52"/>
                </a:lnTo>
                <a:lnTo>
                  <a:pt x="183741" y="154"/>
                </a:lnTo>
                <a:lnTo>
                  <a:pt x="183332" y="307"/>
                </a:lnTo>
                <a:lnTo>
                  <a:pt x="182975" y="511"/>
                </a:lnTo>
                <a:lnTo>
                  <a:pt x="182668" y="818"/>
                </a:lnTo>
                <a:lnTo>
                  <a:pt x="182413" y="1124"/>
                </a:lnTo>
                <a:lnTo>
                  <a:pt x="182209" y="1482"/>
                </a:lnTo>
                <a:lnTo>
                  <a:pt x="182055" y="1891"/>
                </a:lnTo>
                <a:lnTo>
                  <a:pt x="181953" y="2401"/>
                </a:lnTo>
                <a:lnTo>
                  <a:pt x="181902" y="2912"/>
                </a:lnTo>
                <a:lnTo>
                  <a:pt x="181953" y="3474"/>
                </a:lnTo>
                <a:lnTo>
                  <a:pt x="182055" y="4087"/>
                </a:lnTo>
                <a:lnTo>
                  <a:pt x="182157" y="4751"/>
                </a:lnTo>
                <a:lnTo>
                  <a:pt x="182362" y="5466"/>
                </a:lnTo>
                <a:lnTo>
                  <a:pt x="182668" y="6233"/>
                </a:lnTo>
                <a:lnTo>
                  <a:pt x="182975" y="7050"/>
                </a:lnTo>
                <a:lnTo>
                  <a:pt x="183332" y="7816"/>
                </a:lnTo>
                <a:lnTo>
                  <a:pt x="183741" y="8582"/>
                </a:lnTo>
                <a:lnTo>
                  <a:pt x="184150" y="9246"/>
                </a:lnTo>
                <a:lnTo>
                  <a:pt x="184558" y="9910"/>
                </a:lnTo>
                <a:lnTo>
                  <a:pt x="185018" y="10472"/>
                </a:lnTo>
                <a:lnTo>
                  <a:pt x="185427" y="11034"/>
                </a:lnTo>
                <a:lnTo>
                  <a:pt x="185886" y="11545"/>
                </a:lnTo>
                <a:lnTo>
                  <a:pt x="186397" y="11954"/>
                </a:lnTo>
                <a:lnTo>
                  <a:pt x="186857" y="12362"/>
                </a:lnTo>
                <a:lnTo>
                  <a:pt x="187368" y="12720"/>
                </a:lnTo>
                <a:lnTo>
                  <a:pt x="187879" y="13026"/>
                </a:lnTo>
                <a:lnTo>
                  <a:pt x="188389" y="13231"/>
                </a:lnTo>
                <a:lnTo>
                  <a:pt x="188900" y="13435"/>
                </a:lnTo>
                <a:lnTo>
                  <a:pt x="189411" y="13588"/>
                </a:lnTo>
                <a:lnTo>
                  <a:pt x="189922" y="13639"/>
                </a:lnTo>
                <a:lnTo>
                  <a:pt x="190433" y="13690"/>
                </a:lnTo>
                <a:lnTo>
                  <a:pt x="190739" y="13690"/>
                </a:lnTo>
                <a:lnTo>
                  <a:pt x="191250" y="13588"/>
                </a:lnTo>
                <a:lnTo>
                  <a:pt x="191710" y="13486"/>
                </a:lnTo>
                <a:lnTo>
                  <a:pt x="192169" y="13333"/>
                </a:lnTo>
                <a:lnTo>
                  <a:pt x="192527" y="13077"/>
                </a:lnTo>
                <a:lnTo>
                  <a:pt x="192833" y="12822"/>
                </a:lnTo>
                <a:lnTo>
                  <a:pt x="193089" y="12516"/>
                </a:lnTo>
                <a:lnTo>
                  <a:pt x="193293" y="12107"/>
                </a:lnTo>
                <a:lnTo>
                  <a:pt x="193446" y="11698"/>
                </a:lnTo>
                <a:lnTo>
                  <a:pt x="193498" y="11187"/>
                </a:lnTo>
                <a:lnTo>
                  <a:pt x="193549" y="10677"/>
                </a:lnTo>
                <a:lnTo>
                  <a:pt x="193498" y="10115"/>
                </a:lnTo>
                <a:lnTo>
                  <a:pt x="193446" y="9451"/>
                </a:lnTo>
                <a:lnTo>
                  <a:pt x="193293" y="8787"/>
                </a:lnTo>
                <a:lnTo>
                  <a:pt x="193089" y="8071"/>
                </a:lnTo>
                <a:lnTo>
                  <a:pt x="192782" y="7305"/>
                </a:lnTo>
                <a:lnTo>
                  <a:pt x="192476" y="6488"/>
                </a:lnTo>
                <a:lnTo>
                  <a:pt x="192118" y="5722"/>
                </a:lnTo>
                <a:lnTo>
                  <a:pt x="191710" y="4955"/>
                </a:lnTo>
                <a:lnTo>
                  <a:pt x="191301" y="4291"/>
                </a:lnTo>
                <a:lnTo>
                  <a:pt x="190892" y="3678"/>
                </a:lnTo>
                <a:lnTo>
                  <a:pt x="190484" y="3065"/>
                </a:lnTo>
                <a:lnTo>
                  <a:pt x="190024" y="2555"/>
                </a:lnTo>
                <a:lnTo>
                  <a:pt x="189564" y="2044"/>
                </a:lnTo>
                <a:lnTo>
                  <a:pt x="189105" y="1635"/>
                </a:lnTo>
                <a:lnTo>
                  <a:pt x="188594" y="1227"/>
                </a:lnTo>
                <a:lnTo>
                  <a:pt x="188134" y="920"/>
                </a:lnTo>
                <a:lnTo>
                  <a:pt x="187623" y="614"/>
                </a:lnTo>
                <a:lnTo>
                  <a:pt x="187112" y="409"/>
                </a:lnTo>
                <a:lnTo>
                  <a:pt x="186602" y="205"/>
                </a:lnTo>
                <a:lnTo>
                  <a:pt x="186091" y="103"/>
                </a:lnTo>
                <a:lnTo>
                  <a:pt x="185580" y="1"/>
                </a:lnTo>
                <a:close/>
                <a:moveTo>
                  <a:pt x="151917" y="3832"/>
                </a:moveTo>
                <a:lnTo>
                  <a:pt x="152428" y="3883"/>
                </a:lnTo>
                <a:lnTo>
                  <a:pt x="152683" y="3985"/>
                </a:lnTo>
                <a:lnTo>
                  <a:pt x="152939" y="4087"/>
                </a:lnTo>
                <a:lnTo>
                  <a:pt x="153501" y="4394"/>
                </a:lnTo>
                <a:lnTo>
                  <a:pt x="154012" y="4853"/>
                </a:lnTo>
                <a:lnTo>
                  <a:pt x="154573" y="5517"/>
                </a:lnTo>
                <a:lnTo>
                  <a:pt x="155135" y="6335"/>
                </a:lnTo>
                <a:lnTo>
                  <a:pt x="155697" y="7356"/>
                </a:lnTo>
                <a:lnTo>
                  <a:pt x="156310" y="8633"/>
                </a:lnTo>
                <a:lnTo>
                  <a:pt x="156821" y="9910"/>
                </a:lnTo>
                <a:lnTo>
                  <a:pt x="157179" y="10983"/>
                </a:lnTo>
                <a:lnTo>
                  <a:pt x="157332" y="11851"/>
                </a:lnTo>
                <a:lnTo>
                  <a:pt x="157383" y="12209"/>
                </a:lnTo>
                <a:lnTo>
                  <a:pt x="157332" y="12567"/>
                </a:lnTo>
                <a:lnTo>
                  <a:pt x="157332" y="12822"/>
                </a:lnTo>
                <a:lnTo>
                  <a:pt x="157230" y="13077"/>
                </a:lnTo>
                <a:lnTo>
                  <a:pt x="157127" y="13282"/>
                </a:lnTo>
                <a:lnTo>
                  <a:pt x="156974" y="13435"/>
                </a:lnTo>
                <a:lnTo>
                  <a:pt x="156821" y="13588"/>
                </a:lnTo>
                <a:lnTo>
                  <a:pt x="156617" y="13690"/>
                </a:lnTo>
                <a:lnTo>
                  <a:pt x="156412" y="13741"/>
                </a:lnTo>
                <a:lnTo>
                  <a:pt x="156157" y="13793"/>
                </a:lnTo>
                <a:lnTo>
                  <a:pt x="156055" y="13793"/>
                </a:lnTo>
                <a:lnTo>
                  <a:pt x="155799" y="13741"/>
                </a:lnTo>
                <a:lnTo>
                  <a:pt x="155544" y="13690"/>
                </a:lnTo>
                <a:lnTo>
                  <a:pt x="155289" y="13639"/>
                </a:lnTo>
                <a:lnTo>
                  <a:pt x="155033" y="13537"/>
                </a:lnTo>
                <a:lnTo>
                  <a:pt x="154522" y="13180"/>
                </a:lnTo>
                <a:lnTo>
                  <a:pt x="153960" y="12669"/>
                </a:lnTo>
                <a:lnTo>
                  <a:pt x="153399" y="12005"/>
                </a:lnTo>
                <a:lnTo>
                  <a:pt x="152837" y="11187"/>
                </a:lnTo>
                <a:lnTo>
                  <a:pt x="152224" y="10115"/>
                </a:lnTo>
                <a:lnTo>
                  <a:pt x="151662" y="8889"/>
                </a:lnTo>
                <a:lnTo>
                  <a:pt x="151151" y="7612"/>
                </a:lnTo>
                <a:lnTo>
                  <a:pt x="150793" y="6539"/>
                </a:lnTo>
                <a:lnTo>
                  <a:pt x="150640" y="5671"/>
                </a:lnTo>
                <a:lnTo>
                  <a:pt x="150589" y="5313"/>
                </a:lnTo>
                <a:lnTo>
                  <a:pt x="150589" y="5007"/>
                </a:lnTo>
                <a:lnTo>
                  <a:pt x="150640" y="4700"/>
                </a:lnTo>
                <a:lnTo>
                  <a:pt x="150742" y="4496"/>
                </a:lnTo>
                <a:lnTo>
                  <a:pt x="150844" y="4291"/>
                </a:lnTo>
                <a:lnTo>
                  <a:pt x="150998" y="4138"/>
                </a:lnTo>
                <a:lnTo>
                  <a:pt x="151151" y="4036"/>
                </a:lnTo>
                <a:lnTo>
                  <a:pt x="151355" y="3934"/>
                </a:lnTo>
                <a:lnTo>
                  <a:pt x="151560" y="3883"/>
                </a:lnTo>
                <a:lnTo>
                  <a:pt x="151815" y="3832"/>
                </a:lnTo>
                <a:close/>
                <a:moveTo>
                  <a:pt x="173780" y="614"/>
                </a:moveTo>
                <a:lnTo>
                  <a:pt x="173474" y="665"/>
                </a:lnTo>
                <a:lnTo>
                  <a:pt x="172963" y="716"/>
                </a:lnTo>
                <a:lnTo>
                  <a:pt x="172503" y="818"/>
                </a:lnTo>
                <a:lnTo>
                  <a:pt x="172094" y="971"/>
                </a:lnTo>
                <a:lnTo>
                  <a:pt x="171737" y="1175"/>
                </a:lnTo>
                <a:lnTo>
                  <a:pt x="171430" y="1482"/>
                </a:lnTo>
                <a:lnTo>
                  <a:pt x="171175" y="1788"/>
                </a:lnTo>
                <a:lnTo>
                  <a:pt x="170971" y="2146"/>
                </a:lnTo>
                <a:lnTo>
                  <a:pt x="170817" y="2555"/>
                </a:lnTo>
                <a:lnTo>
                  <a:pt x="170715" y="3065"/>
                </a:lnTo>
                <a:lnTo>
                  <a:pt x="170664" y="3576"/>
                </a:lnTo>
                <a:lnTo>
                  <a:pt x="170715" y="4138"/>
                </a:lnTo>
                <a:lnTo>
                  <a:pt x="170766" y="4751"/>
                </a:lnTo>
                <a:lnTo>
                  <a:pt x="170919" y="5415"/>
                </a:lnTo>
                <a:lnTo>
                  <a:pt x="171124" y="6130"/>
                </a:lnTo>
                <a:lnTo>
                  <a:pt x="171379" y="6897"/>
                </a:lnTo>
                <a:lnTo>
                  <a:pt x="171737" y="7714"/>
                </a:lnTo>
                <a:lnTo>
                  <a:pt x="172094" y="8480"/>
                </a:lnTo>
                <a:lnTo>
                  <a:pt x="172503" y="9246"/>
                </a:lnTo>
                <a:lnTo>
                  <a:pt x="172912" y="9910"/>
                </a:lnTo>
                <a:lnTo>
                  <a:pt x="173320" y="10574"/>
                </a:lnTo>
                <a:lnTo>
                  <a:pt x="173729" y="11136"/>
                </a:lnTo>
                <a:lnTo>
                  <a:pt x="174189" y="11698"/>
                </a:lnTo>
                <a:lnTo>
                  <a:pt x="174648" y="12209"/>
                </a:lnTo>
                <a:lnTo>
                  <a:pt x="175159" y="12618"/>
                </a:lnTo>
                <a:lnTo>
                  <a:pt x="175619" y="13026"/>
                </a:lnTo>
                <a:lnTo>
                  <a:pt x="176130" y="13384"/>
                </a:lnTo>
                <a:lnTo>
                  <a:pt x="176641" y="13690"/>
                </a:lnTo>
                <a:lnTo>
                  <a:pt x="177151" y="13895"/>
                </a:lnTo>
                <a:lnTo>
                  <a:pt x="177662" y="14099"/>
                </a:lnTo>
                <a:lnTo>
                  <a:pt x="178173" y="14252"/>
                </a:lnTo>
                <a:lnTo>
                  <a:pt x="178684" y="14303"/>
                </a:lnTo>
                <a:lnTo>
                  <a:pt x="179195" y="14354"/>
                </a:lnTo>
                <a:lnTo>
                  <a:pt x="179501" y="14303"/>
                </a:lnTo>
                <a:lnTo>
                  <a:pt x="180012" y="14252"/>
                </a:lnTo>
                <a:lnTo>
                  <a:pt x="180472" y="14150"/>
                </a:lnTo>
                <a:lnTo>
                  <a:pt x="180931" y="13997"/>
                </a:lnTo>
                <a:lnTo>
                  <a:pt x="181289" y="13741"/>
                </a:lnTo>
                <a:lnTo>
                  <a:pt x="181596" y="13486"/>
                </a:lnTo>
                <a:lnTo>
                  <a:pt x="181851" y="13180"/>
                </a:lnTo>
                <a:lnTo>
                  <a:pt x="182055" y="12771"/>
                </a:lnTo>
                <a:lnTo>
                  <a:pt x="182157" y="12362"/>
                </a:lnTo>
                <a:lnTo>
                  <a:pt x="182260" y="11851"/>
                </a:lnTo>
                <a:lnTo>
                  <a:pt x="182311" y="11341"/>
                </a:lnTo>
                <a:lnTo>
                  <a:pt x="182260" y="10779"/>
                </a:lnTo>
                <a:lnTo>
                  <a:pt x="182157" y="10115"/>
                </a:lnTo>
                <a:lnTo>
                  <a:pt x="182004" y="9451"/>
                </a:lnTo>
                <a:lnTo>
                  <a:pt x="181800" y="8736"/>
                </a:lnTo>
                <a:lnTo>
                  <a:pt x="181544" y="7969"/>
                </a:lnTo>
                <a:lnTo>
                  <a:pt x="181187" y="7152"/>
                </a:lnTo>
                <a:lnTo>
                  <a:pt x="180829" y="6386"/>
                </a:lnTo>
                <a:lnTo>
                  <a:pt x="180472" y="5620"/>
                </a:lnTo>
                <a:lnTo>
                  <a:pt x="180063" y="4955"/>
                </a:lnTo>
                <a:lnTo>
                  <a:pt x="179654" y="4343"/>
                </a:lnTo>
                <a:lnTo>
                  <a:pt x="179195" y="3730"/>
                </a:lnTo>
                <a:lnTo>
                  <a:pt x="178786" y="3219"/>
                </a:lnTo>
                <a:lnTo>
                  <a:pt x="178326" y="2708"/>
                </a:lnTo>
                <a:lnTo>
                  <a:pt x="177867" y="2299"/>
                </a:lnTo>
                <a:lnTo>
                  <a:pt x="177356" y="1891"/>
                </a:lnTo>
                <a:lnTo>
                  <a:pt x="176896" y="1584"/>
                </a:lnTo>
                <a:lnTo>
                  <a:pt x="176385" y="1278"/>
                </a:lnTo>
                <a:lnTo>
                  <a:pt x="175874" y="1073"/>
                </a:lnTo>
                <a:lnTo>
                  <a:pt x="175364" y="869"/>
                </a:lnTo>
                <a:lnTo>
                  <a:pt x="174853" y="716"/>
                </a:lnTo>
                <a:lnTo>
                  <a:pt x="174342" y="665"/>
                </a:lnTo>
                <a:lnTo>
                  <a:pt x="173780" y="614"/>
                </a:lnTo>
                <a:close/>
                <a:moveTo>
                  <a:pt x="136286" y="4751"/>
                </a:moveTo>
                <a:lnTo>
                  <a:pt x="136797" y="4802"/>
                </a:lnTo>
                <a:lnTo>
                  <a:pt x="137308" y="5007"/>
                </a:lnTo>
                <a:lnTo>
                  <a:pt x="137819" y="5313"/>
                </a:lnTo>
                <a:lnTo>
                  <a:pt x="138381" y="5773"/>
                </a:lnTo>
                <a:lnTo>
                  <a:pt x="138942" y="6437"/>
                </a:lnTo>
                <a:lnTo>
                  <a:pt x="139504" y="7254"/>
                </a:lnTo>
                <a:lnTo>
                  <a:pt x="140066" y="8276"/>
                </a:lnTo>
                <a:lnTo>
                  <a:pt x="140679" y="9502"/>
                </a:lnTo>
                <a:lnTo>
                  <a:pt x="141190" y="10830"/>
                </a:lnTo>
                <a:lnTo>
                  <a:pt x="141497" y="11903"/>
                </a:lnTo>
                <a:lnTo>
                  <a:pt x="141701" y="12771"/>
                </a:lnTo>
                <a:lnTo>
                  <a:pt x="141701" y="13129"/>
                </a:lnTo>
                <a:lnTo>
                  <a:pt x="141701" y="13486"/>
                </a:lnTo>
                <a:lnTo>
                  <a:pt x="141650" y="13741"/>
                </a:lnTo>
                <a:lnTo>
                  <a:pt x="141599" y="13997"/>
                </a:lnTo>
                <a:lnTo>
                  <a:pt x="141497" y="14201"/>
                </a:lnTo>
                <a:lnTo>
                  <a:pt x="141343" y="14354"/>
                </a:lnTo>
                <a:lnTo>
                  <a:pt x="141190" y="14508"/>
                </a:lnTo>
                <a:lnTo>
                  <a:pt x="140986" y="14610"/>
                </a:lnTo>
                <a:lnTo>
                  <a:pt x="140781" y="14661"/>
                </a:lnTo>
                <a:lnTo>
                  <a:pt x="140526" y="14712"/>
                </a:lnTo>
                <a:lnTo>
                  <a:pt x="140424" y="14712"/>
                </a:lnTo>
                <a:lnTo>
                  <a:pt x="140168" y="14661"/>
                </a:lnTo>
                <a:lnTo>
                  <a:pt x="139913" y="14610"/>
                </a:lnTo>
                <a:lnTo>
                  <a:pt x="139658" y="14559"/>
                </a:lnTo>
                <a:lnTo>
                  <a:pt x="139402" y="14457"/>
                </a:lnTo>
                <a:lnTo>
                  <a:pt x="138840" y="14099"/>
                </a:lnTo>
                <a:lnTo>
                  <a:pt x="138329" y="13588"/>
                </a:lnTo>
                <a:lnTo>
                  <a:pt x="137768" y="12924"/>
                </a:lnTo>
                <a:lnTo>
                  <a:pt x="137206" y="12107"/>
                </a:lnTo>
                <a:lnTo>
                  <a:pt x="136593" y="11034"/>
                </a:lnTo>
                <a:lnTo>
                  <a:pt x="136031" y="9808"/>
                </a:lnTo>
                <a:lnTo>
                  <a:pt x="135469" y="8531"/>
                </a:lnTo>
                <a:lnTo>
                  <a:pt x="135162" y="7458"/>
                </a:lnTo>
                <a:lnTo>
                  <a:pt x="135009" y="6590"/>
                </a:lnTo>
                <a:lnTo>
                  <a:pt x="134958" y="6233"/>
                </a:lnTo>
                <a:lnTo>
                  <a:pt x="134958" y="5926"/>
                </a:lnTo>
                <a:lnTo>
                  <a:pt x="135009" y="5620"/>
                </a:lnTo>
                <a:lnTo>
                  <a:pt x="135111" y="5415"/>
                </a:lnTo>
                <a:lnTo>
                  <a:pt x="135214" y="5211"/>
                </a:lnTo>
                <a:lnTo>
                  <a:pt x="135367" y="5058"/>
                </a:lnTo>
                <a:lnTo>
                  <a:pt x="135520" y="4955"/>
                </a:lnTo>
                <a:lnTo>
                  <a:pt x="135724" y="4853"/>
                </a:lnTo>
                <a:lnTo>
                  <a:pt x="135929" y="4802"/>
                </a:lnTo>
                <a:lnTo>
                  <a:pt x="136184" y="4751"/>
                </a:lnTo>
                <a:close/>
                <a:moveTo>
                  <a:pt x="162542" y="1278"/>
                </a:moveTo>
                <a:lnTo>
                  <a:pt x="162236" y="1329"/>
                </a:lnTo>
                <a:lnTo>
                  <a:pt x="161725" y="1380"/>
                </a:lnTo>
                <a:lnTo>
                  <a:pt x="161265" y="1482"/>
                </a:lnTo>
                <a:lnTo>
                  <a:pt x="160856" y="1635"/>
                </a:lnTo>
                <a:lnTo>
                  <a:pt x="160499" y="1840"/>
                </a:lnTo>
                <a:lnTo>
                  <a:pt x="160141" y="2146"/>
                </a:lnTo>
                <a:lnTo>
                  <a:pt x="159886" y="2453"/>
                </a:lnTo>
                <a:lnTo>
                  <a:pt x="159682" y="2810"/>
                </a:lnTo>
                <a:lnTo>
                  <a:pt x="159528" y="3219"/>
                </a:lnTo>
                <a:lnTo>
                  <a:pt x="159477" y="3678"/>
                </a:lnTo>
                <a:lnTo>
                  <a:pt x="159426" y="4240"/>
                </a:lnTo>
                <a:lnTo>
                  <a:pt x="159426" y="4802"/>
                </a:lnTo>
                <a:lnTo>
                  <a:pt x="159528" y="5415"/>
                </a:lnTo>
                <a:lnTo>
                  <a:pt x="159682" y="6079"/>
                </a:lnTo>
                <a:lnTo>
                  <a:pt x="159886" y="6794"/>
                </a:lnTo>
                <a:lnTo>
                  <a:pt x="160141" y="7561"/>
                </a:lnTo>
                <a:lnTo>
                  <a:pt x="160499" y="8378"/>
                </a:lnTo>
                <a:lnTo>
                  <a:pt x="160856" y="9144"/>
                </a:lnTo>
                <a:lnTo>
                  <a:pt x="161265" y="9910"/>
                </a:lnTo>
                <a:lnTo>
                  <a:pt x="161623" y="10574"/>
                </a:lnTo>
                <a:lnTo>
                  <a:pt x="162082" y="11239"/>
                </a:lnTo>
                <a:lnTo>
                  <a:pt x="162491" y="11800"/>
                </a:lnTo>
                <a:lnTo>
                  <a:pt x="162951" y="12362"/>
                </a:lnTo>
                <a:lnTo>
                  <a:pt x="163411" y="12873"/>
                </a:lnTo>
                <a:lnTo>
                  <a:pt x="163870" y="13282"/>
                </a:lnTo>
                <a:lnTo>
                  <a:pt x="164381" y="13690"/>
                </a:lnTo>
                <a:lnTo>
                  <a:pt x="164841" y="14048"/>
                </a:lnTo>
                <a:lnTo>
                  <a:pt x="165352" y="14303"/>
                </a:lnTo>
                <a:lnTo>
                  <a:pt x="165862" y="14559"/>
                </a:lnTo>
                <a:lnTo>
                  <a:pt x="166373" y="14763"/>
                </a:lnTo>
                <a:lnTo>
                  <a:pt x="166935" y="14865"/>
                </a:lnTo>
                <a:lnTo>
                  <a:pt x="167446" y="14967"/>
                </a:lnTo>
                <a:lnTo>
                  <a:pt x="167957" y="15019"/>
                </a:lnTo>
                <a:lnTo>
                  <a:pt x="168263" y="14967"/>
                </a:lnTo>
                <a:lnTo>
                  <a:pt x="168774" y="14916"/>
                </a:lnTo>
                <a:lnTo>
                  <a:pt x="169234" y="14814"/>
                </a:lnTo>
                <a:lnTo>
                  <a:pt x="169642" y="14661"/>
                </a:lnTo>
                <a:lnTo>
                  <a:pt x="170000" y="14406"/>
                </a:lnTo>
                <a:lnTo>
                  <a:pt x="170307" y="14150"/>
                </a:lnTo>
                <a:lnTo>
                  <a:pt x="170562" y="13844"/>
                </a:lnTo>
                <a:lnTo>
                  <a:pt x="170766" y="13435"/>
                </a:lnTo>
                <a:lnTo>
                  <a:pt x="170919" y="13026"/>
                </a:lnTo>
                <a:lnTo>
                  <a:pt x="171022" y="12516"/>
                </a:lnTo>
                <a:lnTo>
                  <a:pt x="171022" y="12005"/>
                </a:lnTo>
                <a:lnTo>
                  <a:pt x="171022" y="11443"/>
                </a:lnTo>
                <a:lnTo>
                  <a:pt x="170919" y="10779"/>
                </a:lnTo>
                <a:lnTo>
                  <a:pt x="170766" y="10115"/>
                </a:lnTo>
                <a:lnTo>
                  <a:pt x="170562" y="9400"/>
                </a:lnTo>
                <a:lnTo>
                  <a:pt x="170307" y="8633"/>
                </a:lnTo>
                <a:lnTo>
                  <a:pt x="169949" y="7816"/>
                </a:lnTo>
                <a:lnTo>
                  <a:pt x="169591" y="7050"/>
                </a:lnTo>
                <a:lnTo>
                  <a:pt x="169183" y="6284"/>
                </a:lnTo>
                <a:lnTo>
                  <a:pt x="168825" y="5620"/>
                </a:lnTo>
                <a:lnTo>
                  <a:pt x="168365" y="5007"/>
                </a:lnTo>
                <a:lnTo>
                  <a:pt x="167957" y="4394"/>
                </a:lnTo>
                <a:lnTo>
                  <a:pt x="167497" y="3883"/>
                </a:lnTo>
                <a:lnTo>
                  <a:pt x="167037" y="3372"/>
                </a:lnTo>
                <a:lnTo>
                  <a:pt x="166578" y="2963"/>
                </a:lnTo>
                <a:lnTo>
                  <a:pt x="166118" y="2555"/>
                </a:lnTo>
                <a:lnTo>
                  <a:pt x="165607" y="2248"/>
                </a:lnTo>
                <a:lnTo>
                  <a:pt x="165096" y="1942"/>
                </a:lnTo>
                <a:lnTo>
                  <a:pt x="164636" y="1686"/>
                </a:lnTo>
                <a:lnTo>
                  <a:pt x="164126" y="1533"/>
                </a:lnTo>
                <a:lnTo>
                  <a:pt x="163564" y="1380"/>
                </a:lnTo>
                <a:lnTo>
                  <a:pt x="163053" y="1329"/>
                </a:lnTo>
                <a:lnTo>
                  <a:pt x="162542" y="1278"/>
                </a:lnTo>
                <a:close/>
                <a:moveTo>
                  <a:pt x="125048" y="5415"/>
                </a:moveTo>
                <a:lnTo>
                  <a:pt x="125559" y="5466"/>
                </a:lnTo>
                <a:lnTo>
                  <a:pt x="126070" y="5671"/>
                </a:lnTo>
                <a:lnTo>
                  <a:pt x="126581" y="5977"/>
                </a:lnTo>
                <a:lnTo>
                  <a:pt x="127143" y="6437"/>
                </a:lnTo>
                <a:lnTo>
                  <a:pt x="127653" y="7101"/>
                </a:lnTo>
                <a:lnTo>
                  <a:pt x="128215" y="7918"/>
                </a:lnTo>
                <a:lnTo>
                  <a:pt x="128828" y="8940"/>
                </a:lnTo>
                <a:lnTo>
                  <a:pt x="129390" y="10166"/>
                </a:lnTo>
                <a:lnTo>
                  <a:pt x="129901" y="11494"/>
                </a:lnTo>
                <a:lnTo>
                  <a:pt x="130259" y="12567"/>
                </a:lnTo>
                <a:lnTo>
                  <a:pt x="130412" y="13435"/>
                </a:lnTo>
                <a:lnTo>
                  <a:pt x="130463" y="13793"/>
                </a:lnTo>
                <a:lnTo>
                  <a:pt x="130463" y="14150"/>
                </a:lnTo>
                <a:lnTo>
                  <a:pt x="130412" y="14406"/>
                </a:lnTo>
                <a:lnTo>
                  <a:pt x="130361" y="14661"/>
                </a:lnTo>
                <a:lnTo>
                  <a:pt x="130259" y="14865"/>
                </a:lnTo>
                <a:lnTo>
                  <a:pt x="130105" y="15019"/>
                </a:lnTo>
                <a:lnTo>
                  <a:pt x="129952" y="15172"/>
                </a:lnTo>
                <a:lnTo>
                  <a:pt x="129748" y="15274"/>
                </a:lnTo>
                <a:lnTo>
                  <a:pt x="129543" y="15325"/>
                </a:lnTo>
                <a:lnTo>
                  <a:pt x="129288" y="15325"/>
                </a:lnTo>
                <a:lnTo>
                  <a:pt x="129186" y="15376"/>
                </a:lnTo>
                <a:lnTo>
                  <a:pt x="128930" y="15325"/>
                </a:lnTo>
                <a:lnTo>
                  <a:pt x="128675" y="15274"/>
                </a:lnTo>
                <a:lnTo>
                  <a:pt x="128420" y="15223"/>
                </a:lnTo>
                <a:lnTo>
                  <a:pt x="128164" y="15121"/>
                </a:lnTo>
                <a:lnTo>
                  <a:pt x="127602" y="14763"/>
                </a:lnTo>
                <a:lnTo>
                  <a:pt x="127040" y="14252"/>
                </a:lnTo>
                <a:lnTo>
                  <a:pt x="126479" y="13588"/>
                </a:lnTo>
                <a:lnTo>
                  <a:pt x="125917" y="12771"/>
                </a:lnTo>
                <a:lnTo>
                  <a:pt x="125355" y="11698"/>
                </a:lnTo>
                <a:lnTo>
                  <a:pt x="124742" y="10472"/>
                </a:lnTo>
                <a:lnTo>
                  <a:pt x="124231" y="9195"/>
                </a:lnTo>
                <a:lnTo>
                  <a:pt x="123924" y="8123"/>
                </a:lnTo>
                <a:lnTo>
                  <a:pt x="123771" y="7663"/>
                </a:lnTo>
                <a:lnTo>
                  <a:pt x="123720" y="7254"/>
                </a:lnTo>
                <a:lnTo>
                  <a:pt x="123720" y="6897"/>
                </a:lnTo>
                <a:lnTo>
                  <a:pt x="123720" y="6590"/>
                </a:lnTo>
                <a:lnTo>
                  <a:pt x="123771" y="6284"/>
                </a:lnTo>
                <a:lnTo>
                  <a:pt x="123822" y="6079"/>
                </a:lnTo>
                <a:lnTo>
                  <a:pt x="123976" y="5875"/>
                </a:lnTo>
                <a:lnTo>
                  <a:pt x="124078" y="5722"/>
                </a:lnTo>
                <a:lnTo>
                  <a:pt x="124282" y="5568"/>
                </a:lnTo>
                <a:lnTo>
                  <a:pt x="124486" y="5517"/>
                </a:lnTo>
                <a:lnTo>
                  <a:pt x="124691" y="5466"/>
                </a:lnTo>
                <a:lnTo>
                  <a:pt x="124946" y="5415"/>
                </a:lnTo>
                <a:close/>
                <a:moveTo>
                  <a:pt x="150998" y="1942"/>
                </a:moveTo>
                <a:lnTo>
                  <a:pt x="150487" y="2044"/>
                </a:lnTo>
                <a:lnTo>
                  <a:pt x="149976" y="2146"/>
                </a:lnTo>
                <a:lnTo>
                  <a:pt x="149567" y="2299"/>
                </a:lnTo>
                <a:lnTo>
                  <a:pt x="149210" y="2504"/>
                </a:lnTo>
                <a:lnTo>
                  <a:pt x="148903" y="2759"/>
                </a:lnTo>
                <a:lnTo>
                  <a:pt x="148648" y="3117"/>
                </a:lnTo>
                <a:lnTo>
                  <a:pt x="148444" y="3474"/>
                </a:lnTo>
                <a:lnTo>
                  <a:pt x="148290" y="3883"/>
                </a:lnTo>
                <a:lnTo>
                  <a:pt x="148188" y="4343"/>
                </a:lnTo>
                <a:lnTo>
                  <a:pt x="148188" y="4904"/>
                </a:lnTo>
                <a:lnTo>
                  <a:pt x="148188" y="5466"/>
                </a:lnTo>
                <a:lnTo>
                  <a:pt x="148290" y="6079"/>
                </a:lnTo>
                <a:lnTo>
                  <a:pt x="148444" y="6743"/>
                </a:lnTo>
                <a:lnTo>
                  <a:pt x="148648" y="7458"/>
                </a:lnTo>
                <a:lnTo>
                  <a:pt x="148903" y="8225"/>
                </a:lnTo>
                <a:lnTo>
                  <a:pt x="149210" y="9042"/>
                </a:lnTo>
                <a:lnTo>
                  <a:pt x="149618" y="9808"/>
                </a:lnTo>
                <a:lnTo>
                  <a:pt x="149976" y="10523"/>
                </a:lnTo>
                <a:lnTo>
                  <a:pt x="150385" y="11239"/>
                </a:lnTo>
                <a:lnTo>
                  <a:pt x="150793" y="11903"/>
                </a:lnTo>
                <a:lnTo>
                  <a:pt x="151253" y="12464"/>
                </a:lnTo>
                <a:lnTo>
                  <a:pt x="151713" y="13026"/>
                </a:lnTo>
                <a:lnTo>
                  <a:pt x="152173" y="13537"/>
                </a:lnTo>
                <a:lnTo>
                  <a:pt x="152632" y="13946"/>
                </a:lnTo>
                <a:lnTo>
                  <a:pt x="153092" y="14354"/>
                </a:lnTo>
                <a:lnTo>
                  <a:pt x="153603" y="14712"/>
                </a:lnTo>
                <a:lnTo>
                  <a:pt x="154114" y="14967"/>
                </a:lnTo>
                <a:lnTo>
                  <a:pt x="154624" y="15223"/>
                </a:lnTo>
                <a:lnTo>
                  <a:pt x="155135" y="15427"/>
                </a:lnTo>
                <a:lnTo>
                  <a:pt x="155646" y="15529"/>
                </a:lnTo>
                <a:lnTo>
                  <a:pt x="156157" y="15631"/>
                </a:lnTo>
                <a:lnTo>
                  <a:pt x="156974" y="15631"/>
                </a:lnTo>
                <a:lnTo>
                  <a:pt x="157536" y="15580"/>
                </a:lnTo>
                <a:lnTo>
                  <a:pt x="157996" y="15478"/>
                </a:lnTo>
                <a:lnTo>
                  <a:pt x="158405" y="15325"/>
                </a:lnTo>
                <a:lnTo>
                  <a:pt x="158762" y="15070"/>
                </a:lnTo>
                <a:lnTo>
                  <a:pt x="159069" y="14814"/>
                </a:lnTo>
                <a:lnTo>
                  <a:pt x="159324" y="14457"/>
                </a:lnTo>
                <a:lnTo>
                  <a:pt x="159528" y="14099"/>
                </a:lnTo>
                <a:lnTo>
                  <a:pt x="159682" y="13690"/>
                </a:lnTo>
                <a:lnTo>
                  <a:pt x="159784" y="13180"/>
                </a:lnTo>
                <a:lnTo>
                  <a:pt x="159784" y="12669"/>
                </a:lnTo>
                <a:lnTo>
                  <a:pt x="159784" y="12056"/>
                </a:lnTo>
                <a:lnTo>
                  <a:pt x="159682" y="11443"/>
                </a:lnTo>
                <a:lnTo>
                  <a:pt x="159528" y="10779"/>
                </a:lnTo>
                <a:lnTo>
                  <a:pt x="159324" y="10064"/>
                </a:lnTo>
                <a:lnTo>
                  <a:pt x="159017" y="9297"/>
                </a:lnTo>
                <a:lnTo>
                  <a:pt x="158711" y="8480"/>
                </a:lnTo>
                <a:lnTo>
                  <a:pt x="158353" y="7663"/>
                </a:lnTo>
                <a:lnTo>
                  <a:pt x="157945" y="6948"/>
                </a:lnTo>
                <a:lnTo>
                  <a:pt x="157587" y="6284"/>
                </a:lnTo>
                <a:lnTo>
                  <a:pt x="157127" y="5620"/>
                </a:lnTo>
                <a:lnTo>
                  <a:pt x="156719" y="5058"/>
                </a:lnTo>
                <a:lnTo>
                  <a:pt x="156259" y="4547"/>
                </a:lnTo>
                <a:lnTo>
                  <a:pt x="155799" y="4036"/>
                </a:lnTo>
                <a:lnTo>
                  <a:pt x="155340" y="3627"/>
                </a:lnTo>
                <a:lnTo>
                  <a:pt x="154880" y="3219"/>
                </a:lnTo>
                <a:lnTo>
                  <a:pt x="154369" y="2912"/>
                </a:lnTo>
                <a:lnTo>
                  <a:pt x="153858" y="2606"/>
                </a:lnTo>
                <a:lnTo>
                  <a:pt x="153347" y="2350"/>
                </a:lnTo>
                <a:lnTo>
                  <a:pt x="152837" y="2197"/>
                </a:lnTo>
                <a:lnTo>
                  <a:pt x="152326" y="2044"/>
                </a:lnTo>
                <a:lnTo>
                  <a:pt x="151815" y="1993"/>
                </a:lnTo>
                <a:lnTo>
                  <a:pt x="151304" y="1942"/>
                </a:lnTo>
                <a:close/>
                <a:moveTo>
                  <a:pt x="113810" y="6079"/>
                </a:moveTo>
                <a:lnTo>
                  <a:pt x="114321" y="6130"/>
                </a:lnTo>
                <a:lnTo>
                  <a:pt x="114577" y="6181"/>
                </a:lnTo>
                <a:lnTo>
                  <a:pt x="114832" y="6335"/>
                </a:lnTo>
                <a:lnTo>
                  <a:pt x="115343" y="6641"/>
                </a:lnTo>
                <a:lnTo>
                  <a:pt x="115905" y="7101"/>
                </a:lnTo>
                <a:lnTo>
                  <a:pt x="116416" y="7765"/>
                </a:lnTo>
                <a:lnTo>
                  <a:pt x="116977" y="8582"/>
                </a:lnTo>
                <a:lnTo>
                  <a:pt x="117590" y="9604"/>
                </a:lnTo>
                <a:lnTo>
                  <a:pt x="118152" y="10830"/>
                </a:lnTo>
                <a:lnTo>
                  <a:pt x="118663" y="12158"/>
                </a:lnTo>
                <a:lnTo>
                  <a:pt x="119021" y="13231"/>
                </a:lnTo>
                <a:lnTo>
                  <a:pt x="119174" y="14099"/>
                </a:lnTo>
                <a:lnTo>
                  <a:pt x="119225" y="14457"/>
                </a:lnTo>
                <a:lnTo>
                  <a:pt x="119225" y="14814"/>
                </a:lnTo>
                <a:lnTo>
                  <a:pt x="119174" y="15070"/>
                </a:lnTo>
                <a:lnTo>
                  <a:pt x="119123" y="15325"/>
                </a:lnTo>
                <a:lnTo>
                  <a:pt x="118970" y="15529"/>
                </a:lnTo>
                <a:lnTo>
                  <a:pt x="118867" y="15683"/>
                </a:lnTo>
                <a:lnTo>
                  <a:pt x="118714" y="15836"/>
                </a:lnTo>
                <a:lnTo>
                  <a:pt x="118510" y="15938"/>
                </a:lnTo>
                <a:lnTo>
                  <a:pt x="118254" y="15989"/>
                </a:lnTo>
                <a:lnTo>
                  <a:pt x="117641" y="15989"/>
                </a:lnTo>
                <a:lnTo>
                  <a:pt x="117386" y="15938"/>
                </a:lnTo>
                <a:lnTo>
                  <a:pt x="117131" y="15887"/>
                </a:lnTo>
                <a:lnTo>
                  <a:pt x="116875" y="15734"/>
                </a:lnTo>
                <a:lnTo>
                  <a:pt x="116364" y="15427"/>
                </a:lnTo>
                <a:lnTo>
                  <a:pt x="115803" y="14916"/>
                </a:lnTo>
                <a:lnTo>
                  <a:pt x="115241" y="14252"/>
                </a:lnTo>
                <a:lnTo>
                  <a:pt x="114679" y="13384"/>
                </a:lnTo>
                <a:lnTo>
                  <a:pt x="114117" y="12362"/>
                </a:lnTo>
                <a:lnTo>
                  <a:pt x="113504" y="11136"/>
                </a:lnTo>
                <a:lnTo>
                  <a:pt x="112993" y="9859"/>
                </a:lnTo>
                <a:lnTo>
                  <a:pt x="112635" y="8787"/>
                </a:lnTo>
                <a:lnTo>
                  <a:pt x="112482" y="7918"/>
                </a:lnTo>
                <a:lnTo>
                  <a:pt x="112482" y="7561"/>
                </a:lnTo>
                <a:lnTo>
                  <a:pt x="112482" y="7254"/>
                </a:lnTo>
                <a:lnTo>
                  <a:pt x="112533" y="6948"/>
                </a:lnTo>
                <a:lnTo>
                  <a:pt x="112584" y="6743"/>
                </a:lnTo>
                <a:lnTo>
                  <a:pt x="112687" y="6539"/>
                </a:lnTo>
                <a:lnTo>
                  <a:pt x="112840" y="6386"/>
                </a:lnTo>
                <a:lnTo>
                  <a:pt x="112993" y="6233"/>
                </a:lnTo>
                <a:lnTo>
                  <a:pt x="113197" y="6181"/>
                </a:lnTo>
                <a:lnTo>
                  <a:pt x="113402" y="6079"/>
                </a:lnTo>
                <a:close/>
                <a:moveTo>
                  <a:pt x="135367" y="2861"/>
                </a:moveTo>
                <a:lnTo>
                  <a:pt x="134805" y="2963"/>
                </a:lnTo>
                <a:lnTo>
                  <a:pt x="134345" y="3065"/>
                </a:lnTo>
                <a:lnTo>
                  <a:pt x="133936" y="3219"/>
                </a:lnTo>
                <a:lnTo>
                  <a:pt x="133579" y="3423"/>
                </a:lnTo>
                <a:lnTo>
                  <a:pt x="133272" y="3678"/>
                </a:lnTo>
                <a:lnTo>
                  <a:pt x="133017" y="4036"/>
                </a:lnTo>
                <a:lnTo>
                  <a:pt x="132813" y="4394"/>
                </a:lnTo>
                <a:lnTo>
                  <a:pt x="132659" y="4802"/>
                </a:lnTo>
                <a:lnTo>
                  <a:pt x="132557" y="5262"/>
                </a:lnTo>
                <a:lnTo>
                  <a:pt x="132506" y="5824"/>
                </a:lnTo>
                <a:lnTo>
                  <a:pt x="132557" y="6386"/>
                </a:lnTo>
                <a:lnTo>
                  <a:pt x="132659" y="6999"/>
                </a:lnTo>
                <a:lnTo>
                  <a:pt x="132762" y="7663"/>
                </a:lnTo>
                <a:lnTo>
                  <a:pt x="133017" y="8378"/>
                </a:lnTo>
                <a:lnTo>
                  <a:pt x="133272" y="9144"/>
                </a:lnTo>
                <a:lnTo>
                  <a:pt x="133579" y="9961"/>
                </a:lnTo>
                <a:lnTo>
                  <a:pt x="133936" y="10728"/>
                </a:lnTo>
                <a:lnTo>
                  <a:pt x="134345" y="11443"/>
                </a:lnTo>
                <a:lnTo>
                  <a:pt x="134754" y="12158"/>
                </a:lnTo>
                <a:lnTo>
                  <a:pt x="135162" y="12771"/>
                </a:lnTo>
                <a:lnTo>
                  <a:pt x="135622" y="13384"/>
                </a:lnTo>
                <a:lnTo>
                  <a:pt x="136031" y="13946"/>
                </a:lnTo>
                <a:lnTo>
                  <a:pt x="136491" y="14406"/>
                </a:lnTo>
                <a:lnTo>
                  <a:pt x="137001" y="14865"/>
                </a:lnTo>
                <a:lnTo>
                  <a:pt x="137461" y="15274"/>
                </a:lnTo>
                <a:lnTo>
                  <a:pt x="137972" y="15631"/>
                </a:lnTo>
                <a:lnTo>
                  <a:pt x="138483" y="15887"/>
                </a:lnTo>
                <a:lnTo>
                  <a:pt x="138994" y="16142"/>
                </a:lnTo>
                <a:lnTo>
                  <a:pt x="139504" y="16347"/>
                </a:lnTo>
                <a:lnTo>
                  <a:pt x="140015" y="16449"/>
                </a:lnTo>
                <a:lnTo>
                  <a:pt x="140526" y="16551"/>
                </a:lnTo>
                <a:lnTo>
                  <a:pt x="141343" y="16551"/>
                </a:lnTo>
                <a:lnTo>
                  <a:pt x="141854" y="16500"/>
                </a:lnTo>
                <a:lnTo>
                  <a:pt x="142365" y="16398"/>
                </a:lnTo>
                <a:lnTo>
                  <a:pt x="142774" y="16244"/>
                </a:lnTo>
                <a:lnTo>
                  <a:pt x="143131" y="15989"/>
                </a:lnTo>
                <a:lnTo>
                  <a:pt x="143438" y="15734"/>
                </a:lnTo>
                <a:lnTo>
                  <a:pt x="143693" y="15376"/>
                </a:lnTo>
                <a:lnTo>
                  <a:pt x="143897" y="15019"/>
                </a:lnTo>
                <a:lnTo>
                  <a:pt x="144051" y="14610"/>
                </a:lnTo>
                <a:lnTo>
                  <a:pt x="144102" y="14099"/>
                </a:lnTo>
                <a:lnTo>
                  <a:pt x="144153" y="13588"/>
                </a:lnTo>
                <a:lnTo>
                  <a:pt x="144102" y="12975"/>
                </a:lnTo>
                <a:lnTo>
                  <a:pt x="144051" y="12362"/>
                </a:lnTo>
                <a:lnTo>
                  <a:pt x="143897" y="11698"/>
                </a:lnTo>
                <a:lnTo>
                  <a:pt x="143693" y="10983"/>
                </a:lnTo>
                <a:lnTo>
                  <a:pt x="143387" y="10217"/>
                </a:lnTo>
                <a:lnTo>
                  <a:pt x="143080" y="9400"/>
                </a:lnTo>
                <a:lnTo>
                  <a:pt x="142722" y="8582"/>
                </a:lnTo>
                <a:lnTo>
                  <a:pt x="142314" y="7867"/>
                </a:lnTo>
                <a:lnTo>
                  <a:pt x="141905" y="7203"/>
                </a:lnTo>
                <a:lnTo>
                  <a:pt x="141497" y="6539"/>
                </a:lnTo>
                <a:lnTo>
                  <a:pt x="141088" y="5977"/>
                </a:lnTo>
                <a:lnTo>
                  <a:pt x="140628" y="5466"/>
                </a:lnTo>
                <a:lnTo>
                  <a:pt x="140168" y="4955"/>
                </a:lnTo>
                <a:lnTo>
                  <a:pt x="139709" y="4547"/>
                </a:lnTo>
                <a:lnTo>
                  <a:pt x="139198" y="4138"/>
                </a:lnTo>
                <a:lnTo>
                  <a:pt x="138738" y="3781"/>
                </a:lnTo>
                <a:lnTo>
                  <a:pt x="138227" y="3525"/>
                </a:lnTo>
                <a:lnTo>
                  <a:pt x="137717" y="3270"/>
                </a:lnTo>
                <a:lnTo>
                  <a:pt x="137206" y="3117"/>
                </a:lnTo>
                <a:lnTo>
                  <a:pt x="136695" y="2963"/>
                </a:lnTo>
                <a:lnTo>
                  <a:pt x="136184" y="2912"/>
                </a:lnTo>
                <a:lnTo>
                  <a:pt x="135673" y="2861"/>
                </a:lnTo>
                <a:close/>
                <a:moveTo>
                  <a:pt x="102572" y="6743"/>
                </a:moveTo>
                <a:lnTo>
                  <a:pt x="103032" y="6794"/>
                </a:lnTo>
                <a:lnTo>
                  <a:pt x="103543" y="6948"/>
                </a:lnTo>
                <a:lnTo>
                  <a:pt x="104105" y="7305"/>
                </a:lnTo>
                <a:lnTo>
                  <a:pt x="104616" y="7765"/>
                </a:lnTo>
                <a:lnTo>
                  <a:pt x="105178" y="8429"/>
                </a:lnTo>
                <a:lnTo>
                  <a:pt x="105739" y="9246"/>
                </a:lnTo>
                <a:lnTo>
                  <a:pt x="106301" y="10268"/>
                </a:lnTo>
                <a:lnTo>
                  <a:pt x="106914" y="11494"/>
                </a:lnTo>
                <a:lnTo>
                  <a:pt x="107425" y="12771"/>
                </a:lnTo>
                <a:lnTo>
                  <a:pt x="107783" y="13895"/>
                </a:lnTo>
                <a:lnTo>
                  <a:pt x="107936" y="14763"/>
                </a:lnTo>
                <a:lnTo>
                  <a:pt x="107987" y="15121"/>
                </a:lnTo>
                <a:lnTo>
                  <a:pt x="107987" y="15478"/>
                </a:lnTo>
                <a:lnTo>
                  <a:pt x="107936" y="15734"/>
                </a:lnTo>
                <a:lnTo>
                  <a:pt x="107834" y="15989"/>
                </a:lnTo>
                <a:lnTo>
                  <a:pt x="107732" y="16193"/>
                </a:lnTo>
                <a:lnTo>
                  <a:pt x="107629" y="16347"/>
                </a:lnTo>
                <a:lnTo>
                  <a:pt x="107425" y="16500"/>
                </a:lnTo>
                <a:lnTo>
                  <a:pt x="107272" y="16602"/>
                </a:lnTo>
                <a:lnTo>
                  <a:pt x="107017" y="16653"/>
                </a:lnTo>
                <a:lnTo>
                  <a:pt x="106404" y="16653"/>
                </a:lnTo>
                <a:lnTo>
                  <a:pt x="106148" y="16602"/>
                </a:lnTo>
                <a:lnTo>
                  <a:pt x="105893" y="16551"/>
                </a:lnTo>
                <a:lnTo>
                  <a:pt x="105637" y="16398"/>
                </a:lnTo>
                <a:lnTo>
                  <a:pt x="105126" y="16091"/>
                </a:lnTo>
                <a:lnTo>
                  <a:pt x="104565" y="15580"/>
                </a:lnTo>
                <a:lnTo>
                  <a:pt x="104003" y="14916"/>
                </a:lnTo>
                <a:lnTo>
                  <a:pt x="103441" y="14048"/>
                </a:lnTo>
                <a:lnTo>
                  <a:pt x="102828" y="13026"/>
                </a:lnTo>
                <a:lnTo>
                  <a:pt x="102266" y="11800"/>
                </a:lnTo>
                <a:lnTo>
                  <a:pt x="101755" y="10472"/>
                </a:lnTo>
                <a:lnTo>
                  <a:pt x="101398" y="9451"/>
                </a:lnTo>
                <a:lnTo>
                  <a:pt x="101295" y="8991"/>
                </a:lnTo>
                <a:lnTo>
                  <a:pt x="101244" y="8582"/>
                </a:lnTo>
                <a:lnTo>
                  <a:pt x="101193" y="8225"/>
                </a:lnTo>
                <a:lnTo>
                  <a:pt x="101244" y="7867"/>
                </a:lnTo>
                <a:lnTo>
                  <a:pt x="101244" y="7612"/>
                </a:lnTo>
                <a:lnTo>
                  <a:pt x="101346" y="7407"/>
                </a:lnTo>
                <a:lnTo>
                  <a:pt x="101449" y="7203"/>
                </a:lnTo>
                <a:lnTo>
                  <a:pt x="101602" y="7050"/>
                </a:lnTo>
                <a:lnTo>
                  <a:pt x="101755" y="6897"/>
                </a:lnTo>
                <a:lnTo>
                  <a:pt x="101959" y="6846"/>
                </a:lnTo>
                <a:lnTo>
                  <a:pt x="102164" y="6743"/>
                </a:lnTo>
                <a:close/>
                <a:moveTo>
                  <a:pt x="124129" y="3525"/>
                </a:moveTo>
                <a:lnTo>
                  <a:pt x="123567" y="3576"/>
                </a:lnTo>
                <a:lnTo>
                  <a:pt x="123107" y="3730"/>
                </a:lnTo>
                <a:lnTo>
                  <a:pt x="122699" y="3883"/>
                </a:lnTo>
                <a:lnTo>
                  <a:pt x="122341" y="4087"/>
                </a:lnTo>
                <a:lnTo>
                  <a:pt x="122034" y="4343"/>
                </a:lnTo>
                <a:lnTo>
                  <a:pt x="121779" y="4700"/>
                </a:lnTo>
                <a:lnTo>
                  <a:pt x="121575" y="5058"/>
                </a:lnTo>
                <a:lnTo>
                  <a:pt x="121422" y="5466"/>
                </a:lnTo>
                <a:lnTo>
                  <a:pt x="121319" y="5926"/>
                </a:lnTo>
                <a:lnTo>
                  <a:pt x="121268" y="6437"/>
                </a:lnTo>
                <a:lnTo>
                  <a:pt x="121319" y="7050"/>
                </a:lnTo>
                <a:lnTo>
                  <a:pt x="121370" y="7663"/>
                </a:lnTo>
                <a:lnTo>
                  <a:pt x="121524" y="8327"/>
                </a:lnTo>
                <a:lnTo>
                  <a:pt x="121728" y="9042"/>
                </a:lnTo>
                <a:lnTo>
                  <a:pt x="121983" y="9808"/>
                </a:lnTo>
                <a:lnTo>
                  <a:pt x="122341" y="10574"/>
                </a:lnTo>
                <a:lnTo>
                  <a:pt x="122699" y="11392"/>
                </a:lnTo>
                <a:lnTo>
                  <a:pt x="123107" y="12107"/>
                </a:lnTo>
                <a:lnTo>
                  <a:pt x="123516" y="12822"/>
                </a:lnTo>
                <a:lnTo>
                  <a:pt x="123924" y="13435"/>
                </a:lnTo>
                <a:lnTo>
                  <a:pt x="124333" y="14048"/>
                </a:lnTo>
                <a:lnTo>
                  <a:pt x="124793" y="14610"/>
                </a:lnTo>
                <a:lnTo>
                  <a:pt x="125253" y="15070"/>
                </a:lnTo>
                <a:lnTo>
                  <a:pt x="125763" y="15529"/>
                </a:lnTo>
                <a:lnTo>
                  <a:pt x="126223" y="15938"/>
                </a:lnTo>
                <a:lnTo>
                  <a:pt x="126734" y="16296"/>
                </a:lnTo>
                <a:lnTo>
                  <a:pt x="127245" y="16551"/>
                </a:lnTo>
                <a:lnTo>
                  <a:pt x="127756" y="16806"/>
                </a:lnTo>
                <a:lnTo>
                  <a:pt x="128266" y="17011"/>
                </a:lnTo>
                <a:lnTo>
                  <a:pt x="128777" y="17113"/>
                </a:lnTo>
                <a:lnTo>
                  <a:pt x="129288" y="17215"/>
                </a:lnTo>
                <a:lnTo>
                  <a:pt x="130105" y="17215"/>
                </a:lnTo>
                <a:lnTo>
                  <a:pt x="130616" y="17164"/>
                </a:lnTo>
                <a:lnTo>
                  <a:pt x="131076" y="17062"/>
                </a:lnTo>
                <a:lnTo>
                  <a:pt x="131536" y="16857"/>
                </a:lnTo>
                <a:lnTo>
                  <a:pt x="131893" y="16653"/>
                </a:lnTo>
                <a:lnTo>
                  <a:pt x="132200" y="16398"/>
                </a:lnTo>
                <a:lnTo>
                  <a:pt x="132455" y="16040"/>
                </a:lnTo>
                <a:lnTo>
                  <a:pt x="132659" y="15683"/>
                </a:lnTo>
                <a:lnTo>
                  <a:pt x="132762" y="15223"/>
                </a:lnTo>
                <a:lnTo>
                  <a:pt x="132864" y="14763"/>
                </a:lnTo>
                <a:lnTo>
                  <a:pt x="132915" y="14252"/>
                </a:lnTo>
                <a:lnTo>
                  <a:pt x="132864" y="13639"/>
                </a:lnTo>
                <a:lnTo>
                  <a:pt x="132762" y="13026"/>
                </a:lnTo>
                <a:lnTo>
                  <a:pt x="132608" y="12362"/>
                </a:lnTo>
                <a:lnTo>
                  <a:pt x="132404" y="11647"/>
                </a:lnTo>
                <a:lnTo>
                  <a:pt x="132149" y="10881"/>
                </a:lnTo>
                <a:lnTo>
                  <a:pt x="131791" y="10064"/>
                </a:lnTo>
                <a:lnTo>
                  <a:pt x="131433" y="9246"/>
                </a:lnTo>
                <a:lnTo>
                  <a:pt x="131076" y="8531"/>
                </a:lnTo>
                <a:lnTo>
                  <a:pt x="130667" y="7867"/>
                </a:lnTo>
                <a:lnTo>
                  <a:pt x="130259" y="7203"/>
                </a:lnTo>
                <a:lnTo>
                  <a:pt x="129799" y="6641"/>
                </a:lnTo>
                <a:lnTo>
                  <a:pt x="129390" y="6079"/>
                </a:lnTo>
                <a:lnTo>
                  <a:pt x="128930" y="5620"/>
                </a:lnTo>
                <a:lnTo>
                  <a:pt x="128471" y="5160"/>
                </a:lnTo>
                <a:lnTo>
                  <a:pt x="127960" y="4802"/>
                </a:lnTo>
                <a:lnTo>
                  <a:pt x="127500" y="4445"/>
                </a:lnTo>
                <a:lnTo>
                  <a:pt x="126989" y="4189"/>
                </a:lnTo>
                <a:lnTo>
                  <a:pt x="126479" y="3934"/>
                </a:lnTo>
                <a:lnTo>
                  <a:pt x="125968" y="3781"/>
                </a:lnTo>
                <a:lnTo>
                  <a:pt x="125457" y="3627"/>
                </a:lnTo>
                <a:lnTo>
                  <a:pt x="124946" y="3576"/>
                </a:lnTo>
                <a:lnTo>
                  <a:pt x="124435" y="3525"/>
                </a:lnTo>
                <a:close/>
                <a:moveTo>
                  <a:pt x="86890" y="7663"/>
                </a:moveTo>
                <a:lnTo>
                  <a:pt x="87401" y="7714"/>
                </a:lnTo>
                <a:lnTo>
                  <a:pt x="87657" y="7765"/>
                </a:lnTo>
                <a:lnTo>
                  <a:pt x="87912" y="7867"/>
                </a:lnTo>
                <a:lnTo>
                  <a:pt x="88423" y="8225"/>
                </a:lnTo>
                <a:lnTo>
                  <a:pt x="88985" y="8684"/>
                </a:lnTo>
                <a:lnTo>
                  <a:pt x="89547" y="9348"/>
                </a:lnTo>
                <a:lnTo>
                  <a:pt x="90109" y="10166"/>
                </a:lnTo>
                <a:lnTo>
                  <a:pt x="90670" y="11187"/>
                </a:lnTo>
                <a:lnTo>
                  <a:pt x="91283" y="12413"/>
                </a:lnTo>
                <a:lnTo>
                  <a:pt x="91794" y="13690"/>
                </a:lnTo>
                <a:lnTo>
                  <a:pt x="92101" y="14814"/>
                </a:lnTo>
                <a:lnTo>
                  <a:pt x="92305" y="15683"/>
                </a:lnTo>
                <a:lnTo>
                  <a:pt x="92305" y="16040"/>
                </a:lnTo>
                <a:lnTo>
                  <a:pt x="92305" y="16398"/>
                </a:lnTo>
                <a:lnTo>
                  <a:pt x="92305" y="16653"/>
                </a:lnTo>
                <a:lnTo>
                  <a:pt x="92203" y="16909"/>
                </a:lnTo>
                <a:lnTo>
                  <a:pt x="92101" y="17113"/>
                </a:lnTo>
                <a:lnTo>
                  <a:pt x="91947" y="17266"/>
                </a:lnTo>
                <a:lnTo>
                  <a:pt x="91794" y="17419"/>
                </a:lnTo>
                <a:lnTo>
                  <a:pt x="91590" y="17470"/>
                </a:lnTo>
                <a:lnTo>
                  <a:pt x="91386" y="17573"/>
                </a:lnTo>
                <a:lnTo>
                  <a:pt x="90773" y="17573"/>
                </a:lnTo>
                <a:lnTo>
                  <a:pt x="90517" y="17522"/>
                </a:lnTo>
                <a:lnTo>
                  <a:pt x="90262" y="17470"/>
                </a:lnTo>
                <a:lnTo>
                  <a:pt x="90006" y="17317"/>
                </a:lnTo>
                <a:lnTo>
                  <a:pt x="89444" y="17011"/>
                </a:lnTo>
                <a:lnTo>
                  <a:pt x="88934" y="16500"/>
                </a:lnTo>
                <a:lnTo>
                  <a:pt x="88372" y="15836"/>
                </a:lnTo>
                <a:lnTo>
                  <a:pt x="87810" y="14967"/>
                </a:lnTo>
                <a:lnTo>
                  <a:pt x="87197" y="13946"/>
                </a:lnTo>
                <a:lnTo>
                  <a:pt x="86635" y="12669"/>
                </a:lnTo>
                <a:lnTo>
                  <a:pt x="86073" y="11392"/>
                </a:lnTo>
                <a:lnTo>
                  <a:pt x="85767" y="10370"/>
                </a:lnTo>
                <a:lnTo>
                  <a:pt x="85613" y="9502"/>
                </a:lnTo>
                <a:lnTo>
                  <a:pt x="85562" y="9144"/>
                </a:lnTo>
                <a:lnTo>
                  <a:pt x="85562" y="8787"/>
                </a:lnTo>
                <a:lnTo>
                  <a:pt x="85613" y="8531"/>
                </a:lnTo>
                <a:lnTo>
                  <a:pt x="85716" y="8327"/>
                </a:lnTo>
                <a:lnTo>
                  <a:pt x="85818" y="8123"/>
                </a:lnTo>
                <a:lnTo>
                  <a:pt x="85971" y="7969"/>
                </a:lnTo>
                <a:lnTo>
                  <a:pt x="86124" y="7816"/>
                </a:lnTo>
                <a:lnTo>
                  <a:pt x="86329" y="7714"/>
                </a:lnTo>
                <a:lnTo>
                  <a:pt x="86533" y="7663"/>
                </a:lnTo>
                <a:close/>
                <a:moveTo>
                  <a:pt x="112840" y="4189"/>
                </a:moveTo>
                <a:lnTo>
                  <a:pt x="112329" y="4240"/>
                </a:lnTo>
                <a:lnTo>
                  <a:pt x="111869" y="4394"/>
                </a:lnTo>
                <a:lnTo>
                  <a:pt x="111461" y="4547"/>
                </a:lnTo>
                <a:lnTo>
                  <a:pt x="111103" y="4751"/>
                </a:lnTo>
                <a:lnTo>
                  <a:pt x="110745" y="5007"/>
                </a:lnTo>
                <a:lnTo>
                  <a:pt x="110490" y="5313"/>
                </a:lnTo>
                <a:lnTo>
                  <a:pt x="110286" y="5722"/>
                </a:lnTo>
                <a:lnTo>
                  <a:pt x="110132" y="6130"/>
                </a:lnTo>
                <a:lnTo>
                  <a:pt x="110081" y="6590"/>
                </a:lnTo>
                <a:lnTo>
                  <a:pt x="110030" y="7101"/>
                </a:lnTo>
                <a:lnTo>
                  <a:pt x="110081" y="7714"/>
                </a:lnTo>
                <a:lnTo>
                  <a:pt x="110132" y="8327"/>
                </a:lnTo>
                <a:lnTo>
                  <a:pt x="110286" y="8991"/>
                </a:lnTo>
                <a:lnTo>
                  <a:pt x="110490" y="9706"/>
                </a:lnTo>
                <a:lnTo>
                  <a:pt x="110745" y="10472"/>
                </a:lnTo>
                <a:lnTo>
                  <a:pt x="111103" y="11239"/>
                </a:lnTo>
                <a:lnTo>
                  <a:pt x="111461" y="12056"/>
                </a:lnTo>
                <a:lnTo>
                  <a:pt x="111869" y="12771"/>
                </a:lnTo>
                <a:lnTo>
                  <a:pt x="112227" y="13486"/>
                </a:lnTo>
                <a:lnTo>
                  <a:pt x="112687" y="14099"/>
                </a:lnTo>
                <a:lnTo>
                  <a:pt x="113095" y="14712"/>
                </a:lnTo>
                <a:lnTo>
                  <a:pt x="113555" y="15274"/>
                </a:lnTo>
                <a:lnTo>
                  <a:pt x="114015" y="15734"/>
                </a:lnTo>
                <a:lnTo>
                  <a:pt x="114474" y="16193"/>
                </a:lnTo>
                <a:lnTo>
                  <a:pt x="114985" y="16602"/>
                </a:lnTo>
                <a:lnTo>
                  <a:pt x="115496" y="16909"/>
                </a:lnTo>
                <a:lnTo>
                  <a:pt x="115956" y="17215"/>
                </a:lnTo>
                <a:lnTo>
                  <a:pt x="116467" y="17470"/>
                </a:lnTo>
                <a:lnTo>
                  <a:pt x="116977" y="17675"/>
                </a:lnTo>
                <a:lnTo>
                  <a:pt x="117539" y="17777"/>
                </a:lnTo>
                <a:lnTo>
                  <a:pt x="118050" y="17879"/>
                </a:lnTo>
                <a:lnTo>
                  <a:pt x="118867" y="17879"/>
                </a:lnTo>
                <a:lnTo>
                  <a:pt x="119378" y="17828"/>
                </a:lnTo>
                <a:lnTo>
                  <a:pt x="119838" y="17726"/>
                </a:lnTo>
                <a:lnTo>
                  <a:pt x="120247" y="17522"/>
                </a:lnTo>
                <a:lnTo>
                  <a:pt x="120604" y="17317"/>
                </a:lnTo>
                <a:lnTo>
                  <a:pt x="120911" y="17062"/>
                </a:lnTo>
                <a:lnTo>
                  <a:pt x="121166" y="16704"/>
                </a:lnTo>
                <a:lnTo>
                  <a:pt x="121370" y="16347"/>
                </a:lnTo>
                <a:lnTo>
                  <a:pt x="121524" y="15887"/>
                </a:lnTo>
                <a:lnTo>
                  <a:pt x="121626" y="15427"/>
                </a:lnTo>
                <a:lnTo>
                  <a:pt x="121677" y="14916"/>
                </a:lnTo>
                <a:lnTo>
                  <a:pt x="121626" y="14303"/>
                </a:lnTo>
                <a:lnTo>
                  <a:pt x="121524" y="13690"/>
                </a:lnTo>
                <a:lnTo>
                  <a:pt x="121370" y="13026"/>
                </a:lnTo>
                <a:lnTo>
                  <a:pt x="121166" y="12311"/>
                </a:lnTo>
                <a:lnTo>
                  <a:pt x="120911" y="11494"/>
                </a:lnTo>
                <a:lnTo>
                  <a:pt x="120553" y="10728"/>
                </a:lnTo>
                <a:lnTo>
                  <a:pt x="120196" y="9910"/>
                </a:lnTo>
                <a:lnTo>
                  <a:pt x="119838" y="9195"/>
                </a:lnTo>
                <a:lnTo>
                  <a:pt x="119429" y="8531"/>
                </a:lnTo>
                <a:lnTo>
                  <a:pt x="119021" y="7867"/>
                </a:lnTo>
                <a:lnTo>
                  <a:pt x="118561" y="7305"/>
                </a:lnTo>
                <a:lnTo>
                  <a:pt x="118152" y="6743"/>
                </a:lnTo>
                <a:lnTo>
                  <a:pt x="117693" y="6284"/>
                </a:lnTo>
                <a:lnTo>
                  <a:pt x="117182" y="5824"/>
                </a:lnTo>
                <a:lnTo>
                  <a:pt x="116722" y="5466"/>
                </a:lnTo>
                <a:lnTo>
                  <a:pt x="116211" y="5109"/>
                </a:lnTo>
                <a:lnTo>
                  <a:pt x="115751" y="4853"/>
                </a:lnTo>
                <a:lnTo>
                  <a:pt x="115241" y="4598"/>
                </a:lnTo>
                <a:lnTo>
                  <a:pt x="114730" y="4445"/>
                </a:lnTo>
                <a:lnTo>
                  <a:pt x="114219" y="4291"/>
                </a:lnTo>
                <a:lnTo>
                  <a:pt x="113657" y="4240"/>
                </a:lnTo>
                <a:lnTo>
                  <a:pt x="113146" y="4189"/>
                </a:lnTo>
                <a:close/>
                <a:moveTo>
                  <a:pt x="75652" y="8327"/>
                </a:moveTo>
                <a:lnTo>
                  <a:pt x="76163" y="8378"/>
                </a:lnTo>
                <a:lnTo>
                  <a:pt x="76674" y="8531"/>
                </a:lnTo>
                <a:lnTo>
                  <a:pt x="77185" y="8889"/>
                </a:lnTo>
                <a:lnTo>
                  <a:pt x="77747" y="9348"/>
                </a:lnTo>
                <a:lnTo>
                  <a:pt x="78258" y="10013"/>
                </a:lnTo>
                <a:lnTo>
                  <a:pt x="78820" y="10830"/>
                </a:lnTo>
                <a:lnTo>
                  <a:pt x="79432" y="11851"/>
                </a:lnTo>
                <a:lnTo>
                  <a:pt x="79994" y="13077"/>
                </a:lnTo>
                <a:lnTo>
                  <a:pt x="80505" y="14354"/>
                </a:lnTo>
                <a:lnTo>
                  <a:pt x="80863" y="15427"/>
                </a:lnTo>
                <a:lnTo>
                  <a:pt x="81067" y="16347"/>
                </a:lnTo>
                <a:lnTo>
                  <a:pt x="81067" y="16704"/>
                </a:lnTo>
                <a:lnTo>
                  <a:pt x="81067" y="17011"/>
                </a:lnTo>
                <a:lnTo>
                  <a:pt x="81016" y="17317"/>
                </a:lnTo>
                <a:lnTo>
                  <a:pt x="80965" y="17573"/>
                </a:lnTo>
                <a:lnTo>
                  <a:pt x="80863" y="17777"/>
                </a:lnTo>
                <a:lnTo>
                  <a:pt x="80710" y="17930"/>
                </a:lnTo>
                <a:lnTo>
                  <a:pt x="80556" y="18083"/>
                </a:lnTo>
                <a:lnTo>
                  <a:pt x="80352" y="18134"/>
                </a:lnTo>
                <a:lnTo>
                  <a:pt x="80148" y="18237"/>
                </a:lnTo>
                <a:lnTo>
                  <a:pt x="79535" y="18237"/>
                </a:lnTo>
                <a:lnTo>
                  <a:pt x="79279" y="18186"/>
                </a:lnTo>
                <a:lnTo>
                  <a:pt x="79024" y="18083"/>
                </a:lnTo>
                <a:lnTo>
                  <a:pt x="78768" y="17981"/>
                </a:lnTo>
                <a:lnTo>
                  <a:pt x="78207" y="17675"/>
                </a:lnTo>
                <a:lnTo>
                  <a:pt x="77645" y="17164"/>
                </a:lnTo>
                <a:lnTo>
                  <a:pt x="77083" y="16500"/>
                </a:lnTo>
                <a:lnTo>
                  <a:pt x="76521" y="15631"/>
                </a:lnTo>
                <a:lnTo>
                  <a:pt x="75959" y="14610"/>
                </a:lnTo>
                <a:lnTo>
                  <a:pt x="75346" y="13333"/>
                </a:lnTo>
                <a:lnTo>
                  <a:pt x="74835" y="12056"/>
                </a:lnTo>
                <a:lnTo>
                  <a:pt x="74529" y="10983"/>
                </a:lnTo>
                <a:lnTo>
                  <a:pt x="74375" y="10574"/>
                </a:lnTo>
                <a:lnTo>
                  <a:pt x="74324" y="10166"/>
                </a:lnTo>
                <a:lnTo>
                  <a:pt x="74324" y="9808"/>
                </a:lnTo>
                <a:lnTo>
                  <a:pt x="74324" y="9451"/>
                </a:lnTo>
                <a:lnTo>
                  <a:pt x="74375" y="9195"/>
                </a:lnTo>
                <a:lnTo>
                  <a:pt x="74427" y="8940"/>
                </a:lnTo>
                <a:lnTo>
                  <a:pt x="74580" y="8787"/>
                </a:lnTo>
                <a:lnTo>
                  <a:pt x="74682" y="8633"/>
                </a:lnTo>
                <a:lnTo>
                  <a:pt x="74886" y="8480"/>
                </a:lnTo>
                <a:lnTo>
                  <a:pt x="75091" y="8378"/>
                </a:lnTo>
                <a:lnTo>
                  <a:pt x="75295" y="8327"/>
                </a:lnTo>
                <a:close/>
                <a:moveTo>
                  <a:pt x="101602" y="4853"/>
                </a:moveTo>
                <a:lnTo>
                  <a:pt x="101091" y="4904"/>
                </a:lnTo>
                <a:lnTo>
                  <a:pt x="100631" y="5007"/>
                </a:lnTo>
                <a:lnTo>
                  <a:pt x="100172" y="5211"/>
                </a:lnTo>
                <a:lnTo>
                  <a:pt x="99814" y="5415"/>
                </a:lnTo>
                <a:lnTo>
                  <a:pt x="99508" y="5671"/>
                </a:lnTo>
                <a:lnTo>
                  <a:pt x="99252" y="5977"/>
                </a:lnTo>
                <a:lnTo>
                  <a:pt x="99048" y="6386"/>
                </a:lnTo>
                <a:lnTo>
                  <a:pt x="98895" y="6794"/>
                </a:lnTo>
                <a:lnTo>
                  <a:pt x="98792" y="7254"/>
                </a:lnTo>
                <a:lnTo>
                  <a:pt x="98792" y="7765"/>
                </a:lnTo>
                <a:lnTo>
                  <a:pt x="98792" y="8327"/>
                </a:lnTo>
                <a:lnTo>
                  <a:pt x="98895" y="8991"/>
                </a:lnTo>
                <a:lnTo>
                  <a:pt x="99048" y="9655"/>
                </a:lnTo>
                <a:lnTo>
                  <a:pt x="99252" y="10370"/>
                </a:lnTo>
                <a:lnTo>
                  <a:pt x="99508" y="11085"/>
                </a:lnTo>
                <a:lnTo>
                  <a:pt x="99814" y="11903"/>
                </a:lnTo>
                <a:lnTo>
                  <a:pt x="100223" y="12720"/>
                </a:lnTo>
                <a:lnTo>
                  <a:pt x="100580" y="13435"/>
                </a:lnTo>
                <a:lnTo>
                  <a:pt x="100989" y="14150"/>
                </a:lnTo>
                <a:lnTo>
                  <a:pt x="101398" y="14763"/>
                </a:lnTo>
                <a:lnTo>
                  <a:pt x="101857" y="15376"/>
                </a:lnTo>
                <a:lnTo>
                  <a:pt x="102317" y="15938"/>
                </a:lnTo>
                <a:lnTo>
                  <a:pt x="102777" y="16398"/>
                </a:lnTo>
                <a:lnTo>
                  <a:pt x="103236" y="16857"/>
                </a:lnTo>
                <a:lnTo>
                  <a:pt x="103696" y="17266"/>
                </a:lnTo>
                <a:lnTo>
                  <a:pt x="104207" y="17573"/>
                </a:lnTo>
                <a:lnTo>
                  <a:pt x="104718" y="17879"/>
                </a:lnTo>
                <a:lnTo>
                  <a:pt x="105229" y="18134"/>
                </a:lnTo>
                <a:lnTo>
                  <a:pt x="105739" y="18288"/>
                </a:lnTo>
                <a:lnTo>
                  <a:pt x="106250" y="18441"/>
                </a:lnTo>
                <a:lnTo>
                  <a:pt x="106812" y="18543"/>
                </a:lnTo>
                <a:lnTo>
                  <a:pt x="107629" y="18543"/>
                </a:lnTo>
                <a:lnTo>
                  <a:pt x="108140" y="18492"/>
                </a:lnTo>
                <a:lnTo>
                  <a:pt x="108600" y="18390"/>
                </a:lnTo>
                <a:lnTo>
                  <a:pt x="109009" y="18186"/>
                </a:lnTo>
                <a:lnTo>
                  <a:pt x="109366" y="17981"/>
                </a:lnTo>
                <a:lnTo>
                  <a:pt x="109673" y="17726"/>
                </a:lnTo>
                <a:lnTo>
                  <a:pt x="109928" y="17368"/>
                </a:lnTo>
                <a:lnTo>
                  <a:pt x="110132" y="17011"/>
                </a:lnTo>
                <a:lnTo>
                  <a:pt x="110286" y="16551"/>
                </a:lnTo>
                <a:lnTo>
                  <a:pt x="110388" y="16091"/>
                </a:lnTo>
                <a:lnTo>
                  <a:pt x="110388" y="15529"/>
                </a:lnTo>
                <a:lnTo>
                  <a:pt x="110388" y="14967"/>
                </a:lnTo>
                <a:lnTo>
                  <a:pt x="110286" y="14354"/>
                </a:lnTo>
                <a:lnTo>
                  <a:pt x="110132" y="13690"/>
                </a:lnTo>
                <a:lnTo>
                  <a:pt x="109928" y="12924"/>
                </a:lnTo>
                <a:lnTo>
                  <a:pt x="109673" y="12158"/>
                </a:lnTo>
                <a:lnTo>
                  <a:pt x="109315" y="11341"/>
                </a:lnTo>
                <a:lnTo>
                  <a:pt x="108958" y="10574"/>
                </a:lnTo>
                <a:lnTo>
                  <a:pt x="108549" y="9859"/>
                </a:lnTo>
                <a:lnTo>
                  <a:pt x="108191" y="9195"/>
                </a:lnTo>
                <a:lnTo>
                  <a:pt x="107732" y="8531"/>
                </a:lnTo>
                <a:lnTo>
                  <a:pt x="107323" y="7969"/>
                </a:lnTo>
                <a:lnTo>
                  <a:pt x="106863" y="7407"/>
                </a:lnTo>
                <a:lnTo>
                  <a:pt x="106404" y="6948"/>
                </a:lnTo>
                <a:lnTo>
                  <a:pt x="105944" y="6488"/>
                </a:lnTo>
                <a:lnTo>
                  <a:pt x="105484" y="6130"/>
                </a:lnTo>
                <a:lnTo>
                  <a:pt x="104973" y="5773"/>
                </a:lnTo>
                <a:lnTo>
                  <a:pt x="104462" y="5517"/>
                </a:lnTo>
                <a:lnTo>
                  <a:pt x="104003" y="5262"/>
                </a:lnTo>
                <a:lnTo>
                  <a:pt x="103492" y="5109"/>
                </a:lnTo>
                <a:lnTo>
                  <a:pt x="102930" y="4955"/>
                </a:lnTo>
                <a:lnTo>
                  <a:pt x="102419" y="4853"/>
                </a:lnTo>
                <a:close/>
                <a:moveTo>
                  <a:pt x="64415" y="8991"/>
                </a:moveTo>
                <a:lnTo>
                  <a:pt x="64925" y="9042"/>
                </a:lnTo>
                <a:lnTo>
                  <a:pt x="65181" y="9093"/>
                </a:lnTo>
                <a:lnTo>
                  <a:pt x="65436" y="9195"/>
                </a:lnTo>
                <a:lnTo>
                  <a:pt x="65947" y="9553"/>
                </a:lnTo>
                <a:lnTo>
                  <a:pt x="66509" y="10013"/>
                </a:lnTo>
                <a:lnTo>
                  <a:pt x="67020" y="10626"/>
                </a:lnTo>
                <a:lnTo>
                  <a:pt x="67582" y="11494"/>
                </a:lnTo>
                <a:lnTo>
                  <a:pt x="68195" y="12516"/>
                </a:lnTo>
                <a:lnTo>
                  <a:pt x="68756" y="13741"/>
                </a:lnTo>
                <a:lnTo>
                  <a:pt x="69267" y="15019"/>
                </a:lnTo>
                <a:lnTo>
                  <a:pt x="69625" y="16091"/>
                </a:lnTo>
                <a:lnTo>
                  <a:pt x="69778" y="17011"/>
                </a:lnTo>
                <a:lnTo>
                  <a:pt x="69829" y="17368"/>
                </a:lnTo>
                <a:lnTo>
                  <a:pt x="69829" y="17675"/>
                </a:lnTo>
                <a:lnTo>
                  <a:pt x="69778" y="17981"/>
                </a:lnTo>
                <a:lnTo>
                  <a:pt x="69727" y="18237"/>
                </a:lnTo>
                <a:lnTo>
                  <a:pt x="69574" y="18441"/>
                </a:lnTo>
                <a:lnTo>
                  <a:pt x="69472" y="18594"/>
                </a:lnTo>
                <a:lnTo>
                  <a:pt x="69318" y="18696"/>
                </a:lnTo>
                <a:lnTo>
                  <a:pt x="69114" y="18799"/>
                </a:lnTo>
                <a:lnTo>
                  <a:pt x="68859" y="18901"/>
                </a:lnTo>
                <a:lnTo>
                  <a:pt x="68297" y="18901"/>
                </a:lnTo>
                <a:lnTo>
                  <a:pt x="68041" y="18850"/>
                </a:lnTo>
                <a:lnTo>
                  <a:pt x="67786" y="18747"/>
                </a:lnTo>
                <a:lnTo>
                  <a:pt x="67479" y="18645"/>
                </a:lnTo>
                <a:lnTo>
                  <a:pt x="66969" y="18339"/>
                </a:lnTo>
                <a:lnTo>
                  <a:pt x="66407" y="17828"/>
                </a:lnTo>
                <a:lnTo>
                  <a:pt x="65845" y="17164"/>
                </a:lnTo>
                <a:lnTo>
                  <a:pt x="65283" y="16296"/>
                </a:lnTo>
                <a:lnTo>
                  <a:pt x="64721" y="15274"/>
                </a:lnTo>
                <a:lnTo>
                  <a:pt x="64108" y="13997"/>
                </a:lnTo>
                <a:lnTo>
                  <a:pt x="63597" y="12720"/>
                </a:lnTo>
                <a:lnTo>
                  <a:pt x="63240" y="11647"/>
                </a:lnTo>
                <a:lnTo>
                  <a:pt x="63086" y="10779"/>
                </a:lnTo>
                <a:lnTo>
                  <a:pt x="63086" y="10421"/>
                </a:lnTo>
                <a:lnTo>
                  <a:pt x="63086" y="10115"/>
                </a:lnTo>
                <a:lnTo>
                  <a:pt x="63137" y="9859"/>
                </a:lnTo>
                <a:lnTo>
                  <a:pt x="63189" y="9604"/>
                </a:lnTo>
                <a:lnTo>
                  <a:pt x="63291" y="9451"/>
                </a:lnTo>
                <a:lnTo>
                  <a:pt x="63444" y="9246"/>
                </a:lnTo>
                <a:lnTo>
                  <a:pt x="63648" y="9144"/>
                </a:lnTo>
                <a:lnTo>
                  <a:pt x="63802" y="9042"/>
                </a:lnTo>
                <a:lnTo>
                  <a:pt x="64057" y="8991"/>
                </a:lnTo>
                <a:close/>
                <a:moveTo>
                  <a:pt x="85971" y="5773"/>
                </a:moveTo>
                <a:lnTo>
                  <a:pt x="85409" y="5824"/>
                </a:lnTo>
                <a:lnTo>
                  <a:pt x="84949" y="5926"/>
                </a:lnTo>
                <a:lnTo>
                  <a:pt x="84541" y="6130"/>
                </a:lnTo>
                <a:lnTo>
                  <a:pt x="84183" y="6335"/>
                </a:lnTo>
                <a:lnTo>
                  <a:pt x="83877" y="6590"/>
                </a:lnTo>
                <a:lnTo>
                  <a:pt x="83621" y="6897"/>
                </a:lnTo>
                <a:lnTo>
                  <a:pt x="83417" y="7305"/>
                </a:lnTo>
                <a:lnTo>
                  <a:pt x="83264" y="7714"/>
                </a:lnTo>
                <a:lnTo>
                  <a:pt x="83161" y="8174"/>
                </a:lnTo>
                <a:lnTo>
                  <a:pt x="83110" y="8684"/>
                </a:lnTo>
                <a:lnTo>
                  <a:pt x="83161" y="9246"/>
                </a:lnTo>
                <a:lnTo>
                  <a:pt x="83264" y="9859"/>
                </a:lnTo>
                <a:lnTo>
                  <a:pt x="83366" y="10574"/>
                </a:lnTo>
                <a:lnTo>
                  <a:pt x="83621" y="11290"/>
                </a:lnTo>
                <a:lnTo>
                  <a:pt x="83877" y="12005"/>
                </a:lnTo>
                <a:lnTo>
                  <a:pt x="84183" y="12822"/>
                </a:lnTo>
                <a:lnTo>
                  <a:pt x="84541" y="13639"/>
                </a:lnTo>
                <a:lnTo>
                  <a:pt x="84949" y="14354"/>
                </a:lnTo>
                <a:lnTo>
                  <a:pt x="85358" y="15070"/>
                </a:lnTo>
                <a:lnTo>
                  <a:pt x="85767" y="15683"/>
                </a:lnTo>
                <a:lnTo>
                  <a:pt x="86226" y="16296"/>
                </a:lnTo>
                <a:lnTo>
                  <a:pt x="86635" y="16806"/>
                </a:lnTo>
                <a:lnTo>
                  <a:pt x="87146" y="17317"/>
                </a:lnTo>
                <a:lnTo>
                  <a:pt x="87606" y="17777"/>
                </a:lnTo>
                <a:lnTo>
                  <a:pt x="88065" y="18186"/>
                </a:lnTo>
                <a:lnTo>
                  <a:pt x="88576" y="18492"/>
                </a:lnTo>
                <a:lnTo>
                  <a:pt x="89087" y="18799"/>
                </a:lnTo>
                <a:lnTo>
                  <a:pt x="89598" y="19054"/>
                </a:lnTo>
                <a:lnTo>
                  <a:pt x="90109" y="19207"/>
                </a:lnTo>
                <a:lnTo>
                  <a:pt x="90619" y="19360"/>
                </a:lnTo>
                <a:lnTo>
                  <a:pt x="91130" y="19463"/>
                </a:lnTo>
                <a:lnTo>
                  <a:pt x="91947" y="19463"/>
                </a:lnTo>
                <a:lnTo>
                  <a:pt x="92458" y="19412"/>
                </a:lnTo>
                <a:lnTo>
                  <a:pt x="92969" y="19309"/>
                </a:lnTo>
                <a:lnTo>
                  <a:pt x="93378" y="19105"/>
                </a:lnTo>
                <a:lnTo>
                  <a:pt x="93735" y="18901"/>
                </a:lnTo>
                <a:lnTo>
                  <a:pt x="94042" y="18594"/>
                </a:lnTo>
                <a:lnTo>
                  <a:pt x="94297" y="18288"/>
                </a:lnTo>
                <a:lnTo>
                  <a:pt x="94502" y="17930"/>
                </a:lnTo>
                <a:lnTo>
                  <a:pt x="94655" y="17470"/>
                </a:lnTo>
                <a:lnTo>
                  <a:pt x="94706" y="17011"/>
                </a:lnTo>
                <a:lnTo>
                  <a:pt x="94757" y="16449"/>
                </a:lnTo>
                <a:lnTo>
                  <a:pt x="94757" y="15887"/>
                </a:lnTo>
                <a:lnTo>
                  <a:pt x="94655" y="15274"/>
                </a:lnTo>
                <a:lnTo>
                  <a:pt x="94502" y="14610"/>
                </a:lnTo>
                <a:lnTo>
                  <a:pt x="94297" y="13844"/>
                </a:lnTo>
                <a:lnTo>
                  <a:pt x="93991" y="13077"/>
                </a:lnTo>
                <a:lnTo>
                  <a:pt x="93684" y="12260"/>
                </a:lnTo>
                <a:lnTo>
                  <a:pt x="93327" y="11494"/>
                </a:lnTo>
                <a:lnTo>
                  <a:pt x="92918" y="10779"/>
                </a:lnTo>
                <a:lnTo>
                  <a:pt x="92509" y="10115"/>
                </a:lnTo>
                <a:lnTo>
                  <a:pt x="92101" y="9451"/>
                </a:lnTo>
                <a:lnTo>
                  <a:pt x="91692" y="8889"/>
                </a:lnTo>
                <a:lnTo>
                  <a:pt x="91232" y="8327"/>
                </a:lnTo>
                <a:lnTo>
                  <a:pt x="90773" y="7867"/>
                </a:lnTo>
                <a:lnTo>
                  <a:pt x="90313" y="7407"/>
                </a:lnTo>
                <a:lnTo>
                  <a:pt x="89853" y="7050"/>
                </a:lnTo>
                <a:lnTo>
                  <a:pt x="89342" y="6692"/>
                </a:lnTo>
                <a:lnTo>
                  <a:pt x="88831" y="6437"/>
                </a:lnTo>
                <a:lnTo>
                  <a:pt x="88321" y="6181"/>
                </a:lnTo>
                <a:lnTo>
                  <a:pt x="87810" y="6028"/>
                </a:lnTo>
                <a:lnTo>
                  <a:pt x="87299" y="5875"/>
                </a:lnTo>
                <a:lnTo>
                  <a:pt x="86788" y="5773"/>
                </a:lnTo>
                <a:close/>
                <a:moveTo>
                  <a:pt x="53177" y="9604"/>
                </a:moveTo>
                <a:lnTo>
                  <a:pt x="53636" y="9706"/>
                </a:lnTo>
                <a:lnTo>
                  <a:pt x="54147" y="9859"/>
                </a:lnTo>
                <a:lnTo>
                  <a:pt x="54709" y="10166"/>
                </a:lnTo>
                <a:lnTo>
                  <a:pt x="55220" y="10677"/>
                </a:lnTo>
                <a:lnTo>
                  <a:pt x="55782" y="11290"/>
                </a:lnTo>
                <a:lnTo>
                  <a:pt x="56344" y="12158"/>
                </a:lnTo>
                <a:lnTo>
                  <a:pt x="56906" y="13180"/>
                </a:lnTo>
                <a:lnTo>
                  <a:pt x="57519" y="14406"/>
                </a:lnTo>
                <a:lnTo>
                  <a:pt x="58029" y="15683"/>
                </a:lnTo>
                <a:lnTo>
                  <a:pt x="58387" y="16755"/>
                </a:lnTo>
                <a:lnTo>
                  <a:pt x="58540" y="17675"/>
                </a:lnTo>
                <a:lnTo>
                  <a:pt x="58591" y="18032"/>
                </a:lnTo>
                <a:lnTo>
                  <a:pt x="58591" y="18339"/>
                </a:lnTo>
                <a:lnTo>
                  <a:pt x="58540" y="18645"/>
                </a:lnTo>
                <a:lnTo>
                  <a:pt x="58438" y="18901"/>
                </a:lnTo>
                <a:lnTo>
                  <a:pt x="58336" y="19105"/>
                </a:lnTo>
                <a:lnTo>
                  <a:pt x="58234" y="19258"/>
                </a:lnTo>
                <a:lnTo>
                  <a:pt x="58029" y="19360"/>
                </a:lnTo>
                <a:lnTo>
                  <a:pt x="57876" y="19463"/>
                </a:lnTo>
                <a:lnTo>
                  <a:pt x="57621" y="19514"/>
                </a:lnTo>
                <a:lnTo>
                  <a:pt x="57416" y="19565"/>
                </a:lnTo>
                <a:lnTo>
                  <a:pt x="57008" y="19565"/>
                </a:lnTo>
                <a:lnTo>
                  <a:pt x="56752" y="19514"/>
                </a:lnTo>
                <a:lnTo>
                  <a:pt x="56497" y="19412"/>
                </a:lnTo>
                <a:lnTo>
                  <a:pt x="56241" y="19309"/>
                </a:lnTo>
                <a:lnTo>
                  <a:pt x="55731" y="18952"/>
                </a:lnTo>
                <a:lnTo>
                  <a:pt x="55169" y="18492"/>
                </a:lnTo>
                <a:lnTo>
                  <a:pt x="54607" y="17828"/>
                </a:lnTo>
                <a:lnTo>
                  <a:pt x="54045" y="16960"/>
                </a:lnTo>
                <a:lnTo>
                  <a:pt x="53432" y="15938"/>
                </a:lnTo>
                <a:lnTo>
                  <a:pt x="52870" y="14661"/>
                </a:lnTo>
                <a:lnTo>
                  <a:pt x="52359" y="13384"/>
                </a:lnTo>
                <a:lnTo>
                  <a:pt x="52002" y="12311"/>
                </a:lnTo>
                <a:lnTo>
                  <a:pt x="51900" y="11851"/>
                </a:lnTo>
                <a:lnTo>
                  <a:pt x="51848" y="11443"/>
                </a:lnTo>
                <a:lnTo>
                  <a:pt x="51797" y="11085"/>
                </a:lnTo>
                <a:lnTo>
                  <a:pt x="51848" y="10779"/>
                </a:lnTo>
                <a:lnTo>
                  <a:pt x="51848" y="10523"/>
                </a:lnTo>
                <a:lnTo>
                  <a:pt x="51951" y="10268"/>
                </a:lnTo>
                <a:lnTo>
                  <a:pt x="52053" y="10064"/>
                </a:lnTo>
                <a:lnTo>
                  <a:pt x="52206" y="9910"/>
                </a:lnTo>
                <a:lnTo>
                  <a:pt x="52359" y="9808"/>
                </a:lnTo>
                <a:lnTo>
                  <a:pt x="52564" y="9706"/>
                </a:lnTo>
                <a:lnTo>
                  <a:pt x="52768" y="9655"/>
                </a:lnTo>
                <a:lnTo>
                  <a:pt x="53023" y="9655"/>
                </a:lnTo>
                <a:lnTo>
                  <a:pt x="53177" y="9604"/>
                </a:lnTo>
                <a:close/>
                <a:moveTo>
                  <a:pt x="74733" y="6437"/>
                </a:moveTo>
                <a:lnTo>
                  <a:pt x="74171" y="6488"/>
                </a:lnTo>
                <a:lnTo>
                  <a:pt x="73711" y="6590"/>
                </a:lnTo>
                <a:lnTo>
                  <a:pt x="73303" y="6794"/>
                </a:lnTo>
                <a:lnTo>
                  <a:pt x="72945" y="6999"/>
                </a:lnTo>
                <a:lnTo>
                  <a:pt x="72639" y="7254"/>
                </a:lnTo>
                <a:lnTo>
                  <a:pt x="72383" y="7561"/>
                </a:lnTo>
                <a:lnTo>
                  <a:pt x="72179" y="7969"/>
                </a:lnTo>
                <a:lnTo>
                  <a:pt x="72026" y="8378"/>
                </a:lnTo>
                <a:lnTo>
                  <a:pt x="71924" y="8838"/>
                </a:lnTo>
                <a:lnTo>
                  <a:pt x="71872" y="9348"/>
                </a:lnTo>
                <a:lnTo>
                  <a:pt x="71924" y="9910"/>
                </a:lnTo>
                <a:lnTo>
                  <a:pt x="71975" y="10523"/>
                </a:lnTo>
                <a:lnTo>
                  <a:pt x="72128" y="11187"/>
                </a:lnTo>
                <a:lnTo>
                  <a:pt x="72332" y="11903"/>
                </a:lnTo>
                <a:lnTo>
                  <a:pt x="72588" y="12669"/>
                </a:lnTo>
                <a:lnTo>
                  <a:pt x="72945" y="13486"/>
                </a:lnTo>
                <a:lnTo>
                  <a:pt x="73303" y="14303"/>
                </a:lnTo>
                <a:lnTo>
                  <a:pt x="73711" y="15019"/>
                </a:lnTo>
                <a:lnTo>
                  <a:pt x="74120" y="15734"/>
                </a:lnTo>
                <a:lnTo>
                  <a:pt x="74529" y="16347"/>
                </a:lnTo>
                <a:lnTo>
                  <a:pt x="74937" y="16960"/>
                </a:lnTo>
                <a:lnTo>
                  <a:pt x="75397" y="17470"/>
                </a:lnTo>
                <a:lnTo>
                  <a:pt x="75857" y="17981"/>
                </a:lnTo>
                <a:lnTo>
                  <a:pt x="76368" y="18441"/>
                </a:lnTo>
                <a:lnTo>
                  <a:pt x="76827" y="18799"/>
                </a:lnTo>
                <a:lnTo>
                  <a:pt x="77338" y="19156"/>
                </a:lnTo>
                <a:lnTo>
                  <a:pt x="77849" y="19463"/>
                </a:lnTo>
                <a:lnTo>
                  <a:pt x="78360" y="19718"/>
                </a:lnTo>
                <a:lnTo>
                  <a:pt x="78871" y="19871"/>
                </a:lnTo>
                <a:lnTo>
                  <a:pt x="79381" y="20024"/>
                </a:lnTo>
                <a:lnTo>
                  <a:pt x="79892" y="20127"/>
                </a:lnTo>
                <a:lnTo>
                  <a:pt x="80710" y="20127"/>
                </a:lnTo>
                <a:lnTo>
                  <a:pt x="81220" y="20076"/>
                </a:lnTo>
                <a:lnTo>
                  <a:pt x="81680" y="19922"/>
                </a:lnTo>
                <a:lnTo>
                  <a:pt x="82140" y="19769"/>
                </a:lnTo>
                <a:lnTo>
                  <a:pt x="82497" y="19565"/>
                </a:lnTo>
                <a:lnTo>
                  <a:pt x="82804" y="19258"/>
                </a:lnTo>
                <a:lnTo>
                  <a:pt x="83059" y="18952"/>
                </a:lnTo>
                <a:lnTo>
                  <a:pt x="83264" y="18594"/>
                </a:lnTo>
                <a:lnTo>
                  <a:pt x="83366" y="18134"/>
                </a:lnTo>
                <a:lnTo>
                  <a:pt x="83468" y="17675"/>
                </a:lnTo>
                <a:lnTo>
                  <a:pt x="83519" y="17113"/>
                </a:lnTo>
                <a:lnTo>
                  <a:pt x="83468" y="16551"/>
                </a:lnTo>
                <a:lnTo>
                  <a:pt x="83366" y="15938"/>
                </a:lnTo>
                <a:lnTo>
                  <a:pt x="83213" y="15223"/>
                </a:lnTo>
                <a:lnTo>
                  <a:pt x="83008" y="14508"/>
                </a:lnTo>
                <a:lnTo>
                  <a:pt x="82753" y="13741"/>
                </a:lnTo>
                <a:lnTo>
                  <a:pt x="82395" y="12924"/>
                </a:lnTo>
                <a:lnTo>
                  <a:pt x="82038" y="12158"/>
                </a:lnTo>
                <a:lnTo>
                  <a:pt x="81680" y="11443"/>
                </a:lnTo>
                <a:lnTo>
                  <a:pt x="81271" y="10728"/>
                </a:lnTo>
                <a:lnTo>
                  <a:pt x="80863" y="10115"/>
                </a:lnTo>
                <a:lnTo>
                  <a:pt x="80403" y="9553"/>
                </a:lnTo>
                <a:lnTo>
                  <a:pt x="79994" y="8991"/>
                </a:lnTo>
                <a:lnTo>
                  <a:pt x="79535" y="8531"/>
                </a:lnTo>
                <a:lnTo>
                  <a:pt x="79075" y="8071"/>
                </a:lnTo>
                <a:lnTo>
                  <a:pt x="78564" y="7714"/>
                </a:lnTo>
                <a:lnTo>
                  <a:pt x="78104" y="7356"/>
                </a:lnTo>
                <a:lnTo>
                  <a:pt x="77594" y="7101"/>
                </a:lnTo>
                <a:lnTo>
                  <a:pt x="77083" y="6846"/>
                </a:lnTo>
                <a:lnTo>
                  <a:pt x="76572" y="6641"/>
                </a:lnTo>
                <a:lnTo>
                  <a:pt x="76061" y="6539"/>
                </a:lnTo>
                <a:lnTo>
                  <a:pt x="75550" y="6437"/>
                </a:lnTo>
                <a:close/>
                <a:moveTo>
                  <a:pt x="37546" y="10523"/>
                </a:moveTo>
                <a:lnTo>
                  <a:pt x="38005" y="10626"/>
                </a:lnTo>
                <a:lnTo>
                  <a:pt x="38516" y="10779"/>
                </a:lnTo>
                <a:lnTo>
                  <a:pt x="39078" y="11085"/>
                </a:lnTo>
                <a:lnTo>
                  <a:pt x="39589" y="11596"/>
                </a:lnTo>
                <a:lnTo>
                  <a:pt x="40151" y="12209"/>
                </a:lnTo>
                <a:lnTo>
                  <a:pt x="40713" y="13077"/>
                </a:lnTo>
                <a:lnTo>
                  <a:pt x="41275" y="14099"/>
                </a:lnTo>
                <a:lnTo>
                  <a:pt x="41888" y="15325"/>
                </a:lnTo>
                <a:lnTo>
                  <a:pt x="42398" y="16602"/>
                </a:lnTo>
                <a:lnTo>
                  <a:pt x="42705" y="17675"/>
                </a:lnTo>
                <a:lnTo>
                  <a:pt x="42909" y="18594"/>
                </a:lnTo>
                <a:lnTo>
                  <a:pt x="42960" y="18952"/>
                </a:lnTo>
                <a:lnTo>
                  <a:pt x="42909" y="19258"/>
                </a:lnTo>
                <a:lnTo>
                  <a:pt x="42909" y="19565"/>
                </a:lnTo>
                <a:lnTo>
                  <a:pt x="42807" y="19820"/>
                </a:lnTo>
                <a:lnTo>
                  <a:pt x="42705" y="20024"/>
                </a:lnTo>
                <a:lnTo>
                  <a:pt x="42552" y="20178"/>
                </a:lnTo>
                <a:lnTo>
                  <a:pt x="42398" y="20280"/>
                </a:lnTo>
                <a:lnTo>
                  <a:pt x="42194" y="20382"/>
                </a:lnTo>
                <a:lnTo>
                  <a:pt x="41990" y="20433"/>
                </a:lnTo>
                <a:lnTo>
                  <a:pt x="41785" y="20484"/>
                </a:lnTo>
                <a:lnTo>
                  <a:pt x="41377" y="20484"/>
                </a:lnTo>
                <a:lnTo>
                  <a:pt x="41121" y="20433"/>
                </a:lnTo>
                <a:lnTo>
                  <a:pt x="40866" y="20331"/>
                </a:lnTo>
                <a:lnTo>
                  <a:pt x="40611" y="20229"/>
                </a:lnTo>
                <a:lnTo>
                  <a:pt x="40100" y="19871"/>
                </a:lnTo>
                <a:lnTo>
                  <a:pt x="39538" y="19412"/>
                </a:lnTo>
                <a:lnTo>
                  <a:pt x="38976" y="18747"/>
                </a:lnTo>
                <a:lnTo>
                  <a:pt x="38414" y="17879"/>
                </a:lnTo>
                <a:lnTo>
                  <a:pt x="37801" y="16857"/>
                </a:lnTo>
                <a:lnTo>
                  <a:pt x="37239" y="15580"/>
                </a:lnTo>
                <a:lnTo>
                  <a:pt x="36728" y="14303"/>
                </a:lnTo>
                <a:lnTo>
                  <a:pt x="36371" y="13231"/>
                </a:lnTo>
                <a:lnTo>
                  <a:pt x="36269" y="12771"/>
                </a:lnTo>
                <a:lnTo>
                  <a:pt x="36218" y="12362"/>
                </a:lnTo>
                <a:lnTo>
                  <a:pt x="36166" y="12005"/>
                </a:lnTo>
                <a:lnTo>
                  <a:pt x="36166" y="11698"/>
                </a:lnTo>
                <a:lnTo>
                  <a:pt x="36218" y="11443"/>
                </a:lnTo>
                <a:lnTo>
                  <a:pt x="36320" y="11187"/>
                </a:lnTo>
                <a:lnTo>
                  <a:pt x="36422" y="10983"/>
                </a:lnTo>
                <a:lnTo>
                  <a:pt x="36575" y="10830"/>
                </a:lnTo>
                <a:lnTo>
                  <a:pt x="36728" y="10728"/>
                </a:lnTo>
                <a:lnTo>
                  <a:pt x="36933" y="10626"/>
                </a:lnTo>
                <a:lnTo>
                  <a:pt x="37137" y="10574"/>
                </a:lnTo>
                <a:lnTo>
                  <a:pt x="37392" y="10523"/>
                </a:lnTo>
                <a:close/>
                <a:moveTo>
                  <a:pt x="63444" y="7101"/>
                </a:moveTo>
                <a:lnTo>
                  <a:pt x="62933" y="7152"/>
                </a:lnTo>
                <a:lnTo>
                  <a:pt x="62473" y="7254"/>
                </a:lnTo>
                <a:lnTo>
                  <a:pt x="62065" y="7407"/>
                </a:lnTo>
                <a:lnTo>
                  <a:pt x="61707" y="7663"/>
                </a:lnTo>
                <a:lnTo>
                  <a:pt x="61350" y="7918"/>
                </a:lnTo>
                <a:lnTo>
                  <a:pt x="61094" y="8225"/>
                </a:lnTo>
                <a:lnTo>
                  <a:pt x="60890" y="8582"/>
                </a:lnTo>
                <a:lnTo>
                  <a:pt x="60737" y="9042"/>
                </a:lnTo>
                <a:lnTo>
                  <a:pt x="60686" y="9502"/>
                </a:lnTo>
                <a:lnTo>
                  <a:pt x="60634" y="10013"/>
                </a:lnTo>
                <a:lnTo>
                  <a:pt x="60686" y="10574"/>
                </a:lnTo>
                <a:lnTo>
                  <a:pt x="60737" y="11187"/>
                </a:lnTo>
                <a:lnTo>
                  <a:pt x="60890" y="11851"/>
                </a:lnTo>
                <a:lnTo>
                  <a:pt x="61094" y="12567"/>
                </a:lnTo>
                <a:lnTo>
                  <a:pt x="61350" y="13333"/>
                </a:lnTo>
                <a:lnTo>
                  <a:pt x="61707" y="14150"/>
                </a:lnTo>
                <a:lnTo>
                  <a:pt x="62065" y="14916"/>
                </a:lnTo>
                <a:lnTo>
                  <a:pt x="62473" y="15683"/>
                </a:lnTo>
                <a:lnTo>
                  <a:pt x="62831" y="16347"/>
                </a:lnTo>
                <a:lnTo>
                  <a:pt x="63291" y="17011"/>
                </a:lnTo>
                <a:lnTo>
                  <a:pt x="63699" y="17624"/>
                </a:lnTo>
                <a:lnTo>
                  <a:pt x="64159" y="18134"/>
                </a:lnTo>
                <a:lnTo>
                  <a:pt x="64619" y="18645"/>
                </a:lnTo>
                <a:lnTo>
                  <a:pt x="65079" y="19105"/>
                </a:lnTo>
                <a:lnTo>
                  <a:pt x="65589" y="19463"/>
                </a:lnTo>
                <a:lnTo>
                  <a:pt x="66100" y="19820"/>
                </a:lnTo>
                <a:lnTo>
                  <a:pt x="66560" y="20127"/>
                </a:lnTo>
                <a:lnTo>
                  <a:pt x="67071" y="20382"/>
                </a:lnTo>
                <a:lnTo>
                  <a:pt x="67582" y="20535"/>
                </a:lnTo>
                <a:lnTo>
                  <a:pt x="68143" y="20689"/>
                </a:lnTo>
                <a:lnTo>
                  <a:pt x="68654" y="20740"/>
                </a:lnTo>
                <a:lnTo>
                  <a:pt x="69165" y="20791"/>
                </a:lnTo>
                <a:lnTo>
                  <a:pt x="69472" y="20791"/>
                </a:lnTo>
                <a:lnTo>
                  <a:pt x="69982" y="20740"/>
                </a:lnTo>
                <a:lnTo>
                  <a:pt x="70442" y="20586"/>
                </a:lnTo>
                <a:lnTo>
                  <a:pt x="70851" y="20433"/>
                </a:lnTo>
                <a:lnTo>
                  <a:pt x="71208" y="20229"/>
                </a:lnTo>
                <a:lnTo>
                  <a:pt x="71515" y="19922"/>
                </a:lnTo>
                <a:lnTo>
                  <a:pt x="71770" y="19616"/>
                </a:lnTo>
                <a:lnTo>
                  <a:pt x="71975" y="19207"/>
                </a:lnTo>
                <a:lnTo>
                  <a:pt x="72128" y="18799"/>
                </a:lnTo>
                <a:lnTo>
                  <a:pt x="72230" y="18339"/>
                </a:lnTo>
                <a:lnTo>
                  <a:pt x="72281" y="17777"/>
                </a:lnTo>
                <a:lnTo>
                  <a:pt x="72230" y="17215"/>
                </a:lnTo>
                <a:lnTo>
                  <a:pt x="72128" y="16602"/>
                </a:lnTo>
                <a:lnTo>
                  <a:pt x="71975" y="15887"/>
                </a:lnTo>
                <a:lnTo>
                  <a:pt x="71770" y="15172"/>
                </a:lnTo>
                <a:lnTo>
                  <a:pt x="71515" y="14406"/>
                </a:lnTo>
                <a:lnTo>
                  <a:pt x="71157" y="13588"/>
                </a:lnTo>
                <a:lnTo>
                  <a:pt x="70800" y="12822"/>
                </a:lnTo>
                <a:lnTo>
                  <a:pt x="70442" y="12107"/>
                </a:lnTo>
                <a:lnTo>
                  <a:pt x="70033" y="11392"/>
                </a:lnTo>
                <a:lnTo>
                  <a:pt x="69625" y="10779"/>
                </a:lnTo>
                <a:lnTo>
                  <a:pt x="69165" y="10217"/>
                </a:lnTo>
                <a:lnTo>
                  <a:pt x="68756" y="9655"/>
                </a:lnTo>
                <a:lnTo>
                  <a:pt x="68297" y="9195"/>
                </a:lnTo>
                <a:lnTo>
                  <a:pt x="67786" y="8736"/>
                </a:lnTo>
                <a:lnTo>
                  <a:pt x="67326" y="8378"/>
                </a:lnTo>
                <a:lnTo>
                  <a:pt x="66815" y="8020"/>
                </a:lnTo>
                <a:lnTo>
                  <a:pt x="66356" y="7714"/>
                </a:lnTo>
                <a:lnTo>
                  <a:pt x="65845" y="7510"/>
                </a:lnTo>
                <a:lnTo>
                  <a:pt x="65334" y="7305"/>
                </a:lnTo>
                <a:lnTo>
                  <a:pt x="64823" y="7203"/>
                </a:lnTo>
                <a:lnTo>
                  <a:pt x="64261" y="7101"/>
                </a:lnTo>
                <a:close/>
                <a:moveTo>
                  <a:pt x="26257" y="11187"/>
                </a:moveTo>
                <a:lnTo>
                  <a:pt x="26767" y="11239"/>
                </a:lnTo>
                <a:lnTo>
                  <a:pt x="27023" y="11341"/>
                </a:lnTo>
                <a:lnTo>
                  <a:pt x="27278" y="11443"/>
                </a:lnTo>
                <a:lnTo>
                  <a:pt x="27789" y="11749"/>
                </a:lnTo>
                <a:lnTo>
                  <a:pt x="28351" y="12260"/>
                </a:lnTo>
                <a:lnTo>
                  <a:pt x="28913" y="12873"/>
                </a:lnTo>
                <a:lnTo>
                  <a:pt x="29475" y="13690"/>
                </a:lnTo>
                <a:lnTo>
                  <a:pt x="30037" y="14763"/>
                </a:lnTo>
                <a:lnTo>
                  <a:pt x="30599" y="15989"/>
                </a:lnTo>
                <a:lnTo>
                  <a:pt x="31160" y="17266"/>
                </a:lnTo>
                <a:lnTo>
                  <a:pt x="31467" y="18339"/>
                </a:lnTo>
                <a:lnTo>
                  <a:pt x="31671" y="19207"/>
                </a:lnTo>
                <a:lnTo>
                  <a:pt x="31671" y="19616"/>
                </a:lnTo>
                <a:lnTo>
                  <a:pt x="31671" y="19922"/>
                </a:lnTo>
                <a:lnTo>
                  <a:pt x="31620" y="20229"/>
                </a:lnTo>
                <a:lnTo>
                  <a:pt x="31569" y="20433"/>
                </a:lnTo>
                <a:lnTo>
                  <a:pt x="31467" y="20637"/>
                </a:lnTo>
                <a:lnTo>
                  <a:pt x="31314" y="20842"/>
                </a:lnTo>
                <a:lnTo>
                  <a:pt x="31160" y="20944"/>
                </a:lnTo>
                <a:lnTo>
                  <a:pt x="30956" y="21046"/>
                </a:lnTo>
                <a:lnTo>
                  <a:pt x="30752" y="21097"/>
                </a:lnTo>
                <a:lnTo>
                  <a:pt x="30496" y="21148"/>
                </a:lnTo>
                <a:lnTo>
                  <a:pt x="30139" y="21148"/>
                </a:lnTo>
                <a:lnTo>
                  <a:pt x="29883" y="21097"/>
                </a:lnTo>
                <a:lnTo>
                  <a:pt x="29628" y="20995"/>
                </a:lnTo>
                <a:lnTo>
                  <a:pt x="29373" y="20893"/>
                </a:lnTo>
                <a:lnTo>
                  <a:pt x="28811" y="20535"/>
                </a:lnTo>
                <a:lnTo>
                  <a:pt x="28249" y="20076"/>
                </a:lnTo>
                <a:lnTo>
                  <a:pt x="27687" y="19412"/>
                </a:lnTo>
                <a:lnTo>
                  <a:pt x="27125" y="18543"/>
                </a:lnTo>
                <a:lnTo>
                  <a:pt x="26563" y="17522"/>
                </a:lnTo>
                <a:lnTo>
                  <a:pt x="25950" y="16244"/>
                </a:lnTo>
                <a:lnTo>
                  <a:pt x="25439" y="14967"/>
                </a:lnTo>
                <a:lnTo>
                  <a:pt x="25133" y="13895"/>
                </a:lnTo>
                <a:lnTo>
                  <a:pt x="25031" y="13435"/>
                </a:lnTo>
                <a:lnTo>
                  <a:pt x="24929" y="13026"/>
                </a:lnTo>
                <a:lnTo>
                  <a:pt x="24929" y="12669"/>
                </a:lnTo>
                <a:lnTo>
                  <a:pt x="24929" y="12362"/>
                </a:lnTo>
                <a:lnTo>
                  <a:pt x="24980" y="12107"/>
                </a:lnTo>
                <a:lnTo>
                  <a:pt x="25031" y="11851"/>
                </a:lnTo>
                <a:lnTo>
                  <a:pt x="25184" y="11647"/>
                </a:lnTo>
                <a:lnTo>
                  <a:pt x="25286" y="11494"/>
                </a:lnTo>
                <a:lnTo>
                  <a:pt x="25490" y="11392"/>
                </a:lnTo>
                <a:lnTo>
                  <a:pt x="25695" y="11290"/>
                </a:lnTo>
                <a:lnTo>
                  <a:pt x="25899" y="11239"/>
                </a:lnTo>
                <a:lnTo>
                  <a:pt x="26154" y="11187"/>
                </a:lnTo>
                <a:close/>
                <a:moveTo>
                  <a:pt x="52206" y="7765"/>
                </a:moveTo>
                <a:lnTo>
                  <a:pt x="51695" y="7816"/>
                </a:lnTo>
                <a:lnTo>
                  <a:pt x="51235" y="7918"/>
                </a:lnTo>
                <a:lnTo>
                  <a:pt x="50827" y="8071"/>
                </a:lnTo>
                <a:lnTo>
                  <a:pt x="50418" y="8327"/>
                </a:lnTo>
                <a:lnTo>
                  <a:pt x="50112" y="8582"/>
                </a:lnTo>
                <a:lnTo>
                  <a:pt x="49856" y="8889"/>
                </a:lnTo>
                <a:lnTo>
                  <a:pt x="49652" y="9246"/>
                </a:lnTo>
                <a:lnTo>
                  <a:pt x="49499" y="9706"/>
                </a:lnTo>
                <a:lnTo>
                  <a:pt x="49397" y="10166"/>
                </a:lnTo>
                <a:lnTo>
                  <a:pt x="49397" y="10677"/>
                </a:lnTo>
                <a:lnTo>
                  <a:pt x="49397" y="11239"/>
                </a:lnTo>
                <a:lnTo>
                  <a:pt x="49499" y="11851"/>
                </a:lnTo>
                <a:lnTo>
                  <a:pt x="49652" y="12516"/>
                </a:lnTo>
                <a:lnTo>
                  <a:pt x="49856" y="13231"/>
                </a:lnTo>
                <a:lnTo>
                  <a:pt x="50112" y="13997"/>
                </a:lnTo>
                <a:lnTo>
                  <a:pt x="50469" y="14814"/>
                </a:lnTo>
                <a:lnTo>
                  <a:pt x="50827" y="15580"/>
                </a:lnTo>
                <a:lnTo>
                  <a:pt x="51184" y="16347"/>
                </a:lnTo>
                <a:lnTo>
                  <a:pt x="51593" y="17011"/>
                </a:lnTo>
                <a:lnTo>
                  <a:pt x="52002" y="17675"/>
                </a:lnTo>
                <a:lnTo>
                  <a:pt x="52461" y="18288"/>
                </a:lnTo>
                <a:lnTo>
                  <a:pt x="52921" y="18799"/>
                </a:lnTo>
                <a:lnTo>
                  <a:pt x="53381" y="19309"/>
                </a:lnTo>
                <a:lnTo>
                  <a:pt x="53841" y="19769"/>
                </a:lnTo>
                <a:lnTo>
                  <a:pt x="54351" y="20127"/>
                </a:lnTo>
                <a:lnTo>
                  <a:pt x="54811" y="20484"/>
                </a:lnTo>
                <a:lnTo>
                  <a:pt x="55322" y="20791"/>
                </a:lnTo>
                <a:lnTo>
                  <a:pt x="55833" y="20995"/>
                </a:lnTo>
                <a:lnTo>
                  <a:pt x="56344" y="21199"/>
                </a:lnTo>
                <a:lnTo>
                  <a:pt x="56854" y="21353"/>
                </a:lnTo>
                <a:lnTo>
                  <a:pt x="57416" y="21404"/>
                </a:lnTo>
                <a:lnTo>
                  <a:pt x="57927" y="21455"/>
                </a:lnTo>
                <a:lnTo>
                  <a:pt x="58234" y="21455"/>
                </a:lnTo>
                <a:lnTo>
                  <a:pt x="58744" y="21404"/>
                </a:lnTo>
                <a:lnTo>
                  <a:pt x="59204" y="21250"/>
                </a:lnTo>
                <a:lnTo>
                  <a:pt x="59613" y="21097"/>
                </a:lnTo>
                <a:lnTo>
                  <a:pt x="59970" y="20893"/>
                </a:lnTo>
                <a:lnTo>
                  <a:pt x="60277" y="20586"/>
                </a:lnTo>
                <a:lnTo>
                  <a:pt x="60532" y="20280"/>
                </a:lnTo>
                <a:lnTo>
                  <a:pt x="60737" y="19871"/>
                </a:lnTo>
                <a:lnTo>
                  <a:pt x="60890" y="19463"/>
                </a:lnTo>
                <a:lnTo>
                  <a:pt x="60992" y="19003"/>
                </a:lnTo>
                <a:lnTo>
                  <a:pt x="60992" y="18441"/>
                </a:lnTo>
                <a:lnTo>
                  <a:pt x="60992" y="17879"/>
                </a:lnTo>
                <a:lnTo>
                  <a:pt x="60890" y="17266"/>
                </a:lnTo>
                <a:lnTo>
                  <a:pt x="60737" y="16551"/>
                </a:lnTo>
                <a:lnTo>
                  <a:pt x="60532" y="15836"/>
                </a:lnTo>
                <a:lnTo>
                  <a:pt x="60277" y="15070"/>
                </a:lnTo>
                <a:lnTo>
                  <a:pt x="59919" y="14252"/>
                </a:lnTo>
                <a:lnTo>
                  <a:pt x="59562" y="13486"/>
                </a:lnTo>
                <a:lnTo>
                  <a:pt x="59153" y="12771"/>
                </a:lnTo>
                <a:lnTo>
                  <a:pt x="58796" y="12056"/>
                </a:lnTo>
                <a:lnTo>
                  <a:pt x="58336" y="11443"/>
                </a:lnTo>
                <a:lnTo>
                  <a:pt x="57927" y="10830"/>
                </a:lnTo>
                <a:lnTo>
                  <a:pt x="57467" y="10319"/>
                </a:lnTo>
                <a:lnTo>
                  <a:pt x="57008" y="9808"/>
                </a:lnTo>
                <a:lnTo>
                  <a:pt x="56548" y="9400"/>
                </a:lnTo>
                <a:lnTo>
                  <a:pt x="56088" y="8991"/>
                </a:lnTo>
                <a:lnTo>
                  <a:pt x="55577" y="8684"/>
                </a:lnTo>
                <a:lnTo>
                  <a:pt x="55067" y="8378"/>
                </a:lnTo>
                <a:lnTo>
                  <a:pt x="54607" y="8174"/>
                </a:lnTo>
                <a:lnTo>
                  <a:pt x="54096" y="7969"/>
                </a:lnTo>
                <a:lnTo>
                  <a:pt x="53534" y="7867"/>
                </a:lnTo>
                <a:lnTo>
                  <a:pt x="53023" y="7765"/>
                </a:lnTo>
                <a:close/>
                <a:moveTo>
                  <a:pt x="15019" y="11851"/>
                </a:moveTo>
                <a:lnTo>
                  <a:pt x="15530" y="11903"/>
                </a:lnTo>
                <a:lnTo>
                  <a:pt x="15785" y="12005"/>
                </a:lnTo>
                <a:lnTo>
                  <a:pt x="16040" y="12107"/>
                </a:lnTo>
                <a:lnTo>
                  <a:pt x="16551" y="12413"/>
                </a:lnTo>
                <a:lnTo>
                  <a:pt x="17113" y="12924"/>
                </a:lnTo>
                <a:lnTo>
                  <a:pt x="17624" y="13537"/>
                </a:lnTo>
                <a:lnTo>
                  <a:pt x="18186" y="14354"/>
                </a:lnTo>
                <a:lnTo>
                  <a:pt x="18799" y="15376"/>
                </a:lnTo>
                <a:lnTo>
                  <a:pt x="19361" y="16653"/>
                </a:lnTo>
                <a:lnTo>
                  <a:pt x="19871" y="17930"/>
                </a:lnTo>
                <a:lnTo>
                  <a:pt x="20229" y="19003"/>
                </a:lnTo>
                <a:lnTo>
                  <a:pt x="20382" y="19871"/>
                </a:lnTo>
                <a:lnTo>
                  <a:pt x="20433" y="20280"/>
                </a:lnTo>
                <a:lnTo>
                  <a:pt x="20433" y="20586"/>
                </a:lnTo>
                <a:lnTo>
                  <a:pt x="20382" y="20893"/>
                </a:lnTo>
                <a:lnTo>
                  <a:pt x="20331" y="21097"/>
                </a:lnTo>
                <a:lnTo>
                  <a:pt x="20229" y="21302"/>
                </a:lnTo>
                <a:lnTo>
                  <a:pt x="20076" y="21506"/>
                </a:lnTo>
                <a:lnTo>
                  <a:pt x="19923" y="21608"/>
                </a:lnTo>
                <a:lnTo>
                  <a:pt x="19718" y="21710"/>
                </a:lnTo>
                <a:lnTo>
                  <a:pt x="19463" y="21761"/>
                </a:lnTo>
                <a:lnTo>
                  <a:pt x="19258" y="21812"/>
                </a:lnTo>
                <a:lnTo>
                  <a:pt x="18901" y="21812"/>
                </a:lnTo>
                <a:lnTo>
                  <a:pt x="18645" y="21761"/>
                </a:lnTo>
                <a:lnTo>
                  <a:pt x="18390" y="21659"/>
                </a:lnTo>
                <a:lnTo>
                  <a:pt x="18084" y="21557"/>
                </a:lnTo>
                <a:lnTo>
                  <a:pt x="17573" y="21199"/>
                </a:lnTo>
                <a:lnTo>
                  <a:pt x="17011" y="20740"/>
                </a:lnTo>
                <a:lnTo>
                  <a:pt x="16449" y="20076"/>
                </a:lnTo>
                <a:lnTo>
                  <a:pt x="15887" y="19207"/>
                </a:lnTo>
                <a:lnTo>
                  <a:pt x="15325" y="18134"/>
                </a:lnTo>
                <a:lnTo>
                  <a:pt x="14712" y="16909"/>
                </a:lnTo>
                <a:lnTo>
                  <a:pt x="14201" y="15631"/>
                </a:lnTo>
                <a:lnTo>
                  <a:pt x="13844" y="14559"/>
                </a:lnTo>
                <a:lnTo>
                  <a:pt x="13691" y="13690"/>
                </a:lnTo>
                <a:lnTo>
                  <a:pt x="13691" y="13333"/>
                </a:lnTo>
                <a:lnTo>
                  <a:pt x="13691" y="13026"/>
                </a:lnTo>
                <a:lnTo>
                  <a:pt x="13742" y="12771"/>
                </a:lnTo>
                <a:lnTo>
                  <a:pt x="13793" y="12516"/>
                </a:lnTo>
                <a:lnTo>
                  <a:pt x="13946" y="12311"/>
                </a:lnTo>
                <a:lnTo>
                  <a:pt x="14048" y="12158"/>
                </a:lnTo>
                <a:lnTo>
                  <a:pt x="14252" y="12056"/>
                </a:lnTo>
                <a:lnTo>
                  <a:pt x="14406" y="11954"/>
                </a:lnTo>
                <a:lnTo>
                  <a:pt x="14661" y="11903"/>
                </a:lnTo>
                <a:lnTo>
                  <a:pt x="14865" y="11851"/>
                </a:lnTo>
                <a:close/>
                <a:moveTo>
                  <a:pt x="36575" y="8684"/>
                </a:moveTo>
                <a:lnTo>
                  <a:pt x="36064" y="8736"/>
                </a:lnTo>
                <a:lnTo>
                  <a:pt x="35605" y="8838"/>
                </a:lnTo>
                <a:lnTo>
                  <a:pt x="35145" y="8991"/>
                </a:lnTo>
                <a:lnTo>
                  <a:pt x="34787" y="9246"/>
                </a:lnTo>
                <a:lnTo>
                  <a:pt x="34481" y="9502"/>
                </a:lnTo>
                <a:lnTo>
                  <a:pt x="34225" y="9808"/>
                </a:lnTo>
                <a:lnTo>
                  <a:pt x="34021" y="10166"/>
                </a:lnTo>
                <a:lnTo>
                  <a:pt x="33868" y="10626"/>
                </a:lnTo>
                <a:lnTo>
                  <a:pt x="33766" y="11085"/>
                </a:lnTo>
                <a:lnTo>
                  <a:pt x="33766" y="11596"/>
                </a:lnTo>
                <a:lnTo>
                  <a:pt x="33766" y="12158"/>
                </a:lnTo>
                <a:lnTo>
                  <a:pt x="33868" y="12771"/>
                </a:lnTo>
                <a:lnTo>
                  <a:pt x="34021" y="13435"/>
                </a:lnTo>
                <a:lnTo>
                  <a:pt x="34225" y="14150"/>
                </a:lnTo>
                <a:lnTo>
                  <a:pt x="34481" y="14916"/>
                </a:lnTo>
                <a:lnTo>
                  <a:pt x="34787" y="15734"/>
                </a:lnTo>
                <a:lnTo>
                  <a:pt x="35196" y="16500"/>
                </a:lnTo>
                <a:lnTo>
                  <a:pt x="35553" y="17266"/>
                </a:lnTo>
                <a:lnTo>
                  <a:pt x="35962" y="17930"/>
                </a:lnTo>
                <a:lnTo>
                  <a:pt x="36371" y="18594"/>
                </a:lnTo>
                <a:lnTo>
                  <a:pt x="36831" y="19156"/>
                </a:lnTo>
                <a:lnTo>
                  <a:pt x="37290" y="19718"/>
                </a:lnTo>
                <a:lnTo>
                  <a:pt x="37750" y="20229"/>
                </a:lnTo>
                <a:lnTo>
                  <a:pt x="38210" y="20689"/>
                </a:lnTo>
                <a:lnTo>
                  <a:pt x="38721" y="21046"/>
                </a:lnTo>
                <a:lnTo>
                  <a:pt x="39180" y="21404"/>
                </a:lnTo>
                <a:lnTo>
                  <a:pt x="39691" y="21710"/>
                </a:lnTo>
                <a:lnTo>
                  <a:pt x="40202" y="21915"/>
                </a:lnTo>
                <a:lnTo>
                  <a:pt x="40713" y="22119"/>
                </a:lnTo>
                <a:lnTo>
                  <a:pt x="41224" y="22272"/>
                </a:lnTo>
                <a:lnTo>
                  <a:pt x="41785" y="22323"/>
                </a:lnTo>
                <a:lnTo>
                  <a:pt x="42296" y="22374"/>
                </a:lnTo>
                <a:lnTo>
                  <a:pt x="42603" y="22374"/>
                </a:lnTo>
                <a:lnTo>
                  <a:pt x="43114" y="22272"/>
                </a:lnTo>
                <a:lnTo>
                  <a:pt x="43573" y="22170"/>
                </a:lnTo>
                <a:lnTo>
                  <a:pt x="43982" y="22017"/>
                </a:lnTo>
                <a:lnTo>
                  <a:pt x="44339" y="21812"/>
                </a:lnTo>
                <a:lnTo>
                  <a:pt x="44646" y="21506"/>
                </a:lnTo>
                <a:lnTo>
                  <a:pt x="44901" y="21199"/>
                </a:lnTo>
                <a:lnTo>
                  <a:pt x="45106" y="20791"/>
                </a:lnTo>
                <a:lnTo>
                  <a:pt x="45259" y="20382"/>
                </a:lnTo>
                <a:lnTo>
                  <a:pt x="45361" y="19871"/>
                </a:lnTo>
                <a:lnTo>
                  <a:pt x="45361" y="19360"/>
                </a:lnTo>
                <a:lnTo>
                  <a:pt x="45361" y="18799"/>
                </a:lnTo>
                <a:lnTo>
                  <a:pt x="45259" y="18134"/>
                </a:lnTo>
                <a:lnTo>
                  <a:pt x="45106" y="17470"/>
                </a:lnTo>
                <a:lnTo>
                  <a:pt x="44901" y="16755"/>
                </a:lnTo>
                <a:lnTo>
                  <a:pt x="44595" y="15989"/>
                </a:lnTo>
                <a:lnTo>
                  <a:pt x="44288" y="15172"/>
                </a:lnTo>
                <a:lnTo>
                  <a:pt x="43931" y="14406"/>
                </a:lnTo>
                <a:lnTo>
                  <a:pt x="43522" y="13690"/>
                </a:lnTo>
                <a:lnTo>
                  <a:pt x="43114" y="12975"/>
                </a:lnTo>
                <a:lnTo>
                  <a:pt x="42705" y="12362"/>
                </a:lnTo>
                <a:lnTo>
                  <a:pt x="42296" y="11749"/>
                </a:lnTo>
                <a:lnTo>
                  <a:pt x="41836" y="11239"/>
                </a:lnTo>
                <a:lnTo>
                  <a:pt x="41377" y="10728"/>
                </a:lnTo>
                <a:lnTo>
                  <a:pt x="40917" y="10319"/>
                </a:lnTo>
                <a:lnTo>
                  <a:pt x="40457" y="9910"/>
                </a:lnTo>
                <a:lnTo>
                  <a:pt x="39946" y="9604"/>
                </a:lnTo>
                <a:lnTo>
                  <a:pt x="39436" y="9297"/>
                </a:lnTo>
                <a:lnTo>
                  <a:pt x="38925" y="9093"/>
                </a:lnTo>
                <a:lnTo>
                  <a:pt x="38414" y="8889"/>
                </a:lnTo>
                <a:lnTo>
                  <a:pt x="37903" y="8787"/>
                </a:lnTo>
                <a:lnTo>
                  <a:pt x="37392" y="8684"/>
                </a:lnTo>
                <a:close/>
                <a:moveTo>
                  <a:pt x="3781" y="12516"/>
                </a:moveTo>
                <a:lnTo>
                  <a:pt x="4241" y="12567"/>
                </a:lnTo>
                <a:lnTo>
                  <a:pt x="4751" y="12771"/>
                </a:lnTo>
                <a:lnTo>
                  <a:pt x="5313" y="13077"/>
                </a:lnTo>
                <a:lnTo>
                  <a:pt x="5824" y="13537"/>
                </a:lnTo>
                <a:lnTo>
                  <a:pt x="6386" y="14201"/>
                </a:lnTo>
                <a:lnTo>
                  <a:pt x="6948" y="15019"/>
                </a:lnTo>
                <a:lnTo>
                  <a:pt x="7510" y="16040"/>
                </a:lnTo>
                <a:lnTo>
                  <a:pt x="8123" y="17317"/>
                </a:lnTo>
                <a:lnTo>
                  <a:pt x="8634" y="18594"/>
                </a:lnTo>
                <a:lnTo>
                  <a:pt x="8991" y="19667"/>
                </a:lnTo>
                <a:lnTo>
                  <a:pt x="9144" y="20535"/>
                </a:lnTo>
                <a:lnTo>
                  <a:pt x="9195" y="20944"/>
                </a:lnTo>
                <a:lnTo>
                  <a:pt x="9195" y="21250"/>
                </a:lnTo>
                <a:lnTo>
                  <a:pt x="9144" y="21557"/>
                </a:lnTo>
                <a:lnTo>
                  <a:pt x="9042" y="21761"/>
                </a:lnTo>
                <a:lnTo>
                  <a:pt x="8940" y="21966"/>
                </a:lnTo>
                <a:lnTo>
                  <a:pt x="8838" y="22170"/>
                </a:lnTo>
                <a:lnTo>
                  <a:pt x="8634" y="22272"/>
                </a:lnTo>
                <a:lnTo>
                  <a:pt x="8480" y="22374"/>
                </a:lnTo>
                <a:lnTo>
                  <a:pt x="8225" y="22425"/>
                </a:lnTo>
                <a:lnTo>
                  <a:pt x="8021" y="22476"/>
                </a:lnTo>
                <a:lnTo>
                  <a:pt x="7867" y="22476"/>
                </a:lnTo>
                <a:lnTo>
                  <a:pt x="7612" y="22425"/>
                </a:lnTo>
                <a:lnTo>
                  <a:pt x="7356" y="22425"/>
                </a:lnTo>
                <a:lnTo>
                  <a:pt x="7101" y="22323"/>
                </a:lnTo>
                <a:lnTo>
                  <a:pt x="6846" y="22221"/>
                </a:lnTo>
                <a:lnTo>
                  <a:pt x="6335" y="21863"/>
                </a:lnTo>
                <a:lnTo>
                  <a:pt x="5773" y="21353"/>
                </a:lnTo>
                <a:lnTo>
                  <a:pt x="5211" y="20689"/>
                </a:lnTo>
                <a:lnTo>
                  <a:pt x="4649" y="19871"/>
                </a:lnTo>
                <a:lnTo>
                  <a:pt x="4036" y="18799"/>
                </a:lnTo>
                <a:lnTo>
                  <a:pt x="3474" y="17573"/>
                </a:lnTo>
                <a:lnTo>
                  <a:pt x="2963" y="16296"/>
                </a:lnTo>
                <a:lnTo>
                  <a:pt x="2606" y="15223"/>
                </a:lnTo>
                <a:lnTo>
                  <a:pt x="2504" y="14763"/>
                </a:lnTo>
                <a:lnTo>
                  <a:pt x="2453" y="14354"/>
                </a:lnTo>
                <a:lnTo>
                  <a:pt x="2402" y="13997"/>
                </a:lnTo>
                <a:lnTo>
                  <a:pt x="2453" y="13690"/>
                </a:lnTo>
                <a:lnTo>
                  <a:pt x="2453" y="13384"/>
                </a:lnTo>
                <a:lnTo>
                  <a:pt x="2555" y="13180"/>
                </a:lnTo>
                <a:lnTo>
                  <a:pt x="2657" y="12975"/>
                </a:lnTo>
                <a:lnTo>
                  <a:pt x="2810" y="12822"/>
                </a:lnTo>
                <a:lnTo>
                  <a:pt x="2963" y="12720"/>
                </a:lnTo>
                <a:lnTo>
                  <a:pt x="3168" y="12618"/>
                </a:lnTo>
                <a:lnTo>
                  <a:pt x="3372" y="12567"/>
                </a:lnTo>
                <a:lnTo>
                  <a:pt x="3628" y="12516"/>
                </a:lnTo>
                <a:close/>
                <a:moveTo>
                  <a:pt x="25337" y="9348"/>
                </a:moveTo>
                <a:lnTo>
                  <a:pt x="24775" y="9400"/>
                </a:lnTo>
                <a:lnTo>
                  <a:pt x="24316" y="9502"/>
                </a:lnTo>
                <a:lnTo>
                  <a:pt x="23907" y="9655"/>
                </a:lnTo>
                <a:lnTo>
                  <a:pt x="23549" y="9859"/>
                </a:lnTo>
                <a:lnTo>
                  <a:pt x="23243" y="10166"/>
                </a:lnTo>
                <a:lnTo>
                  <a:pt x="22987" y="10472"/>
                </a:lnTo>
                <a:lnTo>
                  <a:pt x="22783" y="10830"/>
                </a:lnTo>
                <a:lnTo>
                  <a:pt x="22630" y="11239"/>
                </a:lnTo>
                <a:lnTo>
                  <a:pt x="22528" y="11749"/>
                </a:lnTo>
                <a:lnTo>
                  <a:pt x="22477" y="12260"/>
                </a:lnTo>
                <a:lnTo>
                  <a:pt x="22528" y="12822"/>
                </a:lnTo>
                <a:lnTo>
                  <a:pt x="22630" y="13435"/>
                </a:lnTo>
                <a:lnTo>
                  <a:pt x="22732" y="14099"/>
                </a:lnTo>
                <a:lnTo>
                  <a:pt x="22987" y="14814"/>
                </a:lnTo>
                <a:lnTo>
                  <a:pt x="23243" y="15580"/>
                </a:lnTo>
                <a:lnTo>
                  <a:pt x="23549" y="16398"/>
                </a:lnTo>
                <a:lnTo>
                  <a:pt x="23907" y="17164"/>
                </a:lnTo>
                <a:lnTo>
                  <a:pt x="24316" y="17930"/>
                </a:lnTo>
                <a:lnTo>
                  <a:pt x="24724" y="18594"/>
                </a:lnTo>
                <a:lnTo>
                  <a:pt x="25133" y="19258"/>
                </a:lnTo>
                <a:lnTo>
                  <a:pt x="25593" y="19820"/>
                </a:lnTo>
                <a:lnTo>
                  <a:pt x="26001" y="20382"/>
                </a:lnTo>
                <a:lnTo>
                  <a:pt x="26461" y="20893"/>
                </a:lnTo>
                <a:lnTo>
                  <a:pt x="26972" y="21302"/>
                </a:lnTo>
                <a:lnTo>
                  <a:pt x="27432" y="21710"/>
                </a:lnTo>
                <a:lnTo>
                  <a:pt x="27942" y="22068"/>
                </a:lnTo>
                <a:lnTo>
                  <a:pt x="28453" y="22374"/>
                </a:lnTo>
                <a:lnTo>
                  <a:pt x="28964" y="22579"/>
                </a:lnTo>
                <a:lnTo>
                  <a:pt x="29475" y="22783"/>
                </a:lnTo>
                <a:lnTo>
                  <a:pt x="29986" y="22936"/>
                </a:lnTo>
                <a:lnTo>
                  <a:pt x="30496" y="22987"/>
                </a:lnTo>
                <a:lnTo>
                  <a:pt x="31007" y="23038"/>
                </a:lnTo>
                <a:lnTo>
                  <a:pt x="31314" y="23038"/>
                </a:lnTo>
                <a:lnTo>
                  <a:pt x="31825" y="22936"/>
                </a:lnTo>
                <a:lnTo>
                  <a:pt x="32284" y="22834"/>
                </a:lnTo>
                <a:lnTo>
                  <a:pt x="32744" y="22681"/>
                </a:lnTo>
                <a:lnTo>
                  <a:pt x="33102" y="22425"/>
                </a:lnTo>
                <a:lnTo>
                  <a:pt x="33408" y="22170"/>
                </a:lnTo>
                <a:lnTo>
                  <a:pt x="33663" y="21863"/>
                </a:lnTo>
                <a:lnTo>
                  <a:pt x="33868" y="21455"/>
                </a:lnTo>
                <a:lnTo>
                  <a:pt x="33970" y="21046"/>
                </a:lnTo>
                <a:lnTo>
                  <a:pt x="34072" y="20535"/>
                </a:lnTo>
                <a:lnTo>
                  <a:pt x="34123" y="20024"/>
                </a:lnTo>
                <a:lnTo>
                  <a:pt x="34072" y="19463"/>
                </a:lnTo>
                <a:lnTo>
                  <a:pt x="33970" y="18799"/>
                </a:lnTo>
                <a:lnTo>
                  <a:pt x="33817" y="18134"/>
                </a:lnTo>
                <a:lnTo>
                  <a:pt x="33612" y="17419"/>
                </a:lnTo>
                <a:lnTo>
                  <a:pt x="33357" y="16653"/>
                </a:lnTo>
                <a:lnTo>
                  <a:pt x="32999" y="15836"/>
                </a:lnTo>
                <a:lnTo>
                  <a:pt x="32642" y="15070"/>
                </a:lnTo>
                <a:lnTo>
                  <a:pt x="32284" y="14303"/>
                </a:lnTo>
                <a:lnTo>
                  <a:pt x="31876" y="13639"/>
                </a:lnTo>
                <a:lnTo>
                  <a:pt x="31467" y="13026"/>
                </a:lnTo>
                <a:lnTo>
                  <a:pt x="31058" y="12413"/>
                </a:lnTo>
                <a:lnTo>
                  <a:pt x="30599" y="11903"/>
                </a:lnTo>
                <a:lnTo>
                  <a:pt x="30139" y="11392"/>
                </a:lnTo>
                <a:lnTo>
                  <a:pt x="29679" y="10983"/>
                </a:lnTo>
                <a:lnTo>
                  <a:pt x="29168" y="10574"/>
                </a:lnTo>
                <a:lnTo>
                  <a:pt x="28709" y="10268"/>
                </a:lnTo>
                <a:lnTo>
                  <a:pt x="28198" y="9961"/>
                </a:lnTo>
                <a:lnTo>
                  <a:pt x="27687" y="9757"/>
                </a:lnTo>
                <a:lnTo>
                  <a:pt x="27176" y="9553"/>
                </a:lnTo>
                <a:lnTo>
                  <a:pt x="26665" y="9451"/>
                </a:lnTo>
                <a:lnTo>
                  <a:pt x="26154" y="9348"/>
                </a:lnTo>
                <a:close/>
                <a:moveTo>
                  <a:pt x="14355" y="9961"/>
                </a:moveTo>
                <a:lnTo>
                  <a:pt x="14048" y="10013"/>
                </a:lnTo>
                <a:lnTo>
                  <a:pt x="13537" y="10064"/>
                </a:lnTo>
                <a:lnTo>
                  <a:pt x="13078" y="10166"/>
                </a:lnTo>
                <a:lnTo>
                  <a:pt x="12669" y="10319"/>
                </a:lnTo>
                <a:lnTo>
                  <a:pt x="12311" y="10523"/>
                </a:lnTo>
                <a:lnTo>
                  <a:pt x="11954" y="10830"/>
                </a:lnTo>
                <a:lnTo>
                  <a:pt x="11698" y="11136"/>
                </a:lnTo>
                <a:lnTo>
                  <a:pt x="11494" y="11494"/>
                </a:lnTo>
                <a:lnTo>
                  <a:pt x="11392" y="11903"/>
                </a:lnTo>
                <a:lnTo>
                  <a:pt x="11290" y="12413"/>
                </a:lnTo>
                <a:lnTo>
                  <a:pt x="11239" y="12924"/>
                </a:lnTo>
                <a:lnTo>
                  <a:pt x="11290" y="13486"/>
                </a:lnTo>
                <a:lnTo>
                  <a:pt x="11341" y="14099"/>
                </a:lnTo>
                <a:lnTo>
                  <a:pt x="11494" y="14763"/>
                </a:lnTo>
                <a:lnTo>
                  <a:pt x="11698" y="15478"/>
                </a:lnTo>
                <a:lnTo>
                  <a:pt x="11954" y="16244"/>
                </a:lnTo>
                <a:lnTo>
                  <a:pt x="12311" y="17062"/>
                </a:lnTo>
                <a:lnTo>
                  <a:pt x="12669" y="17828"/>
                </a:lnTo>
                <a:lnTo>
                  <a:pt x="13078" y="18594"/>
                </a:lnTo>
                <a:lnTo>
                  <a:pt x="13486" y="19258"/>
                </a:lnTo>
                <a:lnTo>
                  <a:pt x="13895" y="19922"/>
                </a:lnTo>
                <a:lnTo>
                  <a:pt x="14304" y="20484"/>
                </a:lnTo>
                <a:lnTo>
                  <a:pt x="14763" y="21046"/>
                </a:lnTo>
                <a:lnTo>
                  <a:pt x="15223" y="21557"/>
                </a:lnTo>
                <a:lnTo>
                  <a:pt x="15683" y="21966"/>
                </a:lnTo>
                <a:lnTo>
                  <a:pt x="16194" y="22374"/>
                </a:lnTo>
                <a:lnTo>
                  <a:pt x="16704" y="22732"/>
                </a:lnTo>
                <a:lnTo>
                  <a:pt x="17164" y="23038"/>
                </a:lnTo>
                <a:lnTo>
                  <a:pt x="17675" y="23243"/>
                </a:lnTo>
                <a:lnTo>
                  <a:pt x="18186" y="23447"/>
                </a:lnTo>
                <a:lnTo>
                  <a:pt x="18748" y="23600"/>
                </a:lnTo>
                <a:lnTo>
                  <a:pt x="19258" y="23651"/>
                </a:lnTo>
                <a:lnTo>
                  <a:pt x="19769" y="23702"/>
                </a:lnTo>
                <a:lnTo>
                  <a:pt x="20076" y="23651"/>
                </a:lnTo>
                <a:lnTo>
                  <a:pt x="20587" y="23600"/>
                </a:lnTo>
                <a:lnTo>
                  <a:pt x="21046" y="23498"/>
                </a:lnTo>
                <a:lnTo>
                  <a:pt x="21455" y="23345"/>
                </a:lnTo>
                <a:lnTo>
                  <a:pt x="21864" y="23089"/>
                </a:lnTo>
                <a:lnTo>
                  <a:pt x="22170" y="22834"/>
                </a:lnTo>
                <a:lnTo>
                  <a:pt x="22426" y="22527"/>
                </a:lnTo>
                <a:lnTo>
                  <a:pt x="22630" y="22119"/>
                </a:lnTo>
                <a:lnTo>
                  <a:pt x="22732" y="21710"/>
                </a:lnTo>
                <a:lnTo>
                  <a:pt x="22834" y="21199"/>
                </a:lnTo>
                <a:lnTo>
                  <a:pt x="22885" y="20689"/>
                </a:lnTo>
                <a:lnTo>
                  <a:pt x="22834" y="20127"/>
                </a:lnTo>
                <a:lnTo>
                  <a:pt x="22732" y="19463"/>
                </a:lnTo>
                <a:lnTo>
                  <a:pt x="22579" y="18799"/>
                </a:lnTo>
                <a:lnTo>
                  <a:pt x="22374" y="18083"/>
                </a:lnTo>
                <a:lnTo>
                  <a:pt x="22119" y="17317"/>
                </a:lnTo>
                <a:lnTo>
                  <a:pt x="21761" y="16500"/>
                </a:lnTo>
                <a:lnTo>
                  <a:pt x="21404" y="15734"/>
                </a:lnTo>
                <a:lnTo>
                  <a:pt x="21046" y="14967"/>
                </a:lnTo>
                <a:lnTo>
                  <a:pt x="20638" y="14303"/>
                </a:lnTo>
                <a:lnTo>
                  <a:pt x="20229" y="13690"/>
                </a:lnTo>
                <a:lnTo>
                  <a:pt x="19769" y="13077"/>
                </a:lnTo>
                <a:lnTo>
                  <a:pt x="19361" y="12567"/>
                </a:lnTo>
                <a:lnTo>
                  <a:pt x="18901" y="12056"/>
                </a:lnTo>
                <a:lnTo>
                  <a:pt x="18441" y="11647"/>
                </a:lnTo>
                <a:lnTo>
                  <a:pt x="17930" y="11239"/>
                </a:lnTo>
                <a:lnTo>
                  <a:pt x="17471" y="10932"/>
                </a:lnTo>
                <a:lnTo>
                  <a:pt x="16960" y="10626"/>
                </a:lnTo>
                <a:lnTo>
                  <a:pt x="16449" y="10421"/>
                </a:lnTo>
                <a:lnTo>
                  <a:pt x="15938" y="10217"/>
                </a:lnTo>
                <a:lnTo>
                  <a:pt x="15427" y="10064"/>
                </a:lnTo>
                <a:lnTo>
                  <a:pt x="14917" y="10013"/>
                </a:lnTo>
                <a:lnTo>
                  <a:pt x="14355" y="9961"/>
                </a:lnTo>
                <a:close/>
                <a:moveTo>
                  <a:pt x="3117" y="10626"/>
                </a:moveTo>
                <a:lnTo>
                  <a:pt x="2810" y="10677"/>
                </a:lnTo>
                <a:lnTo>
                  <a:pt x="2299" y="10728"/>
                </a:lnTo>
                <a:lnTo>
                  <a:pt x="1840" y="10830"/>
                </a:lnTo>
                <a:lnTo>
                  <a:pt x="1431" y="10983"/>
                </a:lnTo>
                <a:lnTo>
                  <a:pt x="1022" y="11187"/>
                </a:lnTo>
                <a:lnTo>
                  <a:pt x="716" y="11494"/>
                </a:lnTo>
                <a:lnTo>
                  <a:pt x="460" y="11800"/>
                </a:lnTo>
                <a:lnTo>
                  <a:pt x="256" y="12158"/>
                </a:lnTo>
                <a:lnTo>
                  <a:pt x="103" y="12567"/>
                </a:lnTo>
                <a:lnTo>
                  <a:pt x="1" y="13026"/>
                </a:lnTo>
                <a:lnTo>
                  <a:pt x="1" y="13588"/>
                </a:lnTo>
                <a:lnTo>
                  <a:pt x="1" y="14150"/>
                </a:lnTo>
                <a:lnTo>
                  <a:pt x="103" y="14763"/>
                </a:lnTo>
                <a:lnTo>
                  <a:pt x="256" y="15427"/>
                </a:lnTo>
                <a:lnTo>
                  <a:pt x="460" y="16142"/>
                </a:lnTo>
                <a:lnTo>
                  <a:pt x="716" y="16909"/>
                </a:lnTo>
                <a:lnTo>
                  <a:pt x="1073" y="17726"/>
                </a:lnTo>
                <a:lnTo>
                  <a:pt x="1431" y="18492"/>
                </a:lnTo>
                <a:lnTo>
                  <a:pt x="1789" y="19258"/>
                </a:lnTo>
                <a:lnTo>
                  <a:pt x="2197" y="19922"/>
                </a:lnTo>
                <a:lnTo>
                  <a:pt x="2606" y="20586"/>
                </a:lnTo>
                <a:lnTo>
                  <a:pt x="3066" y="21148"/>
                </a:lnTo>
                <a:lnTo>
                  <a:pt x="3525" y="21710"/>
                </a:lnTo>
                <a:lnTo>
                  <a:pt x="3985" y="22221"/>
                </a:lnTo>
                <a:lnTo>
                  <a:pt x="4445" y="22630"/>
                </a:lnTo>
                <a:lnTo>
                  <a:pt x="4956" y="23038"/>
                </a:lnTo>
                <a:lnTo>
                  <a:pt x="5415" y="23396"/>
                </a:lnTo>
                <a:lnTo>
                  <a:pt x="5926" y="23651"/>
                </a:lnTo>
                <a:lnTo>
                  <a:pt x="6437" y="23907"/>
                </a:lnTo>
                <a:lnTo>
                  <a:pt x="6948" y="24111"/>
                </a:lnTo>
                <a:lnTo>
                  <a:pt x="7510" y="24213"/>
                </a:lnTo>
                <a:lnTo>
                  <a:pt x="8021" y="24315"/>
                </a:lnTo>
                <a:lnTo>
                  <a:pt x="8531" y="24366"/>
                </a:lnTo>
                <a:lnTo>
                  <a:pt x="8838" y="24315"/>
                </a:lnTo>
                <a:lnTo>
                  <a:pt x="9349" y="24264"/>
                </a:lnTo>
                <a:lnTo>
                  <a:pt x="9808" y="24162"/>
                </a:lnTo>
                <a:lnTo>
                  <a:pt x="10217" y="24009"/>
                </a:lnTo>
                <a:lnTo>
                  <a:pt x="10575" y="23753"/>
                </a:lnTo>
                <a:lnTo>
                  <a:pt x="10881" y="23498"/>
                </a:lnTo>
                <a:lnTo>
                  <a:pt x="11137" y="23192"/>
                </a:lnTo>
                <a:lnTo>
                  <a:pt x="11341" y="22783"/>
                </a:lnTo>
                <a:lnTo>
                  <a:pt x="11494" y="22374"/>
                </a:lnTo>
                <a:lnTo>
                  <a:pt x="11596" y="21863"/>
                </a:lnTo>
                <a:lnTo>
                  <a:pt x="11596" y="21353"/>
                </a:lnTo>
                <a:lnTo>
                  <a:pt x="11596" y="20740"/>
                </a:lnTo>
                <a:lnTo>
                  <a:pt x="11494" y="20127"/>
                </a:lnTo>
                <a:lnTo>
                  <a:pt x="11341" y="19463"/>
                </a:lnTo>
                <a:lnTo>
                  <a:pt x="11137" y="18747"/>
                </a:lnTo>
                <a:lnTo>
                  <a:pt x="10881" y="17981"/>
                </a:lnTo>
                <a:lnTo>
                  <a:pt x="10524" y="17164"/>
                </a:lnTo>
                <a:lnTo>
                  <a:pt x="10166" y="16398"/>
                </a:lnTo>
                <a:lnTo>
                  <a:pt x="9757" y="15631"/>
                </a:lnTo>
                <a:lnTo>
                  <a:pt x="9400" y="14967"/>
                </a:lnTo>
                <a:lnTo>
                  <a:pt x="8940" y="14354"/>
                </a:lnTo>
                <a:lnTo>
                  <a:pt x="8531" y="13741"/>
                </a:lnTo>
                <a:lnTo>
                  <a:pt x="8072" y="13231"/>
                </a:lnTo>
                <a:lnTo>
                  <a:pt x="7612" y="12720"/>
                </a:lnTo>
                <a:lnTo>
                  <a:pt x="7152" y="12311"/>
                </a:lnTo>
                <a:lnTo>
                  <a:pt x="6692" y="11903"/>
                </a:lnTo>
                <a:lnTo>
                  <a:pt x="6182" y="11596"/>
                </a:lnTo>
                <a:lnTo>
                  <a:pt x="5671" y="11290"/>
                </a:lnTo>
                <a:lnTo>
                  <a:pt x="5211" y="11034"/>
                </a:lnTo>
                <a:lnTo>
                  <a:pt x="4700" y="10881"/>
                </a:lnTo>
                <a:lnTo>
                  <a:pt x="4138" y="10728"/>
                </a:lnTo>
                <a:lnTo>
                  <a:pt x="3628" y="10677"/>
                </a:lnTo>
                <a:lnTo>
                  <a:pt x="3117" y="10626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9" name="Google Shape;479;p19"/>
          <p:cNvSpPr>
            <a:spLocks noGrp="1"/>
          </p:cNvSpPr>
          <p:nvPr/>
        </p:nvSpPr>
        <p:spPr>
          <a:xfrm flipH="1">
            <a:off x="9836855" y="1418064"/>
            <a:ext cx="34657" cy="5080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10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1" y="1482"/>
                </a:lnTo>
                <a:lnTo>
                  <a:pt x="52" y="1175"/>
                </a:lnTo>
                <a:lnTo>
                  <a:pt x="52" y="869"/>
                </a:lnTo>
                <a:lnTo>
                  <a:pt x="154" y="665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80" y="1"/>
                </a:lnTo>
                <a:lnTo>
                  <a:pt x="1380" y="1"/>
                </a:lnTo>
                <a:lnTo>
                  <a:pt x="1840" y="52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25"/>
                </a:lnTo>
                <a:lnTo>
                  <a:pt x="5722" y="4802"/>
                </a:lnTo>
                <a:lnTo>
                  <a:pt x="5722" y="4802"/>
                </a:lnTo>
                <a:lnTo>
                  <a:pt x="6233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429"/>
                </a:lnTo>
                <a:lnTo>
                  <a:pt x="6794" y="8735"/>
                </a:lnTo>
                <a:lnTo>
                  <a:pt x="6743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437" y="9655"/>
                </a:lnTo>
                <a:lnTo>
                  <a:pt x="6233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20" y="9961"/>
                </a:lnTo>
                <a:lnTo>
                  <a:pt x="5620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0" name="Google Shape;480;p19"/>
          <p:cNvSpPr>
            <a:spLocks noGrp="1"/>
          </p:cNvSpPr>
          <p:nvPr/>
        </p:nvSpPr>
        <p:spPr>
          <a:xfrm flipH="1">
            <a:off x="9849100" y="1408425"/>
            <a:ext cx="59149" cy="70089"/>
          </a:xfrm>
          <a:custGeom>
            <a:avLst/>
            <a:gdLst/>
            <a:ahLst/>
            <a:cxnLst/>
            <a:rect l="l" t="t" r="r" b="b"/>
            <a:pathLst>
              <a:path w="11597" h="13742">
                <a:moveTo>
                  <a:pt x="3117" y="1"/>
                </a:moveTo>
                <a:lnTo>
                  <a:pt x="3117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22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03" y="1942"/>
                </a:lnTo>
                <a:lnTo>
                  <a:pt x="1" y="2401"/>
                </a:lnTo>
                <a:lnTo>
                  <a:pt x="1" y="2963"/>
                </a:lnTo>
                <a:lnTo>
                  <a:pt x="1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789" y="8633"/>
                </a:lnTo>
                <a:lnTo>
                  <a:pt x="2197" y="9297"/>
                </a:lnTo>
                <a:lnTo>
                  <a:pt x="2606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588"/>
                </a:lnTo>
                <a:lnTo>
                  <a:pt x="8021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5" y="13128"/>
                </a:lnTo>
                <a:lnTo>
                  <a:pt x="10881" y="12873"/>
                </a:lnTo>
                <a:lnTo>
                  <a:pt x="11137" y="12567"/>
                </a:lnTo>
                <a:lnTo>
                  <a:pt x="11341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838"/>
                </a:lnTo>
                <a:lnTo>
                  <a:pt x="11137" y="8122"/>
                </a:lnTo>
                <a:lnTo>
                  <a:pt x="10881" y="7356"/>
                </a:lnTo>
                <a:lnTo>
                  <a:pt x="10524" y="6539"/>
                </a:lnTo>
                <a:lnTo>
                  <a:pt x="10524" y="6539"/>
                </a:lnTo>
                <a:lnTo>
                  <a:pt x="10166" y="5773"/>
                </a:lnTo>
                <a:lnTo>
                  <a:pt x="9757" y="5006"/>
                </a:lnTo>
                <a:lnTo>
                  <a:pt x="9400" y="4342"/>
                </a:lnTo>
                <a:lnTo>
                  <a:pt x="8940" y="3729"/>
                </a:lnTo>
                <a:lnTo>
                  <a:pt x="8531" y="3116"/>
                </a:lnTo>
                <a:lnTo>
                  <a:pt x="8072" y="2606"/>
                </a:lnTo>
                <a:lnTo>
                  <a:pt x="7612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2" y="971"/>
                </a:lnTo>
                <a:lnTo>
                  <a:pt x="567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8" y="52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1" name="Google Shape;481;p19"/>
          <p:cNvSpPr>
            <a:spLocks noGrp="1"/>
          </p:cNvSpPr>
          <p:nvPr/>
        </p:nvSpPr>
        <p:spPr>
          <a:xfrm flipH="1">
            <a:off x="9779276" y="1414677"/>
            <a:ext cx="34397" cy="5080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15" y="9961"/>
                </a:moveTo>
                <a:lnTo>
                  <a:pt x="5415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394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0"/>
                </a:lnTo>
                <a:lnTo>
                  <a:pt x="154" y="270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16" y="103"/>
                </a:lnTo>
                <a:lnTo>
                  <a:pt x="971" y="52"/>
                </a:lnTo>
                <a:lnTo>
                  <a:pt x="1175" y="0"/>
                </a:lnTo>
                <a:lnTo>
                  <a:pt x="1175" y="0"/>
                </a:lnTo>
                <a:lnTo>
                  <a:pt x="1329" y="0"/>
                </a:lnTo>
                <a:lnTo>
                  <a:pt x="1329" y="0"/>
                </a:lnTo>
                <a:lnTo>
                  <a:pt x="1840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3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8" y="9859"/>
                </a:lnTo>
                <a:lnTo>
                  <a:pt x="577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15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2" name="Google Shape;482;p19"/>
          <p:cNvSpPr>
            <a:spLocks noGrp="1"/>
          </p:cNvSpPr>
          <p:nvPr/>
        </p:nvSpPr>
        <p:spPr>
          <a:xfrm flipH="1">
            <a:off x="9791781" y="1405039"/>
            <a:ext cx="59409" cy="70089"/>
          </a:xfrm>
          <a:custGeom>
            <a:avLst/>
            <a:gdLst/>
            <a:ahLst/>
            <a:cxnLst/>
            <a:rect l="l" t="t" r="r" b="b"/>
            <a:pathLst>
              <a:path w="11648" h="13742">
                <a:moveTo>
                  <a:pt x="3117" y="0"/>
                </a:moveTo>
                <a:lnTo>
                  <a:pt x="3117" y="0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54" y="1942"/>
                </a:lnTo>
                <a:lnTo>
                  <a:pt x="52" y="2452"/>
                </a:lnTo>
                <a:lnTo>
                  <a:pt x="1" y="2963"/>
                </a:lnTo>
                <a:lnTo>
                  <a:pt x="52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3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840" y="8633"/>
                </a:lnTo>
                <a:lnTo>
                  <a:pt x="2248" y="9297"/>
                </a:lnTo>
                <a:lnTo>
                  <a:pt x="2657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66" y="12771"/>
                </a:lnTo>
                <a:lnTo>
                  <a:pt x="5926" y="13077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626" y="13128"/>
                </a:lnTo>
                <a:lnTo>
                  <a:pt x="10932" y="12873"/>
                </a:lnTo>
                <a:lnTo>
                  <a:pt x="11188" y="12566"/>
                </a:lnTo>
                <a:lnTo>
                  <a:pt x="11392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4" y="9502"/>
                </a:lnTo>
                <a:lnTo>
                  <a:pt x="11341" y="8838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73"/>
                </a:lnTo>
                <a:lnTo>
                  <a:pt x="9808" y="5006"/>
                </a:lnTo>
                <a:lnTo>
                  <a:pt x="9400" y="4342"/>
                </a:lnTo>
                <a:lnTo>
                  <a:pt x="8991" y="3729"/>
                </a:lnTo>
                <a:lnTo>
                  <a:pt x="8531" y="3116"/>
                </a:lnTo>
                <a:lnTo>
                  <a:pt x="8123" y="2606"/>
                </a:lnTo>
                <a:lnTo>
                  <a:pt x="7663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3" y="971"/>
                </a:lnTo>
                <a:lnTo>
                  <a:pt x="5722" y="665"/>
                </a:lnTo>
                <a:lnTo>
                  <a:pt x="5211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9" y="52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3" name="Google Shape;483;p19"/>
          <p:cNvSpPr>
            <a:spLocks noGrp="1"/>
          </p:cNvSpPr>
          <p:nvPr/>
        </p:nvSpPr>
        <p:spPr>
          <a:xfrm flipH="1">
            <a:off x="9721957" y="1411291"/>
            <a:ext cx="34397" cy="5080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335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5" y="2708"/>
                </a:lnTo>
                <a:lnTo>
                  <a:pt x="103" y="224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0"/>
                </a:lnTo>
                <a:lnTo>
                  <a:pt x="1226" y="0"/>
                </a:lnTo>
                <a:lnTo>
                  <a:pt x="1329" y="0"/>
                </a:lnTo>
                <a:lnTo>
                  <a:pt x="1329" y="0"/>
                </a:lnTo>
                <a:lnTo>
                  <a:pt x="1839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3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0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4" name="Google Shape;484;p19"/>
          <p:cNvSpPr>
            <a:spLocks noGrp="1"/>
          </p:cNvSpPr>
          <p:nvPr/>
        </p:nvSpPr>
        <p:spPr>
          <a:xfrm flipH="1">
            <a:off x="9734463" y="1401912"/>
            <a:ext cx="59409" cy="69829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8" y="0"/>
                </a:moveTo>
                <a:lnTo>
                  <a:pt x="3168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2"/>
                </a:lnTo>
                <a:lnTo>
                  <a:pt x="1840" y="154"/>
                </a:lnTo>
                <a:lnTo>
                  <a:pt x="1431" y="307"/>
                </a:lnTo>
                <a:lnTo>
                  <a:pt x="1073" y="511"/>
                </a:lnTo>
                <a:lnTo>
                  <a:pt x="767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4" y="1891"/>
                </a:lnTo>
                <a:lnTo>
                  <a:pt x="52" y="2401"/>
                </a:lnTo>
                <a:lnTo>
                  <a:pt x="1" y="2912"/>
                </a:lnTo>
                <a:lnTo>
                  <a:pt x="52" y="3474"/>
                </a:lnTo>
                <a:lnTo>
                  <a:pt x="154" y="4087"/>
                </a:lnTo>
                <a:lnTo>
                  <a:pt x="256" y="4751"/>
                </a:lnTo>
                <a:lnTo>
                  <a:pt x="511" y="5466"/>
                </a:lnTo>
                <a:lnTo>
                  <a:pt x="767" y="6232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40" y="8582"/>
                </a:lnTo>
                <a:lnTo>
                  <a:pt x="2248" y="9246"/>
                </a:lnTo>
                <a:lnTo>
                  <a:pt x="2657" y="9910"/>
                </a:lnTo>
                <a:lnTo>
                  <a:pt x="3117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1954"/>
                </a:lnTo>
                <a:lnTo>
                  <a:pt x="4956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8" y="13231"/>
                </a:lnTo>
                <a:lnTo>
                  <a:pt x="6999" y="13435"/>
                </a:lnTo>
                <a:lnTo>
                  <a:pt x="7510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68" y="13333"/>
                </a:lnTo>
                <a:lnTo>
                  <a:pt x="10626" y="13077"/>
                </a:lnTo>
                <a:lnTo>
                  <a:pt x="10932" y="12822"/>
                </a:lnTo>
                <a:lnTo>
                  <a:pt x="11187" y="12515"/>
                </a:lnTo>
                <a:lnTo>
                  <a:pt x="11392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647" y="10676"/>
                </a:lnTo>
                <a:lnTo>
                  <a:pt x="11596" y="10115"/>
                </a:lnTo>
                <a:lnTo>
                  <a:pt x="11494" y="9451"/>
                </a:lnTo>
                <a:lnTo>
                  <a:pt x="11341" y="8786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4955"/>
                </a:lnTo>
                <a:lnTo>
                  <a:pt x="9400" y="4291"/>
                </a:lnTo>
                <a:lnTo>
                  <a:pt x="8991" y="3678"/>
                </a:lnTo>
                <a:lnTo>
                  <a:pt x="8582" y="3065"/>
                </a:lnTo>
                <a:lnTo>
                  <a:pt x="8123" y="2555"/>
                </a:lnTo>
                <a:lnTo>
                  <a:pt x="7663" y="2044"/>
                </a:lnTo>
                <a:lnTo>
                  <a:pt x="7203" y="1635"/>
                </a:lnTo>
                <a:lnTo>
                  <a:pt x="6692" y="1226"/>
                </a:lnTo>
                <a:lnTo>
                  <a:pt x="6233" y="920"/>
                </a:lnTo>
                <a:lnTo>
                  <a:pt x="5722" y="613"/>
                </a:lnTo>
                <a:lnTo>
                  <a:pt x="5211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0"/>
                </a:lnTo>
                <a:lnTo>
                  <a:pt x="316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5" name="Google Shape;485;p19"/>
          <p:cNvSpPr>
            <a:spLocks noGrp="1"/>
          </p:cNvSpPr>
          <p:nvPr/>
        </p:nvSpPr>
        <p:spPr>
          <a:xfrm flipH="1">
            <a:off x="9664639" y="1407904"/>
            <a:ext cx="34657" cy="5080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89"/>
                </a:lnTo>
                <a:lnTo>
                  <a:pt x="2810" y="8224"/>
                </a:lnTo>
                <a:lnTo>
                  <a:pt x="2248" y="7356"/>
                </a:lnTo>
                <a:lnTo>
                  <a:pt x="1635" y="6334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80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0" y="1482"/>
                </a:lnTo>
                <a:lnTo>
                  <a:pt x="0" y="1175"/>
                </a:lnTo>
                <a:lnTo>
                  <a:pt x="52" y="920"/>
                </a:lnTo>
                <a:lnTo>
                  <a:pt x="154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80" y="0"/>
                </a:lnTo>
                <a:lnTo>
                  <a:pt x="1380" y="0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54"/>
                </a:lnTo>
                <a:lnTo>
                  <a:pt x="5109" y="3576"/>
                </a:lnTo>
                <a:lnTo>
                  <a:pt x="5722" y="4802"/>
                </a:lnTo>
                <a:lnTo>
                  <a:pt x="5722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71"/>
                </a:lnTo>
                <a:lnTo>
                  <a:pt x="6794" y="8429"/>
                </a:lnTo>
                <a:lnTo>
                  <a:pt x="6743" y="8735"/>
                </a:lnTo>
                <a:lnTo>
                  <a:pt x="6743" y="9042"/>
                </a:lnTo>
                <a:lnTo>
                  <a:pt x="6641" y="9297"/>
                </a:lnTo>
                <a:lnTo>
                  <a:pt x="6539" y="9501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619" y="9961"/>
                </a:lnTo>
                <a:lnTo>
                  <a:pt x="5619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6" name="Google Shape;486;p19"/>
          <p:cNvSpPr>
            <a:spLocks noGrp="1"/>
          </p:cNvSpPr>
          <p:nvPr/>
        </p:nvSpPr>
        <p:spPr>
          <a:xfrm flipH="1">
            <a:off x="9676884" y="1398525"/>
            <a:ext cx="59149" cy="69829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0"/>
                </a:moveTo>
                <a:lnTo>
                  <a:pt x="3117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2"/>
                </a:lnTo>
                <a:lnTo>
                  <a:pt x="1840" y="154"/>
                </a:lnTo>
                <a:lnTo>
                  <a:pt x="1380" y="307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482"/>
                </a:lnTo>
                <a:lnTo>
                  <a:pt x="103" y="1942"/>
                </a:lnTo>
                <a:lnTo>
                  <a:pt x="1" y="2401"/>
                </a:lnTo>
                <a:lnTo>
                  <a:pt x="1" y="2912"/>
                </a:lnTo>
                <a:lnTo>
                  <a:pt x="1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6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16"/>
                </a:lnTo>
                <a:lnTo>
                  <a:pt x="1788" y="8582"/>
                </a:lnTo>
                <a:lnTo>
                  <a:pt x="2197" y="9246"/>
                </a:lnTo>
                <a:lnTo>
                  <a:pt x="2606" y="9910"/>
                </a:lnTo>
                <a:lnTo>
                  <a:pt x="3066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6" y="12362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31"/>
                </a:lnTo>
                <a:lnTo>
                  <a:pt x="6948" y="13435"/>
                </a:lnTo>
                <a:lnTo>
                  <a:pt x="745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22"/>
                </a:lnTo>
                <a:lnTo>
                  <a:pt x="11136" y="12515"/>
                </a:lnTo>
                <a:lnTo>
                  <a:pt x="11341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596" y="10676"/>
                </a:lnTo>
                <a:lnTo>
                  <a:pt x="11596" y="10115"/>
                </a:lnTo>
                <a:lnTo>
                  <a:pt x="11494" y="9450"/>
                </a:lnTo>
                <a:lnTo>
                  <a:pt x="11341" y="8786"/>
                </a:lnTo>
                <a:lnTo>
                  <a:pt x="11136" y="8071"/>
                </a:lnTo>
                <a:lnTo>
                  <a:pt x="10830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6"/>
                </a:lnTo>
                <a:lnTo>
                  <a:pt x="9349" y="4291"/>
                </a:lnTo>
                <a:lnTo>
                  <a:pt x="8940" y="3678"/>
                </a:lnTo>
                <a:lnTo>
                  <a:pt x="8531" y="3065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5"/>
                </a:lnTo>
                <a:lnTo>
                  <a:pt x="6692" y="1226"/>
                </a:lnTo>
                <a:lnTo>
                  <a:pt x="6181" y="920"/>
                </a:lnTo>
                <a:lnTo>
                  <a:pt x="5671" y="613"/>
                </a:lnTo>
                <a:lnTo>
                  <a:pt x="5160" y="409"/>
                </a:lnTo>
                <a:lnTo>
                  <a:pt x="4649" y="205"/>
                </a:lnTo>
                <a:lnTo>
                  <a:pt x="4138" y="103"/>
                </a:lnTo>
                <a:lnTo>
                  <a:pt x="3627" y="0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7" name="Google Shape;487;p19"/>
          <p:cNvSpPr>
            <a:spLocks noGrp="1"/>
          </p:cNvSpPr>
          <p:nvPr/>
        </p:nvSpPr>
        <p:spPr>
          <a:xfrm flipH="1">
            <a:off x="9584913" y="1403212"/>
            <a:ext cx="34657" cy="5080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2"/>
                </a:moveTo>
                <a:lnTo>
                  <a:pt x="5466" y="9962"/>
                </a:lnTo>
                <a:lnTo>
                  <a:pt x="5211" y="9962"/>
                </a:lnTo>
                <a:lnTo>
                  <a:pt x="4955" y="9911"/>
                </a:lnTo>
                <a:lnTo>
                  <a:pt x="4700" y="9809"/>
                </a:lnTo>
                <a:lnTo>
                  <a:pt x="4444" y="9706"/>
                </a:lnTo>
                <a:lnTo>
                  <a:pt x="3934" y="9349"/>
                </a:lnTo>
                <a:lnTo>
                  <a:pt x="3372" y="8889"/>
                </a:lnTo>
                <a:lnTo>
                  <a:pt x="2810" y="8225"/>
                </a:lnTo>
                <a:lnTo>
                  <a:pt x="2248" y="7357"/>
                </a:lnTo>
                <a:lnTo>
                  <a:pt x="1635" y="6335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1" y="1840"/>
                </a:lnTo>
                <a:lnTo>
                  <a:pt x="0" y="1482"/>
                </a:lnTo>
                <a:lnTo>
                  <a:pt x="51" y="1176"/>
                </a:lnTo>
                <a:lnTo>
                  <a:pt x="51" y="920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52"/>
                </a:lnTo>
                <a:lnTo>
                  <a:pt x="1226" y="52"/>
                </a:lnTo>
                <a:lnTo>
                  <a:pt x="1380" y="1"/>
                </a:lnTo>
                <a:lnTo>
                  <a:pt x="1380" y="1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74"/>
                </a:lnTo>
                <a:lnTo>
                  <a:pt x="3985" y="1687"/>
                </a:lnTo>
                <a:lnTo>
                  <a:pt x="4547" y="2555"/>
                </a:lnTo>
                <a:lnTo>
                  <a:pt x="5109" y="3577"/>
                </a:lnTo>
                <a:lnTo>
                  <a:pt x="5722" y="4803"/>
                </a:lnTo>
                <a:lnTo>
                  <a:pt x="5722" y="4803"/>
                </a:lnTo>
                <a:lnTo>
                  <a:pt x="6232" y="6080"/>
                </a:lnTo>
                <a:lnTo>
                  <a:pt x="6590" y="7152"/>
                </a:lnTo>
                <a:lnTo>
                  <a:pt x="6743" y="8072"/>
                </a:lnTo>
                <a:lnTo>
                  <a:pt x="6794" y="8429"/>
                </a:lnTo>
                <a:lnTo>
                  <a:pt x="6794" y="8736"/>
                </a:lnTo>
                <a:lnTo>
                  <a:pt x="6743" y="9042"/>
                </a:lnTo>
                <a:lnTo>
                  <a:pt x="6641" y="9298"/>
                </a:lnTo>
                <a:lnTo>
                  <a:pt x="6539" y="9502"/>
                </a:lnTo>
                <a:lnTo>
                  <a:pt x="6437" y="9655"/>
                </a:lnTo>
                <a:lnTo>
                  <a:pt x="6232" y="9757"/>
                </a:lnTo>
                <a:lnTo>
                  <a:pt x="6079" y="9860"/>
                </a:lnTo>
                <a:lnTo>
                  <a:pt x="5824" y="9911"/>
                </a:lnTo>
                <a:lnTo>
                  <a:pt x="5619" y="9962"/>
                </a:lnTo>
                <a:lnTo>
                  <a:pt x="5619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8" name="Google Shape;488;p19"/>
          <p:cNvSpPr>
            <a:spLocks noGrp="1"/>
          </p:cNvSpPr>
          <p:nvPr/>
        </p:nvSpPr>
        <p:spPr>
          <a:xfrm flipH="1">
            <a:off x="9597160" y="1393832"/>
            <a:ext cx="59149" cy="69829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1"/>
                </a:moveTo>
                <a:lnTo>
                  <a:pt x="3117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22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1" y="2402"/>
                </a:lnTo>
                <a:lnTo>
                  <a:pt x="1" y="2913"/>
                </a:lnTo>
                <a:lnTo>
                  <a:pt x="1" y="3475"/>
                </a:lnTo>
                <a:lnTo>
                  <a:pt x="103" y="4087"/>
                </a:lnTo>
                <a:lnTo>
                  <a:pt x="256" y="4752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788" y="8583"/>
                </a:lnTo>
                <a:lnTo>
                  <a:pt x="2197" y="9247"/>
                </a:lnTo>
                <a:lnTo>
                  <a:pt x="2606" y="9911"/>
                </a:lnTo>
                <a:lnTo>
                  <a:pt x="3065" y="10524"/>
                </a:lnTo>
                <a:lnTo>
                  <a:pt x="3525" y="11035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15" y="12720"/>
                </a:lnTo>
                <a:lnTo>
                  <a:pt x="5926" y="13027"/>
                </a:lnTo>
                <a:lnTo>
                  <a:pt x="6437" y="13231"/>
                </a:lnTo>
                <a:lnTo>
                  <a:pt x="6948" y="13435"/>
                </a:lnTo>
                <a:lnTo>
                  <a:pt x="7458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596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7"/>
                </a:lnTo>
                <a:lnTo>
                  <a:pt x="9400" y="4292"/>
                </a:lnTo>
                <a:lnTo>
                  <a:pt x="8940" y="3679"/>
                </a:lnTo>
                <a:lnTo>
                  <a:pt x="8531" y="3066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6"/>
                </a:lnTo>
                <a:lnTo>
                  <a:pt x="6692" y="1227"/>
                </a:lnTo>
                <a:lnTo>
                  <a:pt x="6181" y="920"/>
                </a:lnTo>
                <a:lnTo>
                  <a:pt x="5671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38" y="103"/>
                </a:lnTo>
                <a:lnTo>
                  <a:pt x="3627" y="1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9" name="Google Shape;489;p19"/>
          <p:cNvSpPr>
            <a:spLocks noGrp="1"/>
          </p:cNvSpPr>
          <p:nvPr/>
        </p:nvSpPr>
        <p:spPr>
          <a:xfrm flipH="1">
            <a:off x="9527335" y="1400085"/>
            <a:ext cx="34397" cy="5054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15" y="9911"/>
                </a:moveTo>
                <a:lnTo>
                  <a:pt x="5415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393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6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154" y="2657"/>
                </a:lnTo>
                <a:lnTo>
                  <a:pt x="0" y="1789"/>
                </a:lnTo>
                <a:lnTo>
                  <a:pt x="0" y="1431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05" y="461"/>
                </a:lnTo>
                <a:lnTo>
                  <a:pt x="358" y="256"/>
                </a:lnTo>
                <a:lnTo>
                  <a:pt x="562" y="154"/>
                </a:lnTo>
                <a:lnTo>
                  <a:pt x="716" y="52"/>
                </a:lnTo>
                <a:lnTo>
                  <a:pt x="971" y="1"/>
                </a:lnTo>
                <a:lnTo>
                  <a:pt x="1175" y="1"/>
                </a:lnTo>
                <a:lnTo>
                  <a:pt x="1175" y="1"/>
                </a:lnTo>
                <a:lnTo>
                  <a:pt x="1329" y="1"/>
                </a:lnTo>
                <a:lnTo>
                  <a:pt x="1329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3"/>
                </a:lnTo>
                <a:lnTo>
                  <a:pt x="3934" y="1636"/>
                </a:lnTo>
                <a:lnTo>
                  <a:pt x="4496" y="2504"/>
                </a:lnTo>
                <a:lnTo>
                  <a:pt x="5109" y="3526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9"/>
                </a:lnTo>
                <a:lnTo>
                  <a:pt x="6539" y="7101"/>
                </a:lnTo>
                <a:lnTo>
                  <a:pt x="6692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488" y="9451"/>
                </a:lnTo>
                <a:lnTo>
                  <a:pt x="6386" y="9604"/>
                </a:lnTo>
                <a:lnTo>
                  <a:pt x="6232" y="9706"/>
                </a:lnTo>
                <a:lnTo>
                  <a:pt x="6028" y="9809"/>
                </a:lnTo>
                <a:lnTo>
                  <a:pt x="5773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15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0" name="Google Shape;490;p19"/>
          <p:cNvSpPr>
            <a:spLocks noGrp="1"/>
          </p:cNvSpPr>
          <p:nvPr/>
        </p:nvSpPr>
        <p:spPr>
          <a:xfrm flipH="1">
            <a:off x="9539841" y="1390445"/>
            <a:ext cx="59409" cy="69829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73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52" y="2402"/>
                </a:lnTo>
                <a:lnTo>
                  <a:pt x="0" y="2913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39" y="8583"/>
                </a:lnTo>
                <a:lnTo>
                  <a:pt x="2197" y="9247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26" y="13027"/>
                </a:lnTo>
                <a:lnTo>
                  <a:pt x="6437" y="13282"/>
                </a:lnTo>
                <a:lnTo>
                  <a:pt x="6948" y="13435"/>
                </a:lnTo>
                <a:lnTo>
                  <a:pt x="7509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152" y="1636"/>
                </a:lnTo>
                <a:lnTo>
                  <a:pt x="6692" y="1278"/>
                </a:lnTo>
                <a:lnTo>
                  <a:pt x="6181" y="920"/>
                </a:lnTo>
                <a:lnTo>
                  <a:pt x="5722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27" y="1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1" name="Google Shape;491;p19"/>
          <p:cNvSpPr>
            <a:spLocks noGrp="1"/>
          </p:cNvSpPr>
          <p:nvPr/>
        </p:nvSpPr>
        <p:spPr>
          <a:xfrm flipH="1">
            <a:off x="9470016" y="1396699"/>
            <a:ext cx="34397" cy="5054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444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5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205" y="2657"/>
                </a:lnTo>
                <a:lnTo>
                  <a:pt x="51" y="2248"/>
                </a:lnTo>
                <a:lnTo>
                  <a:pt x="0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56" y="461"/>
                </a:lnTo>
                <a:lnTo>
                  <a:pt x="358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34" y="1687"/>
                </a:lnTo>
                <a:lnTo>
                  <a:pt x="4496" y="2504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8"/>
                </a:lnTo>
                <a:lnTo>
                  <a:pt x="6539" y="7101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6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2" name="Google Shape;492;p19"/>
          <p:cNvSpPr>
            <a:spLocks noGrp="1"/>
          </p:cNvSpPr>
          <p:nvPr/>
        </p:nvSpPr>
        <p:spPr>
          <a:xfrm flipH="1">
            <a:off x="9482523" y="1387059"/>
            <a:ext cx="59409" cy="69829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2" y="2402"/>
                </a:lnTo>
                <a:lnTo>
                  <a:pt x="0" y="2912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3"/>
                </a:lnTo>
                <a:lnTo>
                  <a:pt x="2248" y="9298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494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692" y="1278"/>
                </a:lnTo>
                <a:lnTo>
                  <a:pt x="6232" y="920"/>
                </a:lnTo>
                <a:lnTo>
                  <a:pt x="5722" y="665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3" name="Google Shape;493;p19"/>
          <p:cNvSpPr>
            <a:spLocks noGrp="1"/>
          </p:cNvSpPr>
          <p:nvPr/>
        </p:nvSpPr>
        <p:spPr>
          <a:xfrm flipH="1">
            <a:off x="9412697" y="1393312"/>
            <a:ext cx="34397" cy="5054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808"/>
                </a:lnTo>
                <a:lnTo>
                  <a:pt x="4444" y="9655"/>
                </a:lnTo>
                <a:lnTo>
                  <a:pt x="3882" y="9349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05"/>
                </a:lnTo>
                <a:lnTo>
                  <a:pt x="1635" y="6284"/>
                </a:lnTo>
                <a:lnTo>
                  <a:pt x="1073" y="5007"/>
                </a:lnTo>
                <a:lnTo>
                  <a:pt x="1073" y="5007"/>
                </a:lnTo>
                <a:lnTo>
                  <a:pt x="511" y="3730"/>
                </a:lnTo>
                <a:lnTo>
                  <a:pt x="205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39" y="7152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4" name="Google Shape;494;p19"/>
          <p:cNvSpPr>
            <a:spLocks noGrp="1"/>
          </p:cNvSpPr>
          <p:nvPr/>
        </p:nvSpPr>
        <p:spPr>
          <a:xfrm flipH="1">
            <a:off x="9425204" y="1383672"/>
            <a:ext cx="59404" cy="69829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1" y="2402"/>
                </a:lnTo>
                <a:lnTo>
                  <a:pt x="0" y="2912"/>
                </a:lnTo>
                <a:lnTo>
                  <a:pt x="51" y="3474"/>
                </a:lnTo>
                <a:lnTo>
                  <a:pt x="154" y="4087"/>
                </a:lnTo>
                <a:lnTo>
                  <a:pt x="256" y="4802"/>
                </a:lnTo>
                <a:lnTo>
                  <a:pt x="511" y="5518"/>
                </a:lnTo>
                <a:lnTo>
                  <a:pt x="767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8"/>
                </a:lnTo>
                <a:lnTo>
                  <a:pt x="2657" y="9911"/>
                </a:lnTo>
                <a:lnTo>
                  <a:pt x="3116" y="10524"/>
                </a:lnTo>
                <a:lnTo>
                  <a:pt x="3525" y="11034"/>
                </a:lnTo>
                <a:lnTo>
                  <a:pt x="4036" y="11545"/>
                </a:lnTo>
                <a:lnTo>
                  <a:pt x="4496" y="12005"/>
                </a:lnTo>
                <a:lnTo>
                  <a:pt x="4955" y="12414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7" y="13691"/>
                </a:lnTo>
                <a:lnTo>
                  <a:pt x="8837" y="13691"/>
                </a:lnTo>
                <a:lnTo>
                  <a:pt x="9348" y="13640"/>
                </a:lnTo>
                <a:lnTo>
                  <a:pt x="9859" y="13537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545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647" y="10115"/>
                </a:lnTo>
                <a:lnTo>
                  <a:pt x="11545" y="9502"/>
                </a:lnTo>
                <a:lnTo>
                  <a:pt x="11392" y="8838"/>
                </a:lnTo>
                <a:lnTo>
                  <a:pt x="11187" y="8072"/>
                </a:lnTo>
                <a:lnTo>
                  <a:pt x="10881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7" y="5722"/>
                </a:lnTo>
                <a:lnTo>
                  <a:pt x="9808" y="5007"/>
                </a:lnTo>
                <a:lnTo>
                  <a:pt x="9399" y="4343"/>
                </a:lnTo>
                <a:lnTo>
                  <a:pt x="8991" y="3679"/>
                </a:lnTo>
                <a:lnTo>
                  <a:pt x="8582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743" y="1278"/>
                </a:lnTo>
                <a:lnTo>
                  <a:pt x="6232" y="920"/>
                </a:lnTo>
                <a:lnTo>
                  <a:pt x="572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5" name="Google Shape;495;p19"/>
          <p:cNvSpPr>
            <a:spLocks noGrp="1"/>
          </p:cNvSpPr>
          <p:nvPr/>
        </p:nvSpPr>
        <p:spPr>
          <a:xfrm flipH="1">
            <a:off x="9332972" y="1388625"/>
            <a:ext cx="34657" cy="50549"/>
          </a:xfrm>
          <a:custGeom>
            <a:avLst/>
            <a:gdLst/>
            <a:ahLst/>
            <a:cxnLst/>
            <a:rect l="l" t="t" r="r" b="b"/>
            <a:pathLst>
              <a:path w="6795" h="9911">
                <a:moveTo>
                  <a:pt x="5466" y="9910"/>
                </a:moveTo>
                <a:lnTo>
                  <a:pt x="5466" y="9910"/>
                </a:lnTo>
                <a:lnTo>
                  <a:pt x="5211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655"/>
                </a:lnTo>
                <a:lnTo>
                  <a:pt x="3933" y="9348"/>
                </a:lnTo>
                <a:lnTo>
                  <a:pt x="3372" y="8837"/>
                </a:lnTo>
                <a:lnTo>
                  <a:pt x="2810" y="8173"/>
                </a:lnTo>
                <a:lnTo>
                  <a:pt x="2248" y="7305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29"/>
                </a:lnTo>
                <a:lnTo>
                  <a:pt x="205" y="2708"/>
                </a:lnTo>
                <a:lnTo>
                  <a:pt x="102" y="2248"/>
                </a:lnTo>
                <a:lnTo>
                  <a:pt x="51" y="1839"/>
                </a:lnTo>
                <a:lnTo>
                  <a:pt x="0" y="1482"/>
                </a:lnTo>
                <a:lnTo>
                  <a:pt x="51" y="1124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154"/>
                </a:lnTo>
                <a:lnTo>
                  <a:pt x="766" y="103"/>
                </a:lnTo>
                <a:lnTo>
                  <a:pt x="971" y="0"/>
                </a:lnTo>
                <a:lnTo>
                  <a:pt x="1226" y="0"/>
                </a:lnTo>
                <a:lnTo>
                  <a:pt x="1226" y="0"/>
                </a:lnTo>
                <a:lnTo>
                  <a:pt x="1379" y="0"/>
                </a:lnTo>
                <a:lnTo>
                  <a:pt x="1379" y="0"/>
                </a:lnTo>
                <a:lnTo>
                  <a:pt x="1839" y="51"/>
                </a:lnTo>
                <a:lnTo>
                  <a:pt x="2350" y="205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94" y="8735"/>
                </a:lnTo>
                <a:lnTo>
                  <a:pt x="6743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436" y="9604"/>
                </a:lnTo>
                <a:lnTo>
                  <a:pt x="6232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19" y="9910"/>
                </a:lnTo>
                <a:lnTo>
                  <a:pt x="5619" y="9910"/>
                </a:lnTo>
                <a:lnTo>
                  <a:pt x="5466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6" name="Google Shape;496;p19"/>
          <p:cNvSpPr>
            <a:spLocks noGrp="1"/>
          </p:cNvSpPr>
          <p:nvPr/>
        </p:nvSpPr>
        <p:spPr>
          <a:xfrm flipH="1">
            <a:off x="9345219" y="1378985"/>
            <a:ext cx="59144" cy="69829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154"/>
                </a:lnTo>
                <a:lnTo>
                  <a:pt x="1380" y="358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3" y="1941"/>
                </a:lnTo>
                <a:lnTo>
                  <a:pt x="0" y="2401"/>
                </a:lnTo>
                <a:lnTo>
                  <a:pt x="0" y="2912"/>
                </a:lnTo>
                <a:lnTo>
                  <a:pt x="0" y="3474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67"/>
                </a:lnTo>
                <a:lnTo>
                  <a:pt x="1788" y="8582"/>
                </a:lnTo>
                <a:lnTo>
                  <a:pt x="2197" y="9297"/>
                </a:lnTo>
                <a:lnTo>
                  <a:pt x="260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04" y="12413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35"/>
                </a:lnTo>
                <a:lnTo>
                  <a:pt x="7458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596" y="10676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1"/>
                </a:lnTo>
                <a:lnTo>
                  <a:pt x="9757" y="5006"/>
                </a:lnTo>
                <a:lnTo>
                  <a:pt x="9399" y="4342"/>
                </a:lnTo>
                <a:lnTo>
                  <a:pt x="8940" y="3678"/>
                </a:lnTo>
                <a:lnTo>
                  <a:pt x="8531" y="3116"/>
                </a:lnTo>
                <a:lnTo>
                  <a:pt x="8071" y="2554"/>
                </a:lnTo>
                <a:lnTo>
                  <a:pt x="7612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670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2"/>
                </a:lnTo>
                <a:lnTo>
                  <a:pt x="3627" y="0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7" name="Google Shape;497;p19"/>
          <p:cNvSpPr>
            <a:spLocks noGrp="1"/>
          </p:cNvSpPr>
          <p:nvPr/>
        </p:nvSpPr>
        <p:spPr>
          <a:xfrm flipH="1">
            <a:off x="9275393" y="1385239"/>
            <a:ext cx="34392" cy="50549"/>
          </a:xfrm>
          <a:custGeom>
            <a:avLst/>
            <a:gdLst/>
            <a:ahLst/>
            <a:cxnLst/>
            <a:rect l="l" t="t" r="r" b="b"/>
            <a:pathLst>
              <a:path w="6743" h="9911">
                <a:moveTo>
                  <a:pt x="5415" y="9910"/>
                </a:moveTo>
                <a:lnTo>
                  <a:pt x="5415" y="9910"/>
                </a:lnTo>
                <a:lnTo>
                  <a:pt x="5159" y="9910"/>
                </a:lnTo>
                <a:lnTo>
                  <a:pt x="4904" y="9859"/>
                </a:lnTo>
                <a:lnTo>
                  <a:pt x="4649" y="9808"/>
                </a:lnTo>
                <a:lnTo>
                  <a:pt x="4393" y="9655"/>
                </a:lnTo>
                <a:lnTo>
                  <a:pt x="3882" y="9348"/>
                </a:lnTo>
                <a:lnTo>
                  <a:pt x="3321" y="8837"/>
                </a:lnTo>
                <a:lnTo>
                  <a:pt x="2759" y="8173"/>
                </a:lnTo>
                <a:lnTo>
                  <a:pt x="2197" y="7305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153" y="270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05" y="460"/>
                </a:lnTo>
                <a:lnTo>
                  <a:pt x="358" y="307"/>
                </a:lnTo>
                <a:lnTo>
                  <a:pt x="511" y="154"/>
                </a:lnTo>
                <a:lnTo>
                  <a:pt x="715" y="102"/>
                </a:lnTo>
                <a:lnTo>
                  <a:pt x="920" y="0"/>
                </a:lnTo>
                <a:lnTo>
                  <a:pt x="1175" y="0"/>
                </a:lnTo>
                <a:lnTo>
                  <a:pt x="1175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095" y="102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4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488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15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8" name="Google Shape;498;p19"/>
          <p:cNvSpPr>
            <a:spLocks noGrp="1"/>
          </p:cNvSpPr>
          <p:nvPr/>
        </p:nvSpPr>
        <p:spPr>
          <a:xfrm flipH="1">
            <a:off x="9287900" y="1375599"/>
            <a:ext cx="59404" cy="69829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5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2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197" y="9297"/>
                </a:lnTo>
                <a:lnTo>
                  <a:pt x="2657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55" y="12413"/>
                </a:lnTo>
                <a:lnTo>
                  <a:pt x="5466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05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3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27" y="51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9" name="Google Shape;499;p19"/>
          <p:cNvSpPr>
            <a:spLocks noGrp="1"/>
          </p:cNvSpPr>
          <p:nvPr/>
        </p:nvSpPr>
        <p:spPr>
          <a:xfrm flipH="1">
            <a:off x="9218075" y="1381852"/>
            <a:ext cx="34392" cy="5080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20" y="8837"/>
                </a:lnTo>
                <a:lnTo>
                  <a:pt x="2759" y="8173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4" y="2708"/>
                </a:lnTo>
                <a:lnTo>
                  <a:pt x="51" y="224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153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0" name="Google Shape;500;p19"/>
          <p:cNvSpPr>
            <a:spLocks noGrp="1"/>
          </p:cNvSpPr>
          <p:nvPr/>
        </p:nvSpPr>
        <p:spPr>
          <a:xfrm flipH="1">
            <a:off x="9230581" y="1372212"/>
            <a:ext cx="59404" cy="69829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66" y="818"/>
                </a:lnTo>
                <a:lnTo>
                  <a:pt x="511" y="1175"/>
                </a:lnTo>
                <a:lnTo>
                  <a:pt x="307" y="1533"/>
                </a:lnTo>
                <a:lnTo>
                  <a:pt x="154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49"/>
                </a:lnTo>
                <a:lnTo>
                  <a:pt x="1073" y="7049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8" y="13332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2" y="2095"/>
                </a:lnTo>
                <a:lnTo>
                  <a:pt x="7203" y="1635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1" name="Google Shape;501;p19"/>
          <p:cNvSpPr>
            <a:spLocks noGrp="1"/>
          </p:cNvSpPr>
          <p:nvPr/>
        </p:nvSpPr>
        <p:spPr>
          <a:xfrm flipH="1">
            <a:off x="9160756" y="1378465"/>
            <a:ext cx="34392" cy="5080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71" y="8837"/>
                </a:lnTo>
                <a:lnTo>
                  <a:pt x="2810" y="8173"/>
                </a:lnTo>
                <a:lnTo>
                  <a:pt x="2248" y="7356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11" y="3780"/>
                </a:lnTo>
                <a:lnTo>
                  <a:pt x="204" y="2707"/>
                </a:lnTo>
                <a:lnTo>
                  <a:pt x="51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4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0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3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2" name="Google Shape;502;p19"/>
          <p:cNvSpPr>
            <a:spLocks noGrp="1"/>
          </p:cNvSpPr>
          <p:nvPr/>
        </p:nvSpPr>
        <p:spPr>
          <a:xfrm flipH="1">
            <a:off x="9173263" y="1368825"/>
            <a:ext cx="59404" cy="69824"/>
          </a:xfrm>
          <a:custGeom>
            <a:avLst/>
            <a:gdLst/>
            <a:ahLst/>
            <a:cxnLst/>
            <a:rect l="l" t="t" r="r" b="b"/>
            <a:pathLst>
              <a:path w="11647" h="13690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102"/>
                </a:lnTo>
                <a:lnTo>
                  <a:pt x="1839" y="204"/>
                </a:lnTo>
                <a:lnTo>
                  <a:pt x="1430" y="358"/>
                </a:lnTo>
                <a:lnTo>
                  <a:pt x="1073" y="562"/>
                </a:lnTo>
                <a:lnTo>
                  <a:pt x="766" y="817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1"/>
                </a:lnTo>
                <a:lnTo>
                  <a:pt x="51" y="2401"/>
                </a:lnTo>
                <a:lnTo>
                  <a:pt x="0" y="2963"/>
                </a:lnTo>
                <a:lnTo>
                  <a:pt x="51" y="3525"/>
                </a:lnTo>
                <a:lnTo>
                  <a:pt x="153" y="4138"/>
                </a:lnTo>
                <a:lnTo>
                  <a:pt x="256" y="4802"/>
                </a:lnTo>
                <a:lnTo>
                  <a:pt x="511" y="5517"/>
                </a:lnTo>
                <a:lnTo>
                  <a:pt x="766" y="6283"/>
                </a:lnTo>
                <a:lnTo>
                  <a:pt x="1073" y="7100"/>
                </a:lnTo>
                <a:lnTo>
                  <a:pt x="1073" y="7100"/>
                </a:lnTo>
                <a:lnTo>
                  <a:pt x="1430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116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0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59" y="13537"/>
                </a:lnTo>
                <a:lnTo>
                  <a:pt x="10268" y="13383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545" y="11749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545" y="9501"/>
                </a:lnTo>
                <a:lnTo>
                  <a:pt x="11391" y="8837"/>
                </a:lnTo>
                <a:lnTo>
                  <a:pt x="11187" y="8122"/>
                </a:lnTo>
                <a:lnTo>
                  <a:pt x="10881" y="7356"/>
                </a:lnTo>
                <a:lnTo>
                  <a:pt x="10574" y="6539"/>
                </a:lnTo>
                <a:lnTo>
                  <a:pt x="10574" y="6539"/>
                </a:lnTo>
                <a:lnTo>
                  <a:pt x="1021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82" y="3116"/>
                </a:lnTo>
                <a:lnTo>
                  <a:pt x="8122" y="2605"/>
                </a:lnTo>
                <a:lnTo>
                  <a:pt x="7662" y="2094"/>
                </a:lnTo>
                <a:lnTo>
                  <a:pt x="7203" y="1686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3" name="Google Shape;503;p19"/>
          <p:cNvSpPr>
            <a:spLocks noGrp="1"/>
          </p:cNvSpPr>
          <p:nvPr/>
        </p:nvSpPr>
        <p:spPr>
          <a:xfrm flipH="1">
            <a:off x="9081031" y="1373772"/>
            <a:ext cx="34652" cy="50809"/>
          </a:xfrm>
          <a:custGeom>
            <a:avLst/>
            <a:gdLst/>
            <a:ahLst/>
            <a:cxnLst/>
            <a:rect l="l" t="t" r="r" b="b"/>
            <a:pathLst>
              <a:path w="6794" h="9962">
                <a:moveTo>
                  <a:pt x="5466" y="9962"/>
                </a:moveTo>
                <a:lnTo>
                  <a:pt x="5466" y="9962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933" y="9349"/>
                </a:lnTo>
                <a:lnTo>
                  <a:pt x="3371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4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869"/>
                </a:lnTo>
                <a:lnTo>
                  <a:pt x="153" y="665"/>
                </a:lnTo>
                <a:lnTo>
                  <a:pt x="255" y="460"/>
                </a:lnTo>
                <a:lnTo>
                  <a:pt x="409" y="307"/>
                </a:lnTo>
                <a:lnTo>
                  <a:pt x="562" y="205"/>
                </a:lnTo>
                <a:lnTo>
                  <a:pt x="766" y="103"/>
                </a:lnTo>
                <a:lnTo>
                  <a:pt x="971" y="52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4"/>
                </a:lnTo>
                <a:lnTo>
                  <a:pt x="5108" y="3525"/>
                </a:lnTo>
                <a:lnTo>
                  <a:pt x="5721" y="4802"/>
                </a:lnTo>
                <a:lnTo>
                  <a:pt x="5721" y="4802"/>
                </a:lnTo>
                <a:lnTo>
                  <a:pt x="6232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6"/>
                </a:lnTo>
                <a:lnTo>
                  <a:pt x="6538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4" name="Google Shape;504;p19"/>
          <p:cNvSpPr>
            <a:spLocks noGrp="1"/>
          </p:cNvSpPr>
          <p:nvPr/>
        </p:nvSpPr>
        <p:spPr>
          <a:xfrm flipH="1">
            <a:off x="9093277" y="1364132"/>
            <a:ext cx="59144" cy="69829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103"/>
                </a:lnTo>
                <a:lnTo>
                  <a:pt x="1788" y="205"/>
                </a:lnTo>
                <a:lnTo>
                  <a:pt x="1379" y="358"/>
                </a:lnTo>
                <a:lnTo>
                  <a:pt x="1022" y="563"/>
                </a:lnTo>
                <a:lnTo>
                  <a:pt x="715" y="818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0" y="2402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22" y="7101"/>
                </a:lnTo>
                <a:lnTo>
                  <a:pt x="1022" y="7101"/>
                </a:lnTo>
                <a:lnTo>
                  <a:pt x="1430" y="7867"/>
                </a:lnTo>
                <a:lnTo>
                  <a:pt x="1788" y="8582"/>
                </a:lnTo>
                <a:lnTo>
                  <a:pt x="2197" y="9298"/>
                </a:lnTo>
                <a:lnTo>
                  <a:pt x="2605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04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458" y="13588"/>
                </a:lnTo>
                <a:lnTo>
                  <a:pt x="7969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786" y="13690"/>
                </a:lnTo>
                <a:lnTo>
                  <a:pt x="8786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16"/>
                </a:lnTo>
                <a:lnTo>
                  <a:pt x="11340" y="12158"/>
                </a:lnTo>
                <a:lnTo>
                  <a:pt x="11494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29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2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679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159" y="409"/>
                </a:lnTo>
                <a:lnTo>
                  <a:pt x="4649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5" name="Google Shape;505;p19"/>
          <p:cNvSpPr>
            <a:spLocks noGrp="1"/>
          </p:cNvSpPr>
          <p:nvPr/>
        </p:nvSpPr>
        <p:spPr>
          <a:xfrm flipH="1">
            <a:off x="9023452" y="1370385"/>
            <a:ext cx="34392" cy="5080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15" y="9962"/>
                </a:moveTo>
                <a:lnTo>
                  <a:pt x="5415" y="9962"/>
                </a:lnTo>
                <a:lnTo>
                  <a:pt x="5159" y="9910"/>
                </a:lnTo>
                <a:lnTo>
                  <a:pt x="4904" y="9910"/>
                </a:lnTo>
                <a:lnTo>
                  <a:pt x="4648" y="9808"/>
                </a:lnTo>
                <a:lnTo>
                  <a:pt x="4393" y="9706"/>
                </a:lnTo>
                <a:lnTo>
                  <a:pt x="3882" y="9349"/>
                </a:lnTo>
                <a:lnTo>
                  <a:pt x="3320" y="8838"/>
                </a:lnTo>
                <a:lnTo>
                  <a:pt x="2758" y="8174"/>
                </a:lnTo>
                <a:lnTo>
                  <a:pt x="2197" y="7356"/>
                </a:lnTo>
                <a:lnTo>
                  <a:pt x="1635" y="6284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1"/>
                </a:lnTo>
                <a:lnTo>
                  <a:pt x="153" y="2708"/>
                </a:lnTo>
                <a:lnTo>
                  <a:pt x="0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920"/>
                </a:lnTo>
                <a:lnTo>
                  <a:pt x="102" y="665"/>
                </a:lnTo>
                <a:lnTo>
                  <a:pt x="204" y="460"/>
                </a:lnTo>
                <a:lnTo>
                  <a:pt x="358" y="307"/>
                </a:lnTo>
                <a:lnTo>
                  <a:pt x="511" y="205"/>
                </a:lnTo>
                <a:lnTo>
                  <a:pt x="715" y="103"/>
                </a:lnTo>
                <a:lnTo>
                  <a:pt x="920" y="52"/>
                </a:lnTo>
                <a:lnTo>
                  <a:pt x="1175" y="1"/>
                </a:lnTo>
                <a:lnTo>
                  <a:pt x="1175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861" y="563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4"/>
                </a:lnTo>
                <a:lnTo>
                  <a:pt x="5108" y="3525"/>
                </a:lnTo>
                <a:lnTo>
                  <a:pt x="5670" y="4802"/>
                </a:lnTo>
                <a:lnTo>
                  <a:pt x="5670" y="4802"/>
                </a:lnTo>
                <a:lnTo>
                  <a:pt x="6181" y="6079"/>
                </a:lnTo>
                <a:lnTo>
                  <a:pt x="6538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6"/>
                </a:lnTo>
                <a:lnTo>
                  <a:pt x="6692" y="9042"/>
                </a:lnTo>
                <a:lnTo>
                  <a:pt x="6641" y="9246"/>
                </a:lnTo>
                <a:lnTo>
                  <a:pt x="6487" y="9451"/>
                </a:lnTo>
                <a:lnTo>
                  <a:pt x="6385" y="9655"/>
                </a:lnTo>
                <a:lnTo>
                  <a:pt x="6181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15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6" name="Google Shape;506;p19"/>
          <p:cNvSpPr>
            <a:spLocks noGrp="1"/>
          </p:cNvSpPr>
          <p:nvPr/>
        </p:nvSpPr>
        <p:spPr>
          <a:xfrm flipH="1">
            <a:off x="9035959" y="1360745"/>
            <a:ext cx="59144" cy="70089"/>
          </a:xfrm>
          <a:custGeom>
            <a:avLst/>
            <a:gdLst/>
            <a:ahLst/>
            <a:cxnLst/>
            <a:rect l="l" t="t" r="r" b="b"/>
            <a:pathLst>
              <a:path w="11596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3"/>
                </a:lnTo>
                <a:lnTo>
                  <a:pt x="715" y="869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51" y="2401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197" y="9297"/>
                </a:lnTo>
                <a:lnTo>
                  <a:pt x="2656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55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742"/>
                </a:lnTo>
                <a:lnTo>
                  <a:pt x="8531" y="13742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6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67"/>
                </a:lnTo>
                <a:lnTo>
                  <a:pt x="11340" y="12158"/>
                </a:lnTo>
                <a:lnTo>
                  <a:pt x="11493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730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210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7" name="Google Shape;507;p19"/>
          <p:cNvSpPr>
            <a:spLocks noGrp="1"/>
          </p:cNvSpPr>
          <p:nvPr/>
        </p:nvSpPr>
        <p:spPr>
          <a:xfrm flipH="1">
            <a:off x="8966139" y="1366999"/>
            <a:ext cx="34397" cy="5080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174"/>
                </a:lnTo>
                <a:lnTo>
                  <a:pt x="2198" y="7356"/>
                </a:lnTo>
                <a:lnTo>
                  <a:pt x="1636" y="6284"/>
                </a:lnTo>
                <a:lnTo>
                  <a:pt x="1023" y="5058"/>
                </a:lnTo>
                <a:lnTo>
                  <a:pt x="1023" y="5058"/>
                </a:lnTo>
                <a:lnTo>
                  <a:pt x="512" y="3781"/>
                </a:lnTo>
                <a:lnTo>
                  <a:pt x="154" y="2708"/>
                </a:lnTo>
                <a:lnTo>
                  <a:pt x="52" y="2248"/>
                </a:lnTo>
                <a:lnTo>
                  <a:pt x="1" y="1840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9" y="307"/>
                </a:lnTo>
                <a:lnTo>
                  <a:pt x="563" y="205"/>
                </a:lnTo>
                <a:lnTo>
                  <a:pt x="767" y="103"/>
                </a:lnTo>
                <a:lnTo>
                  <a:pt x="972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351" y="256"/>
                </a:lnTo>
                <a:lnTo>
                  <a:pt x="2862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4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2" y="6079"/>
                </a:lnTo>
                <a:lnTo>
                  <a:pt x="6539" y="7152"/>
                </a:lnTo>
                <a:lnTo>
                  <a:pt x="6693" y="8020"/>
                </a:lnTo>
                <a:lnTo>
                  <a:pt x="6744" y="8429"/>
                </a:lnTo>
                <a:lnTo>
                  <a:pt x="6744" y="8736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8" name="Google Shape;508;p19"/>
          <p:cNvSpPr>
            <a:spLocks noGrp="1"/>
          </p:cNvSpPr>
          <p:nvPr/>
        </p:nvSpPr>
        <p:spPr>
          <a:xfrm flipH="1">
            <a:off x="8978640" y="1357359"/>
            <a:ext cx="59404" cy="70089"/>
          </a:xfrm>
          <a:custGeom>
            <a:avLst/>
            <a:gdLst/>
            <a:ahLst/>
            <a:cxnLst/>
            <a:rect l="l" t="t" r="r" b="b"/>
            <a:pathLst>
              <a:path w="11647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2"/>
                </a:lnTo>
                <a:lnTo>
                  <a:pt x="766" y="869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2"/>
                </a:lnTo>
                <a:lnTo>
                  <a:pt x="51" y="2452"/>
                </a:lnTo>
                <a:lnTo>
                  <a:pt x="0" y="2963"/>
                </a:lnTo>
                <a:lnTo>
                  <a:pt x="51" y="3525"/>
                </a:lnTo>
                <a:lnTo>
                  <a:pt x="102" y="4138"/>
                </a:lnTo>
                <a:lnTo>
                  <a:pt x="255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248" y="9297"/>
                </a:lnTo>
                <a:lnTo>
                  <a:pt x="2656" y="9961"/>
                </a:lnTo>
                <a:lnTo>
                  <a:pt x="3065" y="10523"/>
                </a:lnTo>
                <a:lnTo>
                  <a:pt x="3525" y="11085"/>
                </a:lnTo>
                <a:lnTo>
                  <a:pt x="3984" y="11596"/>
                </a:lnTo>
                <a:lnTo>
                  <a:pt x="4495" y="12005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77"/>
                </a:lnTo>
                <a:lnTo>
                  <a:pt x="6487" y="13282"/>
                </a:lnTo>
                <a:lnTo>
                  <a:pt x="6998" y="13486"/>
                </a:lnTo>
                <a:lnTo>
                  <a:pt x="7509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7" y="13384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67"/>
                </a:lnTo>
                <a:lnTo>
                  <a:pt x="11391" y="12158"/>
                </a:lnTo>
                <a:lnTo>
                  <a:pt x="11493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0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808" y="5007"/>
                </a:lnTo>
                <a:lnTo>
                  <a:pt x="9399" y="4342"/>
                </a:lnTo>
                <a:lnTo>
                  <a:pt x="8990" y="3730"/>
                </a:lnTo>
                <a:lnTo>
                  <a:pt x="8531" y="3117"/>
                </a:lnTo>
                <a:lnTo>
                  <a:pt x="8122" y="2606"/>
                </a:lnTo>
                <a:lnTo>
                  <a:pt x="7662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2" y="971"/>
                </a:lnTo>
                <a:lnTo>
                  <a:pt x="5721" y="665"/>
                </a:lnTo>
                <a:lnTo>
                  <a:pt x="5210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8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9" name="Google Shape;509;p19"/>
          <p:cNvSpPr>
            <a:spLocks noGrp="1"/>
          </p:cNvSpPr>
          <p:nvPr/>
        </p:nvSpPr>
        <p:spPr>
          <a:xfrm flipH="1">
            <a:off x="8908820" y="1363612"/>
            <a:ext cx="34397" cy="5080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72" y="8889"/>
                </a:lnTo>
                <a:lnTo>
                  <a:pt x="2810" y="8225"/>
                </a:lnTo>
                <a:lnTo>
                  <a:pt x="2249" y="7356"/>
                </a:lnTo>
                <a:lnTo>
                  <a:pt x="1636" y="6335"/>
                </a:lnTo>
                <a:lnTo>
                  <a:pt x="1074" y="5058"/>
                </a:lnTo>
                <a:lnTo>
                  <a:pt x="1074" y="5058"/>
                </a:lnTo>
                <a:lnTo>
                  <a:pt x="512" y="3781"/>
                </a:lnTo>
                <a:lnTo>
                  <a:pt x="205" y="2708"/>
                </a:lnTo>
                <a:lnTo>
                  <a:pt x="52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54" y="665"/>
                </a:lnTo>
                <a:lnTo>
                  <a:pt x="256" y="460"/>
                </a:lnTo>
                <a:lnTo>
                  <a:pt x="410" y="307"/>
                </a:lnTo>
                <a:lnTo>
                  <a:pt x="563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095" y="154"/>
                </a:lnTo>
                <a:lnTo>
                  <a:pt x="2351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3" y="6079"/>
                </a:lnTo>
                <a:lnTo>
                  <a:pt x="6539" y="7152"/>
                </a:lnTo>
                <a:lnTo>
                  <a:pt x="6744" y="8020"/>
                </a:lnTo>
                <a:lnTo>
                  <a:pt x="6744" y="8429"/>
                </a:lnTo>
                <a:lnTo>
                  <a:pt x="6744" y="8735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0" name="Google Shape;510;p19"/>
          <p:cNvSpPr>
            <a:spLocks noGrp="1"/>
          </p:cNvSpPr>
          <p:nvPr/>
        </p:nvSpPr>
        <p:spPr>
          <a:xfrm flipH="1">
            <a:off x="8921321" y="1354233"/>
            <a:ext cx="59404" cy="69829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0" y="307"/>
                </a:lnTo>
                <a:lnTo>
                  <a:pt x="1073" y="511"/>
                </a:lnTo>
                <a:lnTo>
                  <a:pt x="766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3" y="1891"/>
                </a:lnTo>
                <a:lnTo>
                  <a:pt x="51" y="2401"/>
                </a:lnTo>
                <a:lnTo>
                  <a:pt x="0" y="2912"/>
                </a:lnTo>
                <a:lnTo>
                  <a:pt x="51" y="3474"/>
                </a:lnTo>
                <a:lnTo>
                  <a:pt x="153" y="4087"/>
                </a:lnTo>
                <a:lnTo>
                  <a:pt x="255" y="4751"/>
                </a:lnTo>
                <a:lnTo>
                  <a:pt x="460" y="5466"/>
                </a:lnTo>
                <a:lnTo>
                  <a:pt x="76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0" y="7816"/>
                </a:lnTo>
                <a:lnTo>
                  <a:pt x="1839" y="8582"/>
                </a:lnTo>
                <a:lnTo>
                  <a:pt x="2248" y="9246"/>
                </a:lnTo>
                <a:lnTo>
                  <a:pt x="2656" y="9910"/>
                </a:lnTo>
                <a:lnTo>
                  <a:pt x="3116" y="10472"/>
                </a:lnTo>
                <a:lnTo>
                  <a:pt x="3525" y="11034"/>
                </a:lnTo>
                <a:lnTo>
                  <a:pt x="3984" y="11545"/>
                </a:lnTo>
                <a:lnTo>
                  <a:pt x="4495" y="11954"/>
                </a:lnTo>
                <a:lnTo>
                  <a:pt x="4955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7" y="13231"/>
                </a:lnTo>
                <a:lnTo>
                  <a:pt x="6998" y="13435"/>
                </a:lnTo>
                <a:lnTo>
                  <a:pt x="750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588"/>
                </a:lnTo>
                <a:lnTo>
                  <a:pt x="9808" y="13486"/>
                </a:lnTo>
                <a:lnTo>
                  <a:pt x="10267" y="13333"/>
                </a:lnTo>
                <a:lnTo>
                  <a:pt x="10625" y="13077"/>
                </a:lnTo>
                <a:lnTo>
                  <a:pt x="10931" y="12822"/>
                </a:lnTo>
                <a:lnTo>
                  <a:pt x="11187" y="12516"/>
                </a:lnTo>
                <a:lnTo>
                  <a:pt x="11391" y="12107"/>
                </a:lnTo>
                <a:lnTo>
                  <a:pt x="11544" y="11698"/>
                </a:lnTo>
                <a:lnTo>
                  <a:pt x="11596" y="11187"/>
                </a:lnTo>
                <a:lnTo>
                  <a:pt x="11647" y="10677"/>
                </a:lnTo>
                <a:lnTo>
                  <a:pt x="11596" y="10115"/>
                </a:lnTo>
                <a:lnTo>
                  <a:pt x="11544" y="9451"/>
                </a:lnTo>
                <a:lnTo>
                  <a:pt x="11391" y="8787"/>
                </a:lnTo>
                <a:lnTo>
                  <a:pt x="11187" y="8071"/>
                </a:lnTo>
                <a:lnTo>
                  <a:pt x="10880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6" y="5722"/>
                </a:lnTo>
                <a:lnTo>
                  <a:pt x="9808" y="4955"/>
                </a:lnTo>
                <a:lnTo>
                  <a:pt x="9399" y="4291"/>
                </a:lnTo>
                <a:lnTo>
                  <a:pt x="8990" y="3678"/>
                </a:lnTo>
                <a:lnTo>
                  <a:pt x="8582" y="3065"/>
                </a:lnTo>
                <a:lnTo>
                  <a:pt x="8122" y="2555"/>
                </a:lnTo>
                <a:lnTo>
                  <a:pt x="7662" y="2044"/>
                </a:lnTo>
                <a:lnTo>
                  <a:pt x="7203" y="1635"/>
                </a:lnTo>
                <a:lnTo>
                  <a:pt x="6692" y="1227"/>
                </a:lnTo>
                <a:lnTo>
                  <a:pt x="6232" y="920"/>
                </a:lnTo>
                <a:lnTo>
                  <a:pt x="5721" y="614"/>
                </a:lnTo>
                <a:lnTo>
                  <a:pt x="5210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1" name="Google Shape;511;p19"/>
          <p:cNvSpPr>
            <a:spLocks noGrp="1"/>
          </p:cNvSpPr>
          <p:nvPr/>
        </p:nvSpPr>
        <p:spPr>
          <a:xfrm flipH="1">
            <a:off x="10023917" y="997820"/>
            <a:ext cx="236573" cy="71391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6830" y="0"/>
                </a:move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2" name="Google Shape;512;p19"/>
          <p:cNvSpPr>
            <a:spLocks noGrp="1"/>
          </p:cNvSpPr>
          <p:nvPr/>
        </p:nvSpPr>
        <p:spPr>
          <a:xfrm flipH="1">
            <a:off x="10023917" y="997820"/>
            <a:ext cx="236573" cy="71391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7238" y="0"/>
                </a:moveTo>
                <a:lnTo>
                  <a:pt x="37238" y="0"/>
                </a:lnTo>
                <a:lnTo>
                  <a:pt x="36830" y="0"/>
                </a:lnTo>
                <a:lnTo>
                  <a:pt x="4240" y="1941"/>
                </a:ln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3" name="Google Shape;513;p19"/>
          <p:cNvSpPr>
            <a:spLocks noGrp="1"/>
          </p:cNvSpPr>
          <p:nvPr/>
        </p:nvSpPr>
        <p:spPr>
          <a:xfrm flipH="1">
            <a:off x="9969205" y="1112457"/>
            <a:ext cx="295972" cy="226668"/>
          </a:xfrm>
          <a:custGeom>
            <a:avLst/>
            <a:gdLst/>
            <a:ahLst/>
            <a:cxnLst/>
            <a:rect l="l" t="t" r="r" b="b"/>
            <a:pathLst>
              <a:path w="58029" h="44441">
                <a:moveTo>
                  <a:pt x="26256" y="409"/>
                </a:moveTo>
                <a:lnTo>
                  <a:pt x="12924" y="1175"/>
                </a:lnTo>
                <a:lnTo>
                  <a:pt x="27073" y="33407"/>
                </a:lnTo>
                <a:lnTo>
                  <a:pt x="40406" y="32590"/>
                </a:lnTo>
                <a:lnTo>
                  <a:pt x="26256" y="409"/>
                </a:lnTo>
                <a:close/>
                <a:moveTo>
                  <a:pt x="33101" y="0"/>
                </a:moveTo>
                <a:lnTo>
                  <a:pt x="28044" y="307"/>
                </a:lnTo>
                <a:lnTo>
                  <a:pt x="46892" y="43111"/>
                </a:lnTo>
                <a:lnTo>
                  <a:pt x="46892" y="43111"/>
                </a:lnTo>
                <a:lnTo>
                  <a:pt x="51899" y="42806"/>
                </a:lnTo>
                <a:lnTo>
                  <a:pt x="52818" y="42704"/>
                </a:lnTo>
                <a:lnTo>
                  <a:pt x="53687" y="42551"/>
                </a:lnTo>
                <a:lnTo>
                  <a:pt x="54453" y="42295"/>
                </a:lnTo>
                <a:lnTo>
                  <a:pt x="55168" y="41938"/>
                </a:lnTo>
                <a:lnTo>
                  <a:pt x="55832" y="41529"/>
                </a:lnTo>
                <a:lnTo>
                  <a:pt x="56394" y="41018"/>
                </a:lnTo>
                <a:lnTo>
                  <a:pt x="56854" y="40508"/>
                </a:lnTo>
                <a:lnTo>
                  <a:pt x="57263" y="39895"/>
                </a:lnTo>
                <a:lnTo>
                  <a:pt x="57569" y="39231"/>
                </a:lnTo>
                <a:lnTo>
                  <a:pt x="57824" y="38567"/>
                </a:lnTo>
                <a:lnTo>
                  <a:pt x="57978" y="37800"/>
                </a:lnTo>
                <a:lnTo>
                  <a:pt x="58029" y="37034"/>
                </a:lnTo>
                <a:lnTo>
                  <a:pt x="57978" y="36217"/>
                </a:lnTo>
                <a:lnTo>
                  <a:pt x="57824" y="35348"/>
                </a:lnTo>
                <a:lnTo>
                  <a:pt x="57620" y="34480"/>
                </a:lnTo>
                <a:lnTo>
                  <a:pt x="57263" y="33612"/>
                </a:lnTo>
                <a:lnTo>
                  <a:pt x="46076" y="8122"/>
                </a:lnTo>
                <a:lnTo>
                  <a:pt x="45667" y="7254"/>
                </a:lnTo>
                <a:lnTo>
                  <a:pt x="45156" y="6436"/>
                </a:lnTo>
                <a:lnTo>
                  <a:pt x="44594" y="5670"/>
                </a:lnTo>
                <a:lnTo>
                  <a:pt x="43981" y="4904"/>
                </a:lnTo>
                <a:lnTo>
                  <a:pt x="43266" y="4189"/>
                </a:lnTo>
                <a:lnTo>
                  <a:pt x="42551" y="3525"/>
                </a:lnTo>
                <a:lnTo>
                  <a:pt x="41785" y="2912"/>
                </a:lnTo>
                <a:lnTo>
                  <a:pt x="40968" y="2350"/>
                </a:lnTo>
                <a:lnTo>
                  <a:pt x="40099" y="1788"/>
                </a:lnTo>
                <a:lnTo>
                  <a:pt x="39231" y="1328"/>
                </a:lnTo>
                <a:lnTo>
                  <a:pt x="38311" y="920"/>
                </a:lnTo>
                <a:lnTo>
                  <a:pt x="37392" y="613"/>
                </a:lnTo>
                <a:lnTo>
                  <a:pt x="36472" y="358"/>
                </a:lnTo>
                <a:lnTo>
                  <a:pt x="35553" y="153"/>
                </a:lnTo>
                <a:lnTo>
                  <a:pt x="34582" y="0"/>
                </a:lnTo>
                <a:close/>
                <a:moveTo>
                  <a:pt x="46892" y="43111"/>
                </a:moveTo>
                <a:lnTo>
                  <a:pt x="46025" y="43164"/>
                </a:lnTo>
                <a:lnTo>
                  <a:pt x="46893" y="43113"/>
                </a:lnTo>
                <a:lnTo>
                  <a:pt x="46892" y="43111"/>
                </a:lnTo>
                <a:close/>
                <a:moveTo>
                  <a:pt x="41172" y="34276"/>
                </a:moveTo>
                <a:lnTo>
                  <a:pt x="27789" y="35093"/>
                </a:lnTo>
                <a:lnTo>
                  <a:pt x="31722" y="44032"/>
                </a:lnTo>
                <a:lnTo>
                  <a:pt x="45105" y="43215"/>
                </a:lnTo>
                <a:lnTo>
                  <a:pt x="41172" y="34276"/>
                </a:lnTo>
                <a:close/>
                <a:moveTo>
                  <a:pt x="11136" y="1277"/>
                </a:moveTo>
                <a:lnTo>
                  <a:pt x="6130" y="1584"/>
                </a:lnTo>
                <a:lnTo>
                  <a:pt x="5210" y="1686"/>
                </a:lnTo>
                <a:lnTo>
                  <a:pt x="4342" y="1839"/>
                </a:lnTo>
                <a:lnTo>
                  <a:pt x="3576" y="2146"/>
                </a:lnTo>
                <a:lnTo>
                  <a:pt x="2861" y="2452"/>
                </a:lnTo>
                <a:lnTo>
                  <a:pt x="2197" y="2861"/>
                </a:lnTo>
                <a:lnTo>
                  <a:pt x="1635" y="3371"/>
                </a:lnTo>
                <a:lnTo>
                  <a:pt x="1124" y="3882"/>
                </a:lnTo>
                <a:lnTo>
                  <a:pt x="715" y="4495"/>
                </a:lnTo>
                <a:lnTo>
                  <a:pt x="409" y="5159"/>
                </a:lnTo>
                <a:lnTo>
                  <a:pt x="153" y="5874"/>
                </a:lnTo>
                <a:lnTo>
                  <a:pt x="51" y="6590"/>
                </a:lnTo>
                <a:lnTo>
                  <a:pt x="0" y="7356"/>
                </a:lnTo>
                <a:lnTo>
                  <a:pt x="0" y="8173"/>
                </a:lnTo>
                <a:lnTo>
                  <a:pt x="153" y="9042"/>
                </a:lnTo>
                <a:lnTo>
                  <a:pt x="409" y="9910"/>
                </a:lnTo>
                <a:lnTo>
                  <a:pt x="715" y="10778"/>
                </a:lnTo>
                <a:lnTo>
                  <a:pt x="11902" y="36268"/>
                </a:lnTo>
                <a:lnTo>
                  <a:pt x="12362" y="37136"/>
                </a:lnTo>
                <a:lnTo>
                  <a:pt x="12822" y="37954"/>
                </a:lnTo>
                <a:lnTo>
                  <a:pt x="13384" y="38720"/>
                </a:lnTo>
                <a:lnTo>
                  <a:pt x="14048" y="39486"/>
                </a:lnTo>
                <a:lnTo>
                  <a:pt x="14712" y="40201"/>
                </a:lnTo>
                <a:lnTo>
                  <a:pt x="15427" y="40865"/>
                </a:lnTo>
                <a:lnTo>
                  <a:pt x="16244" y="41478"/>
                </a:lnTo>
                <a:lnTo>
                  <a:pt x="17061" y="42091"/>
                </a:lnTo>
                <a:lnTo>
                  <a:pt x="17879" y="42602"/>
                </a:lnTo>
                <a:lnTo>
                  <a:pt x="18798" y="43062"/>
                </a:lnTo>
                <a:lnTo>
                  <a:pt x="19667" y="43470"/>
                </a:lnTo>
                <a:lnTo>
                  <a:pt x="20586" y="43777"/>
                </a:lnTo>
                <a:lnTo>
                  <a:pt x="21557" y="44083"/>
                </a:lnTo>
                <a:lnTo>
                  <a:pt x="22476" y="44288"/>
                </a:lnTo>
                <a:lnTo>
                  <a:pt x="23395" y="44390"/>
                </a:lnTo>
                <a:lnTo>
                  <a:pt x="24366" y="44441"/>
                </a:lnTo>
                <a:lnTo>
                  <a:pt x="24928" y="44390"/>
                </a:lnTo>
                <a:lnTo>
                  <a:pt x="29934" y="44134"/>
                </a:lnTo>
                <a:lnTo>
                  <a:pt x="11136" y="1277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4" name="Google Shape;514;p19"/>
          <p:cNvSpPr>
            <a:spLocks noGrp="1"/>
          </p:cNvSpPr>
          <p:nvPr/>
        </p:nvSpPr>
        <p:spPr>
          <a:xfrm flipH="1">
            <a:off x="9816535" y="1337039"/>
            <a:ext cx="9124" cy="525"/>
          </a:xfrm>
          <a:custGeom>
            <a:avLst/>
            <a:gdLst/>
            <a:ahLst/>
            <a:cxnLst/>
            <a:rect l="l" t="t" r="r" b="b"/>
            <a:pathLst>
              <a:path w="1789" h="103">
                <a:moveTo>
                  <a:pt x="1789" y="0"/>
                </a:moveTo>
                <a:lnTo>
                  <a:pt x="1" y="102"/>
                </a:lnTo>
                <a:lnTo>
                  <a:pt x="1" y="102"/>
                </a:lnTo>
                <a:lnTo>
                  <a:pt x="1789" y="0"/>
                </a:lnTo>
                <a:lnTo>
                  <a:pt x="178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5" name="Google Shape;515;p19"/>
          <p:cNvSpPr>
            <a:spLocks noGrp="1"/>
          </p:cNvSpPr>
          <p:nvPr/>
        </p:nvSpPr>
        <p:spPr>
          <a:xfrm flipH="1">
            <a:off x="9739151" y="1332607"/>
            <a:ext cx="4692" cy="264"/>
          </a:xfrm>
          <a:custGeom>
            <a:avLst/>
            <a:gdLst/>
            <a:ahLst/>
            <a:cxnLst/>
            <a:rect l="l" t="t" r="r" b="b"/>
            <a:pathLst>
              <a:path w="920" h="52">
                <a:moveTo>
                  <a:pt x="920" y="1"/>
                </a:moveTo>
                <a:lnTo>
                  <a:pt x="0" y="52"/>
                </a:lnTo>
                <a:lnTo>
                  <a:pt x="0" y="52"/>
                </a:lnTo>
                <a:lnTo>
                  <a:pt x="920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6" name="Google Shape;516;p19"/>
          <p:cNvSpPr>
            <a:spLocks noGrp="1"/>
          </p:cNvSpPr>
          <p:nvPr/>
        </p:nvSpPr>
        <p:spPr>
          <a:xfrm flipH="1">
            <a:off x="9827475" y="1287275"/>
            <a:ext cx="88329" cy="49769"/>
          </a:xfrm>
          <a:custGeom>
            <a:avLst/>
            <a:gdLst/>
            <a:ahLst/>
            <a:cxnLst/>
            <a:rect l="l" t="t" r="r" b="b"/>
            <a:pathLst>
              <a:path w="17318" h="9758">
                <a:moveTo>
                  <a:pt x="13384" y="1"/>
                </a:moveTo>
                <a:lnTo>
                  <a:pt x="1" y="818"/>
                </a:lnTo>
                <a:lnTo>
                  <a:pt x="3934" y="9757"/>
                </a:lnTo>
                <a:lnTo>
                  <a:pt x="17317" y="8940"/>
                </a:lnTo>
                <a:lnTo>
                  <a:pt x="13384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7" name="Google Shape;517;p19"/>
          <p:cNvSpPr>
            <a:spLocks noGrp="1"/>
          </p:cNvSpPr>
          <p:nvPr/>
        </p:nvSpPr>
        <p:spPr>
          <a:xfrm flipH="1">
            <a:off x="9969205" y="1118971"/>
            <a:ext cx="152676" cy="220155"/>
          </a:xfrm>
          <a:custGeom>
            <a:avLst/>
            <a:gdLst/>
            <a:ahLst/>
            <a:cxnLst/>
            <a:rect l="l" t="t" r="r" b="b"/>
            <a:pathLst>
              <a:path w="29934" h="43164">
                <a:moveTo>
                  <a:pt x="11136" y="0"/>
                </a:moveTo>
                <a:lnTo>
                  <a:pt x="6130" y="307"/>
                </a:lnTo>
                <a:lnTo>
                  <a:pt x="6130" y="307"/>
                </a:lnTo>
                <a:lnTo>
                  <a:pt x="5210" y="409"/>
                </a:lnTo>
                <a:lnTo>
                  <a:pt x="4342" y="562"/>
                </a:lnTo>
                <a:lnTo>
                  <a:pt x="3576" y="869"/>
                </a:lnTo>
                <a:lnTo>
                  <a:pt x="2861" y="1175"/>
                </a:lnTo>
                <a:lnTo>
                  <a:pt x="2197" y="1584"/>
                </a:lnTo>
                <a:lnTo>
                  <a:pt x="1635" y="2094"/>
                </a:lnTo>
                <a:lnTo>
                  <a:pt x="1124" y="2605"/>
                </a:lnTo>
                <a:lnTo>
                  <a:pt x="715" y="3218"/>
                </a:lnTo>
                <a:lnTo>
                  <a:pt x="409" y="3882"/>
                </a:lnTo>
                <a:lnTo>
                  <a:pt x="153" y="4597"/>
                </a:lnTo>
                <a:lnTo>
                  <a:pt x="51" y="5313"/>
                </a:lnTo>
                <a:lnTo>
                  <a:pt x="0" y="6079"/>
                </a:lnTo>
                <a:lnTo>
                  <a:pt x="0" y="6896"/>
                </a:lnTo>
                <a:lnTo>
                  <a:pt x="153" y="7765"/>
                </a:lnTo>
                <a:lnTo>
                  <a:pt x="409" y="8633"/>
                </a:lnTo>
                <a:lnTo>
                  <a:pt x="715" y="9501"/>
                </a:lnTo>
                <a:lnTo>
                  <a:pt x="11902" y="34991"/>
                </a:lnTo>
                <a:lnTo>
                  <a:pt x="11902" y="34991"/>
                </a:lnTo>
                <a:lnTo>
                  <a:pt x="12362" y="35859"/>
                </a:lnTo>
                <a:lnTo>
                  <a:pt x="12822" y="36677"/>
                </a:lnTo>
                <a:lnTo>
                  <a:pt x="13384" y="37443"/>
                </a:lnTo>
                <a:lnTo>
                  <a:pt x="14048" y="38209"/>
                </a:lnTo>
                <a:lnTo>
                  <a:pt x="14712" y="38924"/>
                </a:lnTo>
                <a:lnTo>
                  <a:pt x="15427" y="39588"/>
                </a:lnTo>
                <a:lnTo>
                  <a:pt x="16244" y="40201"/>
                </a:lnTo>
                <a:lnTo>
                  <a:pt x="17061" y="40814"/>
                </a:lnTo>
                <a:lnTo>
                  <a:pt x="17879" y="41325"/>
                </a:lnTo>
                <a:lnTo>
                  <a:pt x="18798" y="41785"/>
                </a:lnTo>
                <a:lnTo>
                  <a:pt x="19667" y="42193"/>
                </a:lnTo>
                <a:lnTo>
                  <a:pt x="20586" y="42500"/>
                </a:lnTo>
                <a:lnTo>
                  <a:pt x="21557" y="42806"/>
                </a:lnTo>
                <a:lnTo>
                  <a:pt x="22476" y="43011"/>
                </a:lnTo>
                <a:lnTo>
                  <a:pt x="23395" y="43113"/>
                </a:lnTo>
                <a:lnTo>
                  <a:pt x="24366" y="43164"/>
                </a:lnTo>
                <a:lnTo>
                  <a:pt x="24366" y="43164"/>
                </a:lnTo>
                <a:lnTo>
                  <a:pt x="24928" y="43113"/>
                </a:lnTo>
                <a:lnTo>
                  <a:pt x="29934" y="42857"/>
                </a:lnTo>
                <a:lnTo>
                  <a:pt x="1113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8" name="Google Shape;518;p19"/>
          <p:cNvSpPr>
            <a:spLocks noGrp="1"/>
          </p:cNvSpPr>
          <p:nvPr/>
        </p:nvSpPr>
        <p:spPr>
          <a:xfrm flipH="1">
            <a:off x="9903293" y="1114537"/>
            <a:ext cx="140175" cy="168313"/>
          </a:xfrm>
          <a:custGeom>
            <a:avLst/>
            <a:gdLst/>
            <a:ahLst/>
            <a:cxnLst/>
            <a:rect l="l" t="t" r="r" b="b"/>
            <a:pathLst>
              <a:path w="27483" h="33000">
                <a:moveTo>
                  <a:pt x="13333" y="1"/>
                </a:moveTo>
                <a:lnTo>
                  <a:pt x="1" y="767"/>
                </a:lnTo>
                <a:lnTo>
                  <a:pt x="14150" y="32999"/>
                </a:lnTo>
                <a:lnTo>
                  <a:pt x="27483" y="32182"/>
                </a:lnTo>
                <a:lnTo>
                  <a:pt x="13333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9" name="Google Shape;519;p19"/>
          <p:cNvSpPr>
            <a:spLocks noGrp="1"/>
          </p:cNvSpPr>
          <p:nvPr/>
        </p:nvSpPr>
        <p:spPr>
          <a:xfrm flipH="1">
            <a:off x="9826175" y="1112457"/>
            <a:ext cx="152941" cy="220155"/>
          </a:xfrm>
          <a:custGeom>
            <a:avLst/>
            <a:gdLst/>
            <a:ahLst/>
            <a:cxnLst/>
            <a:rect l="l" t="t" r="r" b="b"/>
            <a:pathLst>
              <a:path w="29986" h="43164">
                <a:moveTo>
                  <a:pt x="5620" y="0"/>
                </a:moveTo>
                <a:lnTo>
                  <a:pt x="5620" y="0"/>
                </a:lnTo>
                <a:lnTo>
                  <a:pt x="5058" y="0"/>
                </a:lnTo>
                <a:lnTo>
                  <a:pt x="1" y="307"/>
                </a:lnTo>
                <a:lnTo>
                  <a:pt x="18850" y="43113"/>
                </a:lnTo>
                <a:lnTo>
                  <a:pt x="17982" y="43164"/>
                </a:lnTo>
                <a:lnTo>
                  <a:pt x="23856" y="42806"/>
                </a:lnTo>
                <a:lnTo>
                  <a:pt x="23856" y="42806"/>
                </a:lnTo>
                <a:lnTo>
                  <a:pt x="24775" y="42704"/>
                </a:lnTo>
                <a:lnTo>
                  <a:pt x="25644" y="42551"/>
                </a:lnTo>
                <a:lnTo>
                  <a:pt x="26410" y="42295"/>
                </a:lnTo>
                <a:lnTo>
                  <a:pt x="27125" y="41938"/>
                </a:lnTo>
                <a:lnTo>
                  <a:pt x="27789" y="41529"/>
                </a:lnTo>
                <a:lnTo>
                  <a:pt x="28351" y="41018"/>
                </a:lnTo>
                <a:lnTo>
                  <a:pt x="28811" y="40508"/>
                </a:lnTo>
                <a:lnTo>
                  <a:pt x="29220" y="39895"/>
                </a:lnTo>
                <a:lnTo>
                  <a:pt x="29526" y="39231"/>
                </a:lnTo>
                <a:lnTo>
                  <a:pt x="29781" y="38567"/>
                </a:lnTo>
                <a:lnTo>
                  <a:pt x="29935" y="37800"/>
                </a:lnTo>
                <a:lnTo>
                  <a:pt x="29986" y="37034"/>
                </a:lnTo>
                <a:lnTo>
                  <a:pt x="29935" y="36217"/>
                </a:lnTo>
                <a:lnTo>
                  <a:pt x="29781" y="35348"/>
                </a:lnTo>
                <a:lnTo>
                  <a:pt x="29577" y="34480"/>
                </a:lnTo>
                <a:lnTo>
                  <a:pt x="29220" y="33612"/>
                </a:lnTo>
                <a:lnTo>
                  <a:pt x="18033" y="8122"/>
                </a:lnTo>
                <a:lnTo>
                  <a:pt x="18033" y="8122"/>
                </a:lnTo>
                <a:lnTo>
                  <a:pt x="17624" y="7254"/>
                </a:lnTo>
                <a:lnTo>
                  <a:pt x="17113" y="6436"/>
                </a:lnTo>
                <a:lnTo>
                  <a:pt x="16551" y="5670"/>
                </a:lnTo>
                <a:lnTo>
                  <a:pt x="15938" y="4904"/>
                </a:lnTo>
                <a:lnTo>
                  <a:pt x="15223" y="4189"/>
                </a:lnTo>
                <a:lnTo>
                  <a:pt x="14508" y="3525"/>
                </a:lnTo>
                <a:lnTo>
                  <a:pt x="13742" y="2912"/>
                </a:lnTo>
                <a:lnTo>
                  <a:pt x="12925" y="2350"/>
                </a:lnTo>
                <a:lnTo>
                  <a:pt x="12056" y="1788"/>
                </a:lnTo>
                <a:lnTo>
                  <a:pt x="11188" y="1328"/>
                </a:lnTo>
                <a:lnTo>
                  <a:pt x="10268" y="920"/>
                </a:lnTo>
                <a:lnTo>
                  <a:pt x="9349" y="613"/>
                </a:lnTo>
                <a:lnTo>
                  <a:pt x="8429" y="358"/>
                </a:lnTo>
                <a:lnTo>
                  <a:pt x="7510" y="153"/>
                </a:lnTo>
                <a:lnTo>
                  <a:pt x="6539" y="0"/>
                </a:lnTo>
                <a:lnTo>
                  <a:pt x="5620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0" name="Google Shape;520;p19"/>
          <p:cNvSpPr>
            <a:spLocks noGrp="1"/>
          </p:cNvSpPr>
          <p:nvPr/>
        </p:nvSpPr>
        <p:spPr>
          <a:xfrm flipH="1">
            <a:off x="9912412" y="1114017"/>
            <a:ext cx="182381" cy="223547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1" name="Google Shape;521;p19"/>
          <p:cNvSpPr>
            <a:spLocks noGrp="1"/>
          </p:cNvSpPr>
          <p:nvPr/>
        </p:nvSpPr>
        <p:spPr>
          <a:xfrm flipH="1">
            <a:off x="9912412" y="1114017"/>
            <a:ext cx="182381" cy="223547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2" name="Google Shape;522;p19"/>
          <p:cNvSpPr>
            <a:spLocks noGrp="1"/>
          </p:cNvSpPr>
          <p:nvPr/>
        </p:nvSpPr>
        <p:spPr>
          <a:xfrm flipH="1">
            <a:off x="10174248" y="930601"/>
            <a:ext cx="1452501" cy="655512"/>
          </a:xfrm>
          <a:custGeom>
            <a:avLst/>
            <a:gdLst/>
            <a:ahLst/>
            <a:cxnLst/>
            <a:rect l="l" t="t" r="r" b="b"/>
            <a:pathLst>
              <a:path w="284780" h="128521">
                <a:moveTo>
                  <a:pt x="1788" y="0"/>
                </a:moveTo>
                <a:lnTo>
                  <a:pt x="919" y="1277"/>
                </a:lnTo>
                <a:lnTo>
                  <a:pt x="511" y="1941"/>
                </a:lnTo>
                <a:lnTo>
                  <a:pt x="255" y="2708"/>
                </a:lnTo>
                <a:lnTo>
                  <a:pt x="51" y="3474"/>
                </a:lnTo>
                <a:lnTo>
                  <a:pt x="0" y="4291"/>
                </a:lnTo>
                <a:lnTo>
                  <a:pt x="0" y="5108"/>
                </a:lnTo>
                <a:lnTo>
                  <a:pt x="153" y="6028"/>
                </a:lnTo>
                <a:lnTo>
                  <a:pt x="358" y="6947"/>
                </a:lnTo>
                <a:lnTo>
                  <a:pt x="715" y="7867"/>
                </a:lnTo>
                <a:lnTo>
                  <a:pt x="50162" y="120348"/>
                </a:lnTo>
                <a:lnTo>
                  <a:pt x="50571" y="121216"/>
                </a:lnTo>
                <a:lnTo>
                  <a:pt x="51082" y="122085"/>
                </a:lnTo>
                <a:lnTo>
                  <a:pt x="51490" y="122596"/>
                </a:lnTo>
                <a:lnTo>
                  <a:pt x="51899" y="123157"/>
                </a:lnTo>
                <a:lnTo>
                  <a:pt x="52307" y="123668"/>
                </a:lnTo>
                <a:lnTo>
                  <a:pt x="52359" y="123668"/>
                </a:lnTo>
                <a:lnTo>
                  <a:pt x="52767" y="124128"/>
                </a:lnTo>
                <a:lnTo>
                  <a:pt x="53278" y="124588"/>
                </a:lnTo>
                <a:lnTo>
                  <a:pt x="54249" y="125405"/>
                </a:lnTo>
                <a:lnTo>
                  <a:pt x="54453" y="125609"/>
                </a:lnTo>
                <a:lnTo>
                  <a:pt x="55321" y="126171"/>
                </a:lnTo>
                <a:lnTo>
                  <a:pt x="55628" y="126376"/>
                </a:lnTo>
                <a:lnTo>
                  <a:pt x="56343" y="126784"/>
                </a:lnTo>
                <a:lnTo>
                  <a:pt x="57109" y="127193"/>
                </a:lnTo>
                <a:lnTo>
                  <a:pt x="57262" y="127244"/>
                </a:lnTo>
                <a:lnTo>
                  <a:pt x="57722" y="127448"/>
                </a:lnTo>
                <a:lnTo>
                  <a:pt x="58335" y="127704"/>
                </a:lnTo>
                <a:lnTo>
                  <a:pt x="58999" y="127908"/>
                </a:lnTo>
                <a:lnTo>
                  <a:pt x="59612" y="128112"/>
                </a:lnTo>
                <a:lnTo>
                  <a:pt x="60225" y="128266"/>
                </a:lnTo>
                <a:lnTo>
                  <a:pt x="60838" y="128368"/>
                </a:lnTo>
                <a:lnTo>
                  <a:pt x="61400" y="128419"/>
                </a:lnTo>
                <a:lnTo>
                  <a:pt x="62268" y="128521"/>
                </a:lnTo>
                <a:lnTo>
                  <a:pt x="63137" y="128521"/>
                </a:lnTo>
                <a:lnTo>
                  <a:pt x="278752" y="115853"/>
                </a:lnTo>
                <a:lnTo>
                  <a:pt x="279569" y="115751"/>
                </a:lnTo>
                <a:lnTo>
                  <a:pt x="280335" y="115597"/>
                </a:lnTo>
                <a:lnTo>
                  <a:pt x="280795" y="115444"/>
                </a:lnTo>
                <a:lnTo>
                  <a:pt x="281204" y="115342"/>
                </a:lnTo>
                <a:lnTo>
                  <a:pt x="281561" y="115189"/>
                </a:lnTo>
                <a:lnTo>
                  <a:pt x="281715" y="115087"/>
                </a:lnTo>
                <a:lnTo>
                  <a:pt x="282072" y="114933"/>
                </a:lnTo>
                <a:lnTo>
                  <a:pt x="282481" y="114678"/>
                </a:lnTo>
                <a:lnTo>
                  <a:pt x="282838" y="114371"/>
                </a:lnTo>
                <a:lnTo>
                  <a:pt x="283145" y="114116"/>
                </a:lnTo>
                <a:lnTo>
                  <a:pt x="283349" y="113963"/>
                </a:lnTo>
                <a:lnTo>
                  <a:pt x="283656" y="113605"/>
                </a:lnTo>
                <a:lnTo>
                  <a:pt x="283911" y="113197"/>
                </a:lnTo>
                <a:lnTo>
                  <a:pt x="284779" y="111920"/>
                </a:lnTo>
                <a:lnTo>
                  <a:pt x="284422" y="112379"/>
                </a:lnTo>
                <a:lnTo>
                  <a:pt x="284013" y="112839"/>
                </a:lnTo>
                <a:lnTo>
                  <a:pt x="283707" y="113094"/>
                </a:lnTo>
                <a:lnTo>
                  <a:pt x="283349" y="113350"/>
                </a:lnTo>
                <a:lnTo>
                  <a:pt x="282941" y="113605"/>
                </a:lnTo>
                <a:lnTo>
                  <a:pt x="282583" y="113810"/>
                </a:lnTo>
                <a:lnTo>
                  <a:pt x="282123" y="114014"/>
                </a:lnTo>
                <a:lnTo>
                  <a:pt x="281663" y="114167"/>
                </a:lnTo>
                <a:lnTo>
                  <a:pt x="281204" y="114320"/>
                </a:lnTo>
                <a:lnTo>
                  <a:pt x="280438" y="114474"/>
                </a:lnTo>
                <a:lnTo>
                  <a:pt x="279620" y="114576"/>
                </a:lnTo>
                <a:lnTo>
                  <a:pt x="64005" y="127193"/>
                </a:lnTo>
                <a:lnTo>
                  <a:pt x="63137" y="127193"/>
                </a:lnTo>
                <a:lnTo>
                  <a:pt x="62268" y="127142"/>
                </a:lnTo>
                <a:lnTo>
                  <a:pt x="61706" y="127040"/>
                </a:lnTo>
                <a:lnTo>
                  <a:pt x="61093" y="126937"/>
                </a:lnTo>
                <a:lnTo>
                  <a:pt x="60481" y="126784"/>
                </a:lnTo>
                <a:lnTo>
                  <a:pt x="59868" y="126631"/>
                </a:lnTo>
                <a:lnTo>
                  <a:pt x="59203" y="126427"/>
                </a:lnTo>
                <a:lnTo>
                  <a:pt x="58591" y="126171"/>
                </a:lnTo>
                <a:lnTo>
                  <a:pt x="58131" y="125967"/>
                </a:lnTo>
                <a:lnTo>
                  <a:pt x="57313" y="125558"/>
                </a:lnTo>
                <a:lnTo>
                  <a:pt x="56496" y="125099"/>
                </a:lnTo>
                <a:lnTo>
                  <a:pt x="56139" y="124843"/>
                </a:lnTo>
                <a:lnTo>
                  <a:pt x="55117" y="124128"/>
                </a:lnTo>
                <a:lnTo>
                  <a:pt x="54146" y="123260"/>
                </a:lnTo>
                <a:lnTo>
                  <a:pt x="53636" y="122851"/>
                </a:lnTo>
                <a:lnTo>
                  <a:pt x="53227" y="122391"/>
                </a:lnTo>
                <a:lnTo>
                  <a:pt x="52767" y="121880"/>
                </a:lnTo>
                <a:lnTo>
                  <a:pt x="52410" y="121319"/>
                </a:lnTo>
                <a:lnTo>
                  <a:pt x="51950" y="120808"/>
                </a:lnTo>
                <a:lnTo>
                  <a:pt x="51439" y="119939"/>
                </a:lnTo>
                <a:lnTo>
                  <a:pt x="51030" y="119071"/>
                </a:lnTo>
                <a:lnTo>
                  <a:pt x="1584" y="6539"/>
                </a:lnTo>
                <a:lnTo>
                  <a:pt x="1226" y="5619"/>
                </a:lnTo>
                <a:lnTo>
                  <a:pt x="1022" y="4700"/>
                </a:lnTo>
                <a:lnTo>
                  <a:pt x="868" y="3831"/>
                </a:lnTo>
                <a:lnTo>
                  <a:pt x="868" y="2963"/>
                </a:lnTo>
                <a:lnTo>
                  <a:pt x="919" y="2146"/>
                </a:lnTo>
                <a:lnTo>
                  <a:pt x="1124" y="1380"/>
                </a:lnTo>
                <a:lnTo>
                  <a:pt x="1379" y="664"/>
                </a:lnTo>
                <a:lnTo>
                  <a:pt x="1788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42875" dist="95250" dir="72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3" name="Google Shape;523;p19"/>
          <p:cNvSpPr>
            <a:spLocks noGrp="1"/>
          </p:cNvSpPr>
          <p:nvPr>
            <p:ph type="subTitle" idx="14"/>
          </p:nvPr>
        </p:nvSpPr>
        <p:spPr>
          <a:xfrm>
            <a:off x="2003069" y="4934367"/>
            <a:ext cx="3718400" cy="121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19"/>
          <p:cNvSpPr>
            <a:spLocks noGrp="1"/>
          </p:cNvSpPr>
          <p:nvPr>
            <p:ph type="subTitle" idx="15"/>
          </p:nvPr>
        </p:nvSpPr>
        <p:spPr>
          <a:xfrm>
            <a:off x="6464531" y="4934360"/>
            <a:ext cx="3724400" cy="121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525" name="Google Shape;525;p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899936">
            <a:off x="42680" y="5796068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526" name="Google Shape;526;p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830706">
            <a:off x="264949" y="4824151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527" name="Google Shape;527;p19"/>
          <p:cNvPicPr>
            <a:picLocks noChangeAspect="1"/>
          </p:cNvPicPr>
          <p:nvPr/>
        </p:nvPicPr>
        <p:blipFill rotWithShape="1">
          <a:blip r:embed="rId2">
            <a:alphaModFix amt="90000"/>
          </a:blip>
          <a:srcRect l="32935" b="32935"/>
          <a:stretch>
            <a:fillRect/>
          </a:stretch>
        </p:blipFill>
        <p:spPr>
          <a:xfrm>
            <a:off x="11599599" y="3700895"/>
            <a:ext cx="479600" cy="4876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"/>
        <p:cNvGrpSpPr/>
        <p:nvPr/>
      </p:nvGrpSpPr>
      <p:grpSpPr/>
      <p:sp>
        <p:nvSpPr>
          <p:cNvPr id="530" name="Google Shape;530;p20"/>
          <p:cNvSpPr>
            <a:spLocks noGrp="1"/>
          </p:cNvSpPr>
          <p:nvPr/>
        </p:nvSpPr>
        <p:spPr>
          <a:xfrm>
            <a:off x="11139449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1" name="Google Shape;531;p20"/>
          <p:cNvSpPr>
            <a:spLocks noGrp="1"/>
          </p:cNvSpPr>
          <p:nvPr/>
        </p:nvSpPr>
        <p:spPr>
          <a:xfrm>
            <a:off x="11647449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3" name="Google Shape;533;p20"/>
          <p:cNvSpPr>
            <a:spLocks noGrp="1"/>
          </p:cNvSpPr>
          <p:nvPr/>
        </p:nvSpPr>
        <p:spPr>
          <a:xfrm>
            <a:off x="1365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4" name="Google Shape;534;p20"/>
          <p:cNvSpPr>
            <a:spLocks noGrp="1"/>
          </p:cNvSpPr>
          <p:nvPr/>
        </p:nvSpPr>
        <p:spPr>
          <a:xfrm>
            <a:off x="6445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5" name="Google Shape;535;p20"/>
          <p:cNvSpPr>
            <a:spLocks noGrp="1"/>
          </p:cNvSpPr>
          <p:nvPr>
            <p:ph type="title" hasCustomPrompt="1"/>
          </p:nvPr>
        </p:nvSpPr>
        <p:spPr>
          <a:xfrm>
            <a:off x="5845400" y="880967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36" name="Google Shape;536;p20"/>
          <p:cNvSpPr>
            <a:spLocks noGrp="1"/>
          </p:cNvSpPr>
          <p:nvPr>
            <p:ph type="subTitle" idx="1"/>
          </p:nvPr>
        </p:nvSpPr>
        <p:spPr>
          <a:xfrm>
            <a:off x="5845400" y="1839005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9pPr>
          </a:lstStyle>
          <a:p/>
        </p:txBody>
      </p:sp>
      <p:sp>
        <p:nvSpPr>
          <p:cNvPr id="537" name="Google Shape;537;p20"/>
          <p:cNvSpPr>
            <a:spLocks noGrp="1"/>
          </p:cNvSpPr>
          <p:nvPr>
            <p:ph type="title" idx="2" hasCustomPrompt="1"/>
          </p:nvPr>
        </p:nvSpPr>
        <p:spPr>
          <a:xfrm>
            <a:off x="5845400" y="2708731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38" name="Google Shape;538;p20"/>
          <p:cNvSpPr>
            <a:spLocks noGrp="1"/>
          </p:cNvSpPr>
          <p:nvPr>
            <p:ph type="subTitle" idx="3"/>
          </p:nvPr>
        </p:nvSpPr>
        <p:spPr>
          <a:xfrm>
            <a:off x="5845400" y="3668033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9pPr>
          </a:lstStyle>
          <a:p/>
        </p:txBody>
      </p:sp>
      <p:sp>
        <p:nvSpPr>
          <p:cNvPr id="539" name="Google Shape;539;p20"/>
          <p:cNvSpPr>
            <a:spLocks noGrp="1"/>
          </p:cNvSpPr>
          <p:nvPr>
            <p:ph type="title" idx="4" hasCustomPrompt="1"/>
          </p:nvPr>
        </p:nvSpPr>
        <p:spPr>
          <a:xfrm>
            <a:off x="5845400" y="4530131"/>
            <a:ext cx="5378000" cy="85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40" name="Google Shape;540;p20"/>
          <p:cNvSpPr>
            <a:spLocks noGrp="1"/>
          </p:cNvSpPr>
          <p:nvPr>
            <p:ph type="subTitle" idx="5"/>
          </p:nvPr>
        </p:nvSpPr>
        <p:spPr>
          <a:xfrm>
            <a:off x="5845400" y="5489433"/>
            <a:ext cx="53780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2135">
                <a:solidFill>
                  <a:schemeClr val="dk2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</a:defRPr>
            </a:lvl9pPr>
          </a:lstStyle>
          <a:p/>
        </p:txBody>
      </p:sp>
      <p:pic>
        <p:nvPicPr>
          <p:cNvPr id="541" name="Google Shape;541;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506867" y="-1045704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542" name="Google Shape;542;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599936">
            <a:off x="40877" y="280995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543" name="Google Shape;543;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530706">
            <a:off x="66733" y="1297361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544" name="Google Shape;544;p20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545" name="Google Shape;545;p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97760" y="5261823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546" name="Google Shape;546;p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851" y="101137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547" name="Google Shape;547;p20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4466596" y="6388617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548" name="Google Shape;548;p20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448897" y="5795043"/>
            <a:ext cx="1621503" cy="161853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"/>
        <p:cNvGrpSpPr/>
        <p:nvPr/>
      </p:nvGrpSpPr>
      <p:grpSpPr/>
      <p:sp>
        <p:nvSpPr>
          <p:cNvPr id="551" name="Google Shape;551;p21"/>
          <p:cNvSpPr>
            <a:spLocks noGrp="1"/>
          </p:cNvSpPr>
          <p:nvPr/>
        </p:nvSpPr>
        <p:spPr>
          <a:xfrm>
            <a:off x="1365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52" name="Google Shape;552;p21"/>
          <p:cNvSpPr>
            <a:spLocks noGrp="1"/>
          </p:cNvSpPr>
          <p:nvPr/>
        </p:nvSpPr>
        <p:spPr>
          <a:xfrm>
            <a:off x="644583" y="67"/>
            <a:ext cx="306400" cy="6858000"/>
          </a:xfrm>
          <a:prstGeom prst="rect">
            <a:avLst/>
          </a:prstGeom>
          <a:solidFill>
            <a:srgbClr val="FFFFFF">
              <a:alpha val="818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53" name="Google Shape;553;p21"/>
          <p:cNvSpPr>
            <a:spLocks noGrp="1"/>
          </p:cNvSpPr>
          <p:nvPr>
            <p:ph type="title"/>
          </p:nvPr>
        </p:nvSpPr>
        <p:spPr>
          <a:xfrm>
            <a:off x="5028809" y="768067"/>
            <a:ext cx="6196800" cy="146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2800"/>
              <a:buNone/>
              <a:defRPr sz="9735"/>
            </a:lvl1pPr>
            <a:lvl2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4" name="Google Shape;554;p21"/>
          <p:cNvSpPr>
            <a:spLocks noGrp="1"/>
          </p:cNvSpPr>
          <p:nvPr>
            <p:ph type="subTitle" idx="1"/>
          </p:nvPr>
        </p:nvSpPr>
        <p:spPr>
          <a:xfrm>
            <a:off x="5024300" y="2232797"/>
            <a:ext cx="6201600" cy="121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5" name="Google Shape;555;p21"/>
          <p:cNvSpPr>
            <a:spLocks noGrp="1"/>
          </p:cNvSpPr>
          <p:nvPr/>
        </p:nvSpPr>
        <p:spPr>
          <a:xfrm>
            <a:off x="4629800" y="4864675"/>
            <a:ext cx="6596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kern="0">
                <a:solidFill>
                  <a:schemeClr val="dk1"/>
                </a:solidFill>
                <a:latin typeface="Hind"/>
                <a:ea typeface="Hind"/>
                <a:cs typeface="Hind"/>
              </a:rPr>
              <a:t>CREDITS: This presentation template was created by </a:t>
            </a:r>
            <a:r>
              <a:rPr sz="1600" b="1" u="sng" kern="0">
                <a:solidFill>
                  <a:schemeClr val="dk1"/>
                </a:solidFill>
                <a:latin typeface="Hind"/>
                <a:ea typeface="Hind"/>
                <a:cs typeface="Hind"/>
              </a:rPr>
              <a:t>Slidesgo</a:t>
            </a:r>
            <a:r>
              <a:rPr sz="1600" kern="0">
                <a:solidFill>
                  <a:schemeClr val="dk1"/>
                </a:solidFill>
                <a:latin typeface="Hind"/>
                <a:ea typeface="Hind"/>
                <a:cs typeface="Hind"/>
              </a:rPr>
              <a:t>, and includes icons by </a:t>
            </a:r>
            <a:r>
              <a:rPr sz="1600" b="1" u="sng" kern="0">
                <a:solidFill>
                  <a:schemeClr val="dk1"/>
                </a:solidFill>
                <a:latin typeface="Hind"/>
                <a:ea typeface="Hind"/>
                <a:cs typeface="Hind"/>
              </a:rPr>
              <a:t>Flaticon</a:t>
            </a:r>
            <a:r>
              <a:rPr sz="1600" kern="0">
                <a:solidFill>
                  <a:schemeClr val="dk1"/>
                </a:solidFill>
                <a:latin typeface="Hind"/>
                <a:ea typeface="Hind"/>
                <a:cs typeface="Hind"/>
              </a:rPr>
              <a:t>, and infographics &amp; images by </a:t>
            </a:r>
            <a:r>
              <a:rPr sz="1600" b="1" u="sng" kern="0">
                <a:solidFill>
                  <a:schemeClr val="dk1"/>
                </a:solidFill>
                <a:latin typeface="Hind"/>
                <a:ea typeface="Hind"/>
                <a:cs typeface="Hind"/>
              </a:rPr>
              <a:t>Freepik</a:t>
            </a:r>
            <a:endParaRPr sz="1600" b="1" u="sng" kern="0">
              <a:solidFill>
                <a:schemeClr val="dk1"/>
              </a:solidFill>
              <a:latin typeface="Hind"/>
              <a:ea typeface="Hind"/>
              <a:cs typeface="Hind"/>
            </a:endParaRPr>
          </a:p>
        </p:txBody>
      </p:sp>
      <p:pic>
        <p:nvPicPr>
          <p:cNvPr id="556" name="Google Shape;556;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599936">
            <a:off x="40877" y="280995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557" name="Google Shape;557;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530706">
            <a:off x="66733" y="1297361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558" name="Google Shape;558;p21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321997" y="27301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559" name="Google Shape;559;p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5193" y="5489423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560" name="Google Shape;560;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530706">
            <a:off x="11496733" y="95928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561" name="Google Shape;561;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599936">
            <a:off x="11462177" y="1419361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562" name="Google Shape;562;p21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694864" y="3060353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563" name="Google Shape;563;p21"/>
          <p:cNvPicPr>
            <a:picLocks noChangeAspect="1"/>
          </p:cNvPicPr>
          <p:nvPr/>
        </p:nvPicPr>
        <p:blipFill rotWithShape="1">
          <a:blip r:embed="rId3">
            <a:alphaModFix amt="90000"/>
          </a:blip>
          <a:srcRect l="32935" b="32935"/>
          <a:stretch>
            <a:fillRect/>
          </a:stretch>
        </p:blipFill>
        <p:spPr>
          <a:xfrm>
            <a:off x="11603659" y="3575188"/>
            <a:ext cx="719200" cy="7316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"/>
        <p:cNvGrpSpPr/>
        <p:nvPr/>
      </p:nvGrpSpPr>
      <p:grpSpPr/>
      <p:pic>
        <p:nvPicPr>
          <p:cNvPr id="565" name="Google Shape;565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733" y="-600037"/>
            <a:ext cx="3842365" cy="1543267"/>
          </a:xfrm>
          <a:prstGeom prst="rect">
            <a:avLst/>
          </a:prstGeom>
          <a:ln>
            <a:noFill/>
          </a:ln>
        </p:spPr>
      </p:pic>
      <p:pic>
        <p:nvPicPr>
          <p:cNvPr id="566" name="Google Shape;566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99985" flipH="1">
            <a:off x="122604" y="6033060"/>
            <a:ext cx="1089813" cy="731848"/>
          </a:xfrm>
          <a:prstGeom prst="rect">
            <a:avLst/>
          </a:prstGeom>
          <a:ln>
            <a:noFill/>
          </a:ln>
        </p:spPr>
      </p:pic>
      <p:pic>
        <p:nvPicPr>
          <p:cNvPr id="567" name="Google Shape;567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50" flipH="1">
            <a:off x="-64065" y="5498529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568" name="Google Shape;568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99934" flipH="1">
            <a:off x="11270235" y="1198996"/>
            <a:ext cx="1002169" cy="673004"/>
          </a:xfrm>
          <a:prstGeom prst="rect">
            <a:avLst/>
          </a:prstGeom>
          <a:ln>
            <a:noFill/>
          </a:ln>
        </p:spPr>
      </p:pic>
      <p:pic>
        <p:nvPicPr>
          <p:cNvPr id="569" name="Google Shape;569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30707" flipH="1">
            <a:off x="11535057" y="1641179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570" name="Google Shape;570;p22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247785" y="3383504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571" name="Google Shape;571;p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308940" y="4885056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572" name="Google Shape;572;p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-543593" y="71756"/>
            <a:ext cx="1596167" cy="1596167"/>
          </a:xfrm>
          <a:prstGeom prst="rect">
            <a:avLst/>
          </a:prstGeom>
          <a:ln>
            <a:noFill/>
          </a:ln>
        </p:spPr>
      </p:pic>
      <p:pic>
        <p:nvPicPr>
          <p:cNvPr id="573" name="Google Shape;573;p22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>
            <a:off x="11633103" y="3664687"/>
            <a:ext cx="276400" cy="281200"/>
          </a:xfrm>
          <a:prstGeom prst="ellipse">
            <a:avLst/>
          </a:prstGeom>
          <a:ln>
            <a:noFill/>
          </a:ln>
        </p:spPr>
      </p:pic>
      <p:pic>
        <p:nvPicPr>
          <p:cNvPr id="574" name="Google Shape;574;p22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flipH="1">
            <a:off x="4864119" y="6481217"/>
            <a:ext cx="694000" cy="7056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"/>
        <p:cNvGrpSpPr/>
        <p:nvPr/>
      </p:nvGrpSpPr>
      <p:grpSpPr/>
      <p:pic>
        <p:nvPicPr>
          <p:cNvPr id="576" name="Google Shape;576;p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047179" flipH="1">
            <a:off x="-2442671" y="4629443"/>
            <a:ext cx="3842364" cy="1543267"/>
          </a:xfrm>
          <a:prstGeom prst="rect">
            <a:avLst/>
          </a:prstGeom>
          <a:ln>
            <a:noFill/>
          </a:ln>
        </p:spPr>
      </p:pic>
      <p:pic>
        <p:nvPicPr>
          <p:cNvPr id="577" name="Google Shape;577;p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0">
            <a:off x="9844215" y="6123372"/>
            <a:ext cx="1002171" cy="673004"/>
          </a:xfrm>
          <a:prstGeom prst="rect">
            <a:avLst/>
          </a:prstGeom>
          <a:ln>
            <a:noFill/>
          </a:ln>
        </p:spPr>
      </p:pic>
      <p:pic>
        <p:nvPicPr>
          <p:cNvPr id="578" name="Google Shape;578;p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169293">
            <a:off x="11322037" y="5136851"/>
            <a:ext cx="786919" cy="528441"/>
          </a:xfrm>
          <a:prstGeom prst="rect">
            <a:avLst/>
          </a:prstGeom>
          <a:ln>
            <a:noFill/>
          </a:ln>
        </p:spPr>
      </p:pic>
      <p:pic>
        <p:nvPicPr>
          <p:cNvPr id="579" name="Google Shape;579;p23"/>
          <p:cNvPicPr>
            <a:picLocks noChangeAspect="1"/>
          </p:cNvPicPr>
          <p:nvPr/>
        </p:nvPicPr>
        <p:blipFill rotWithShape="1">
          <a:blip r:embed="rId4">
            <a:alphaModFix amt="90000"/>
          </a:blip>
          <a:srcRect l="32935" b="32935"/>
          <a:stretch>
            <a:fillRect/>
          </a:stretch>
        </p:blipFill>
        <p:spPr>
          <a:xfrm rot="10800000">
            <a:off x="4719632" y="-468313"/>
            <a:ext cx="694000" cy="705600"/>
          </a:xfrm>
          <a:prstGeom prst="ellipse">
            <a:avLst/>
          </a:prstGeom>
          <a:ln>
            <a:noFill/>
          </a:ln>
        </p:spPr>
      </p:pic>
      <p:pic>
        <p:nvPicPr>
          <p:cNvPr id="580" name="Google Shape;580;p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2">
            <a:off x="11520411" y="3897167"/>
            <a:ext cx="396433" cy="396433"/>
          </a:xfrm>
          <a:prstGeom prst="rect">
            <a:avLst/>
          </a:prstGeom>
          <a:ln>
            <a:noFill/>
          </a:ln>
        </p:spPr>
      </p:pic>
      <p:pic>
        <p:nvPicPr>
          <p:cNvPr id="581" name="Google Shape;581;p23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flipH="1">
            <a:off x="-952229" y="1591372"/>
            <a:ext cx="1886891" cy="1883268"/>
          </a:xfrm>
          <a:prstGeom prst="rect">
            <a:avLst/>
          </a:prstGeom>
          <a:ln>
            <a:noFill/>
          </a:ln>
        </p:spPr>
      </p:pic>
      <p:sp>
        <p:nvSpPr>
          <p:cNvPr id="583" name="Google Shape;583;p23"/>
          <p:cNvSpPr>
            <a:spLocks noGrp="1"/>
          </p:cNvSpPr>
          <p:nvPr/>
        </p:nvSpPr>
        <p:spPr>
          <a:xfrm flipH="1">
            <a:off x="10324880" y="1647496"/>
            <a:ext cx="1453549" cy="72703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69506" y="116517"/>
                </a:moveTo>
                <a:lnTo>
                  <a:pt x="269915" y="116568"/>
                </a:lnTo>
                <a:lnTo>
                  <a:pt x="270324" y="116619"/>
                </a:lnTo>
                <a:lnTo>
                  <a:pt x="270732" y="116772"/>
                </a:lnTo>
                <a:lnTo>
                  <a:pt x="271141" y="116874"/>
                </a:lnTo>
                <a:lnTo>
                  <a:pt x="271550" y="117078"/>
                </a:lnTo>
                <a:lnTo>
                  <a:pt x="271907" y="117283"/>
                </a:lnTo>
                <a:lnTo>
                  <a:pt x="272316" y="117538"/>
                </a:lnTo>
                <a:lnTo>
                  <a:pt x="272878" y="117998"/>
                </a:lnTo>
                <a:lnTo>
                  <a:pt x="273389" y="118509"/>
                </a:lnTo>
                <a:lnTo>
                  <a:pt x="273797" y="119071"/>
                </a:lnTo>
                <a:lnTo>
                  <a:pt x="274155" y="119684"/>
                </a:lnTo>
                <a:lnTo>
                  <a:pt x="274257" y="119990"/>
                </a:lnTo>
                <a:lnTo>
                  <a:pt x="274359" y="120297"/>
                </a:lnTo>
                <a:lnTo>
                  <a:pt x="274410" y="120603"/>
                </a:lnTo>
                <a:lnTo>
                  <a:pt x="274410" y="120910"/>
                </a:lnTo>
                <a:lnTo>
                  <a:pt x="274410" y="121165"/>
                </a:lnTo>
                <a:lnTo>
                  <a:pt x="274410" y="121420"/>
                </a:lnTo>
                <a:lnTo>
                  <a:pt x="274308" y="121676"/>
                </a:lnTo>
                <a:lnTo>
                  <a:pt x="274206" y="121931"/>
                </a:lnTo>
                <a:lnTo>
                  <a:pt x="274053" y="122187"/>
                </a:lnTo>
                <a:lnTo>
                  <a:pt x="273899" y="122442"/>
                </a:lnTo>
                <a:lnTo>
                  <a:pt x="273695" y="122646"/>
                </a:lnTo>
                <a:lnTo>
                  <a:pt x="273440" y="122851"/>
                </a:lnTo>
                <a:lnTo>
                  <a:pt x="273133" y="123004"/>
                </a:lnTo>
                <a:lnTo>
                  <a:pt x="272827" y="123106"/>
                </a:lnTo>
                <a:lnTo>
                  <a:pt x="272469" y="123208"/>
                </a:lnTo>
                <a:lnTo>
                  <a:pt x="272060" y="123259"/>
                </a:lnTo>
                <a:lnTo>
                  <a:pt x="271703" y="123259"/>
                </a:lnTo>
                <a:lnTo>
                  <a:pt x="271294" y="123208"/>
                </a:lnTo>
                <a:lnTo>
                  <a:pt x="270937" y="123157"/>
                </a:lnTo>
                <a:lnTo>
                  <a:pt x="270579" y="123055"/>
                </a:lnTo>
                <a:lnTo>
                  <a:pt x="269813" y="122800"/>
                </a:lnTo>
                <a:lnTo>
                  <a:pt x="269149" y="122391"/>
                </a:lnTo>
                <a:lnTo>
                  <a:pt x="268485" y="121931"/>
                </a:lnTo>
                <a:lnTo>
                  <a:pt x="267872" y="121369"/>
                </a:lnTo>
                <a:lnTo>
                  <a:pt x="267412" y="120756"/>
                </a:lnTo>
                <a:lnTo>
                  <a:pt x="267208" y="120450"/>
                </a:lnTo>
                <a:lnTo>
                  <a:pt x="267054" y="120092"/>
                </a:lnTo>
                <a:lnTo>
                  <a:pt x="266901" y="119735"/>
                </a:lnTo>
                <a:lnTo>
                  <a:pt x="266799" y="119428"/>
                </a:lnTo>
                <a:lnTo>
                  <a:pt x="266748" y="119071"/>
                </a:lnTo>
                <a:lnTo>
                  <a:pt x="266748" y="118764"/>
                </a:lnTo>
                <a:lnTo>
                  <a:pt x="266748" y="118458"/>
                </a:lnTo>
                <a:lnTo>
                  <a:pt x="266799" y="118202"/>
                </a:lnTo>
                <a:lnTo>
                  <a:pt x="266901" y="117896"/>
                </a:lnTo>
                <a:lnTo>
                  <a:pt x="267054" y="117640"/>
                </a:lnTo>
                <a:lnTo>
                  <a:pt x="267208" y="117436"/>
                </a:lnTo>
                <a:lnTo>
                  <a:pt x="267361" y="117232"/>
                </a:lnTo>
                <a:lnTo>
                  <a:pt x="267616" y="117027"/>
                </a:lnTo>
                <a:lnTo>
                  <a:pt x="267821" y="116874"/>
                </a:lnTo>
                <a:lnTo>
                  <a:pt x="268127" y="116772"/>
                </a:lnTo>
                <a:lnTo>
                  <a:pt x="268434" y="116670"/>
                </a:lnTo>
                <a:lnTo>
                  <a:pt x="268740" y="116568"/>
                </a:lnTo>
                <a:lnTo>
                  <a:pt x="269098" y="116517"/>
                </a:lnTo>
                <a:close/>
                <a:moveTo>
                  <a:pt x="221745" y="0"/>
                </a:move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4" name="Google Shape;584;p23"/>
          <p:cNvSpPr>
            <a:spLocks noGrp="1"/>
          </p:cNvSpPr>
          <p:nvPr/>
        </p:nvSpPr>
        <p:spPr>
          <a:xfrm flipH="1">
            <a:off x="10324880" y="1647496"/>
            <a:ext cx="1453549" cy="727032"/>
          </a:xfrm>
          <a:custGeom>
            <a:avLst/>
            <a:gdLst/>
            <a:ahLst/>
            <a:cxnLst/>
            <a:rect l="l" t="t" r="r" b="b"/>
            <a:pathLst>
              <a:path w="284933" h="142517">
                <a:moveTo>
                  <a:pt x="284116" y="120603"/>
                </a:moveTo>
                <a:lnTo>
                  <a:pt x="234720" y="8122"/>
                </a:lnTo>
                <a:lnTo>
                  <a:pt x="234720" y="8122"/>
                </a:lnTo>
                <a:lnTo>
                  <a:pt x="234311" y="7254"/>
                </a:lnTo>
                <a:lnTo>
                  <a:pt x="233800" y="6385"/>
                </a:lnTo>
                <a:lnTo>
                  <a:pt x="233187" y="5568"/>
                </a:lnTo>
                <a:lnTo>
                  <a:pt x="232523" y="4802"/>
                </a:lnTo>
                <a:lnTo>
                  <a:pt x="231808" y="4035"/>
                </a:lnTo>
                <a:lnTo>
                  <a:pt x="231042" y="3371"/>
                </a:lnTo>
                <a:lnTo>
                  <a:pt x="230225" y="2707"/>
                </a:lnTo>
                <a:lnTo>
                  <a:pt x="229356" y="2145"/>
                </a:lnTo>
                <a:lnTo>
                  <a:pt x="228437" y="1635"/>
                </a:lnTo>
                <a:lnTo>
                  <a:pt x="227517" y="1175"/>
                </a:lnTo>
                <a:lnTo>
                  <a:pt x="226598" y="766"/>
                </a:lnTo>
                <a:lnTo>
                  <a:pt x="225627" y="460"/>
                </a:lnTo>
                <a:lnTo>
                  <a:pt x="224657" y="204"/>
                </a:lnTo>
                <a:lnTo>
                  <a:pt x="223686" y="51"/>
                </a:lnTo>
                <a:lnTo>
                  <a:pt x="222716" y="0"/>
                </a:lnTo>
                <a:lnTo>
                  <a:pt x="221745" y="0"/>
                </a:lnTo>
                <a:lnTo>
                  <a:pt x="6181" y="12617"/>
                </a:lnTo>
                <a:lnTo>
                  <a:pt x="6181" y="12617"/>
                </a:lnTo>
                <a:lnTo>
                  <a:pt x="5262" y="12719"/>
                </a:lnTo>
                <a:lnTo>
                  <a:pt x="4393" y="12924"/>
                </a:lnTo>
                <a:lnTo>
                  <a:pt x="3627" y="13179"/>
                </a:lnTo>
                <a:lnTo>
                  <a:pt x="2912" y="13537"/>
                </a:lnTo>
                <a:lnTo>
                  <a:pt x="2248" y="13945"/>
                </a:lnTo>
                <a:lnTo>
                  <a:pt x="1686" y="14405"/>
                </a:lnTo>
                <a:lnTo>
                  <a:pt x="1175" y="14967"/>
                </a:lnTo>
                <a:lnTo>
                  <a:pt x="767" y="15529"/>
                </a:lnTo>
                <a:lnTo>
                  <a:pt x="460" y="16193"/>
                </a:lnTo>
                <a:lnTo>
                  <a:pt x="205" y="16908"/>
                </a:lnTo>
                <a:lnTo>
                  <a:pt x="102" y="17623"/>
                </a:lnTo>
                <a:lnTo>
                  <a:pt x="0" y="18440"/>
                </a:lnTo>
                <a:lnTo>
                  <a:pt x="51" y="19258"/>
                </a:lnTo>
                <a:lnTo>
                  <a:pt x="205" y="20075"/>
                </a:lnTo>
                <a:lnTo>
                  <a:pt x="460" y="20943"/>
                </a:lnTo>
                <a:lnTo>
                  <a:pt x="767" y="21812"/>
                </a:lnTo>
                <a:lnTo>
                  <a:pt x="50213" y="134344"/>
                </a:lnTo>
                <a:lnTo>
                  <a:pt x="50213" y="134344"/>
                </a:lnTo>
                <a:lnTo>
                  <a:pt x="50622" y="135212"/>
                </a:lnTo>
                <a:lnTo>
                  <a:pt x="51133" y="136081"/>
                </a:lnTo>
                <a:lnTo>
                  <a:pt x="51746" y="136898"/>
                </a:lnTo>
                <a:lnTo>
                  <a:pt x="52410" y="137664"/>
                </a:lnTo>
                <a:lnTo>
                  <a:pt x="53125" y="138379"/>
                </a:lnTo>
                <a:lnTo>
                  <a:pt x="53891" y="139095"/>
                </a:lnTo>
                <a:lnTo>
                  <a:pt x="54709" y="139707"/>
                </a:lnTo>
                <a:lnTo>
                  <a:pt x="55577" y="140320"/>
                </a:lnTo>
                <a:lnTo>
                  <a:pt x="56496" y="140831"/>
                </a:lnTo>
                <a:lnTo>
                  <a:pt x="57416" y="141291"/>
                </a:lnTo>
                <a:lnTo>
                  <a:pt x="58386" y="141700"/>
                </a:lnTo>
                <a:lnTo>
                  <a:pt x="59357" y="142006"/>
                </a:lnTo>
                <a:lnTo>
                  <a:pt x="60328" y="142262"/>
                </a:lnTo>
                <a:lnTo>
                  <a:pt x="61298" y="142415"/>
                </a:lnTo>
                <a:lnTo>
                  <a:pt x="62269" y="142517"/>
                </a:lnTo>
                <a:lnTo>
                  <a:pt x="63188" y="142466"/>
                </a:lnTo>
                <a:lnTo>
                  <a:pt x="278803" y="129849"/>
                </a:lnTo>
                <a:lnTo>
                  <a:pt x="278803" y="129849"/>
                </a:lnTo>
                <a:lnTo>
                  <a:pt x="279723" y="129747"/>
                </a:lnTo>
                <a:lnTo>
                  <a:pt x="280591" y="129542"/>
                </a:lnTo>
                <a:lnTo>
                  <a:pt x="281357" y="129287"/>
                </a:lnTo>
                <a:lnTo>
                  <a:pt x="282072" y="128929"/>
                </a:lnTo>
                <a:lnTo>
                  <a:pt x="282685" y="128521"/>
                </a:lnTo>
                <a:lnTo>
                  <a:pt x="283298" y="128061"/>
                </a:lnTo>
                <a:lnTo>
                  <a:pt x="283758" y="127499"/>
                </a:lnTo>
                <a:lnTo>
                  <a:pt x="284167" y="126937"/>
                </a:lnTo>
                <a:lnTo>
                  <a:pt x="284473" y="126273"/>
                </a:lnTo>
                <a:lnTo>
                  <a:pt x="284729" y="125558"/>
                </a:lnTo>
                <a:lnTo>
                  <a:pt x="284882" y="124792"/>
                </a:lnTo>
                <a:lnTo>
                  <a:pt x="284933" y="124026"/>
                </a:lnTo>
                <a:lnTo>
                  <a:pt x="284882" y="123208"/>
                </a:lnTo>
                <a:lnTo>
                  <a:pt x="284729" y="122391"/>
                </a:lnTo>
                <a:lnTo>
                  <a:pt x="284473" y="121523"/>
                </a:lnTo>
                <a:lnTo>
                  <a:pt x="284116" y="120603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5" name="Google Shape;585;p23"/>
          <p:cNvSpPr>
            <a:spLocks noGrp="1"/>
          </p:cNvSpPr>
          <p:nvPr/>
        </p:nvSpPr>
        <p:spPr>
          <a:xfrm flipH="1">
            <a:off x="8964104" y="2241887"/>
            <a:ext cx="39096" cy="34403"/>
          </a:xfrm>
          <a:custGeom>
            <a:avLst/>
            <a:gdLst/>
            <a:ahLst/>
            <a:cxnLst/>
            <a:rect l="l" t="t" r="r" b="b"/>
            <a:pathLst>
              <a:path w="7664" h="6744">
                <a:moveTo>
                  <a:pt x="7459" y="5415"/>
                </a:moveTo>
                <a:lnTo>
                  <a:pt x="7459" y="5415"/>
                </a:lnTo>
                <a:lnTo>
                  <a:pt x="7306" y="5671"/>
                </a:lnTo>
                <a:lnTo>
                  <a:pt x="7152" y="5926"/>
                </a:lnTo>
                <a:lnTo>
                  <a:pt x="6948" y="6130"/>
                </a:lnTo>
                <a:lnTo>
                  <a:pt x="6693" y="6335"/>
                </a:lnTo>
                <a:lnTo>
                  <a:pt x="6386" y="6488"/>
                </a:lnTo>
                <a:lnTo>
                  <a:pt x="6080" y="6590"/>
                </a:lnTo>
                <a:lnTo>
                  <a:pt x="5722" y="6692"/>
                </a:lnTo>
                <a:lnTo>
                  <a:pt x="5313" y="6743"/>
                </a:lnTo>
                <a:lnTo>
                  <a:pt x="5313" y="6743"/>
                </a:lnTo>
                <a:lnTo>
                  <a:pt x="4956" y="6743"/>
                </a:lnTo>
                <a:lnTo>
                  <a:pt x="4547" y="6692"/>
                </a:lnTo>
                <a:lnTo>
                  <a:pt x="4190" y="6641"/>
                </a:lnTo>
                <a:lnTo>
                  <a:pt x="3832" y="6539"/>
                </a:lnTo>
                <a:lnTo>
                  <a:pt x="3066" y="6284"/>
                </a:lnTo>
                <a:lnTo>
                  <a:pt x="2402" y="5875"/>
                </a:lnTo>
                <a:lnTo>
                  <a:pt x="1738" y="5415"/>
                </a:lnTo>
                <a:lnTo>
                  <a:pt x="1125" y="4853"/>
                </a:lnTo>
                <a:lnTo>
                  <a:pt x="665" y="4240"/>
                </a:lnTo>
                <a:lnTo>
                  <a:pt x="461" y="3934"/>
                </a:lnTo>
                <a:lnTo>
                  <a:pt x="307" y="3576"/>
                </a:lnTo>
                <a:lnTo>
                  <a:pt x="307" y="3576"/>
                </a:lnTo>
                <a:lnTo>
                  <a:pt x="154" y="3219"/>
                </a:lnTo>
                <a:lnTo>
                  <a:pt x="52" y="2912"/>
                </a:lnTo>
                <a:lnTo>
                  <a:pt x="1" y="2555"/>
                </a:lnTo>
                <a:lnTo>
                  <a:pt x="1" y="2248"/>
                </a:lnTo>
                <a:lnTo>
                  <a:pt x="1" y="1942"/>
                </a:lnTo>
                <a:lnTo>
                  <a:pt x="52" y="1686"/>
                </a:lnTo>
                <a:lnTo>
                  <a:pt x="154" y="1380"/>
                </a:lnTo>
                <a:lnTo>
                  <a:pt x="307" y="1124"/>
                </a:lnTo>
                <a:lnTo>
                  <a:pt x="461" y="920"/>
                </a:lnTo>
                <a:lnTo>
                  <a:pt x="614" y="716"/>
                </a:lnTo>
                <a:lnTo>
                  <a:pt x="869" y="511"/>
                </a:lnTo>
                <a:lnTo>
                  <a:pt x="1074" y="358"/>
                </a:lnTo>
                <a:lnTo>
                  <a:pt x="1380" y="256"/>
                </a:lnTo>
                <a:lnTo>
                  <a:pt x="1687" y="154"/>
                </a:lnTo>
                <a:lnTo>
                  <a:pt x="1993" y="52"/>
                </a:lnTo>
                <a:lnTo>
                  <a:pt x="2351" y="1"/>
                </a:lnTo>
                <a:lnTo>
                  <a:pt x="2351" y="1"/>
                </a:lnTo>
                <a:lnTo>
                  <a:pt x="2759" y="1"/>
                </a:lnTo>
                <a:lnTo>
                  <a:pt x="3168" y="52"/>
                </a:lnTo>
                <a:lnTo>
                  <a:pt x="3577" y="103"/>
                </a:lnTo>
                <a:lnTo>
                  <a:pt x="3985" y="256"/>
                </a:lnTo>
                <a:lnTo>
                  <a:pt x="4394" y="358"/>
                </a:lnTo>
                <a:lnTo>
                  <a:pt x="4803" y="562"/>
                </a:lnTo>
                <a:lnTo>
                  <a:pt x="5160" y="767"/>
                </a:lnTo>
                <a:lnTo>
                  <a:pt x="5569" y="1022"/>
                </a:lnTo>
                <a:lnTo>
                  <a:pt x="5569" y="1022"/>
                </a:lnTo>
                <a:lnTo>
                  <a:pt x="6131" y="1482"/>
                </a:lnTo>
                <a:lnTo>
                  <a:pt x="6642" y="1993"/>
                </a:lnTo>
                <a:lnTo>
                  <a:pt x="7050" y="2555"/>
                </a:lnTo>
                <a:lnTo>
                  <a:pt x="7408" y="3168"/>
                </a:lnTo>
                <a:lnTo>
                  <a:pt x="7408" y="3168"/>
                </a:lnTo>
                <a:lnTo>
                  <a:pt x="7510" y="3474"/>
                </a:lnTo>
                <a:lnTo>
                  <a:pt x="7612" y="3781"/>
                </a:lnTo>
                <a:lnTo>
                  <a:pt x="7663" y="4087"/>
                </a:lnTo>
                <a:lnTo>
                  <a:pt x="7663" y="4394"/>
                </a:lnTo>
                <a:lnTo>
                  <a:pt x="7663" y="4649"/>
                </a:lnTo>
                <a:lnTo>
                  <a:pt x="7663" y="4904"/>
                </a:lnTo>
                <a:lnTo>
                  <a:pt x="7561" y="5160"/>
                </a:lnTo>
                <a:lnTo>
                  <a:pt x="7459" y="5415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6" name="Google Shape;586;p23"/>
          <p:cNvSpPr>
            <a:spLocks noGrp="1"/>
          </p:cNvSpPr>
          <p:nvPr/>
        </p:nvSpPr>
        <p:spPr>
          <a:xfrm flipH="1">
            <a:off x="9426380" y="1824172"/>
            <a:ext cx="291859" cy="255113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7" name="Google Shape;587;p23"/>
          <p:cNvSpPr>
            <a:spLocks noGrp="1"/>
          </p:cNvSpPr>
          <p:nvPr/>
        </p:nvSpPr>
        <p:spPr>
          <a:xfrm flipH="1">
            <a:off x="9426380" y="1824172"/>
            <a:ext cx="291859" cy="255113"/>
          </a:xfrm>
          <a:custGeom>
            <a:avLst/>
            <a:gdLst/>
            <a:ahLst/>
            <a:cxnLst/>
            <a:rect l="l" t="t" r="r" b="b"/>
            <a:pathLst>
              <a:path w="57212" h="50009">
                <a:moveTo>
                  <a:pt x="19309" y="0"/>
                </a:moveTo>
                <a:lnTo>
                  <a:pt x="19309" y="0"/>
                </a:lnTo>
                <a:lnTo>
                  <a:pt x="17624" y="51"/>
                </a:lnTo>
                <a:lnTo>
                  <a:pt x="17624" y="51"/>
                </a:lnTo>
                <a:lnTo>
                  <a:pt x="16295" y="153"/>
                </a:lnTo>
                <a:lnTo>
                  <a:pt x="15018" y="358"/>
                </a:lnTo>
                <a:lnTo>
                  <a:pt x="13741" y="562"/>
                </a:lnTo>
                <a:lnTo>
                  <a:pt x="12566" y="869"/>
                </a:lnTo>
                <a:lnTo>
                  <a:pt x="11392" y="1226"/>
                </a:lnTo>
                <a:lnTo>
                  <a:pt x="10268" y="1635"/>
                </a:lnTo>
                <a:lnTo>
                  <a:pt x="9246" y="2094"/>
                </a:lnTo>
                <a:lnTo>
                  <a:pt x="8225" y="2605"/>
                </a:lnTo>
                <a:lnTo>
                  <a:pt x="7305" y="3167"/>
                </a:lnTo>
                <a:lnTo>
                  <a:pt x="6386" y="3780"/>
                </a:lnTo>
                <a:lnTo>
                  <a:pt x="5568" y="4444"/>
                </a:lnTo>
                <a:lnTo>
                  <a:pt x="4751" y="5159"/>
                </a:lnTo>
                <a:lnTo>
                  <a:pt x="4036" y="5926"/>
                </a:lnTo>
                <a:lnTo>
                  <a:pt x="3372" y="6743"/>
                </a:lnTo>
                <a:lnTo>
                  <a:pt x="2759" y="7560"/>
                </a:lnTo>
                <a:lnTo>
                  <a:pt x="2197" y="8429"/>
                </a:lnTo>
                <a:lnTo>
                  <a:pt x="1686" y="9348"/>
                </a:lnTo>
                <a:lnTo>
                  <a:pt x="1277" y="10319"/>
                </a:lnTo>
                <a:lnTo>
                  <a:pt x="869" y="11289"/>
                </a:lnTo>
                <a:lnTo>
                  <a:pt x="562" y="12311"/>
                </a:lnTo>
                <a:lnTo>
                  <a:pt x="358" y="13383"/>
                </a:lnTo>
                <a:lnTo>
                  <a:pt x="154" y="14456"/>
                </a:lnTo>
                <a:lnTo>
                  <a:pt x="51" y="15580"/>
                </a:lnTo>
                <a:lnTo>
                  <a:pt x="0" y="16704"/>
                </a:lnTo>
                <a:lnTo>
                  <a:pt x="51" y="17879"/>
                </a:lnTo>
                <a:lnTo>
                  <a:pt x="154" y="19054"/>
                </a:lnTo>
                <a:lnTo>
                  <a:pt x="307" y="20279"/>
                </a:lnTo>
                <a:lnTo>
                  <a:pt x="511" y="21505"/>
                </a:lnTo>
                <a:lnTo>
                  <a:pt x="818" y="22731"/>
                </a:lnTo>
                <a:lnTo>
                  <a:pt x="1226" y="24008"/>
                </a:lnTo>
                <a:lnTo>
                  <a:pt x="1686" y="25234"/>
                </a:lnTo>
                <a:lnTo>
                  <a:pt x="2197" y="26562"/>
                </a:lnTo>
                <a:lnTo>
                  <a:pt x="2197" y="26562"/>
                </a:lnTo>
                <a:lnTo>
                  <a:pt x="2759" y="27788"/>
                </a:lnTo>
                <a:lnTo>
                  <a:pt x="3423" y="28963"/>
                </a:lnTo>
                <a:lnTo>
                  <a:pt x="4087" y="30189"/>
                </a:lnTo>
                <a:lnTo>
                  <a:pt x="4802" y="31364"/>
                </a:lnTo>
                <a:lnTo>
                  <a:pt x="5619" y="32488"/>
                </a:lnTo>
                <a:lnTo>
                  <a:pt x="6437" y="33612"/>
                </a:lnTo>
                <a:lnTo>
                  <a:pt x="7305" y="34735"/>
                </a:lnTo>
                <a:lnTo>
                  <a:pt x="8225" y="35808"/>
                </a:lnTo>
                <a:lnTo>
                  <a:pt x="9195" y="36830"/>
                </a:lnTo>
                <a:lnTo>
                  <a:pt x="10217" y="37851"/>
                </a:lnTo>
                <a:lnTo>
                  <a:pt x="11238" y="38822"/>
                </a:lnTo>
                <a:lnTo>
                  <a:pt x="12311" y="39793"/>
                </a:lnTo>
                <a:lnTo>
                  <a:pt x="13435" y="40712"/>
                </a:lnTo>
                <a:lnTo>
                  <a:pt x="14559" y="41580"/>
                </a:lnTo>
                <a:lnTo>
                  <a:pt x="15733" y="42449"/>
                </a:lnTo>
                <a:lnTo>
                  <a:pt x="16908" y="43215"/>
                </a:lnTo>
                <a:lnTo>
                  <a:pt x="18134" y="43981"/>
                </a:lnTo>
                <a:lnTo>
                  <a:pt x="19360" y="44747"/>
                </a:lnTo>
                <a:lnTo>
                  <a:pt x="20637" y="45411"/>
                </a:lnTo>
                <a:lnTo>
                  <a:pt x="21914" y="46076"/>
                </a:lnTo>
                <a:lnTo>
                  <a:pt x="23191" y="46689"/>
                </a:lnTo>
                <a:lnTo>
                  <a:pt x="24520" y="47199"/>
                </a:lnTo>
                <a:lnTo>
                  <a:pt x="25797" y="47710"/>
                </a:lnTo>
                <a:lnTo>
                  <a:pt x="27125" y="48170"/>
                </a:lnTo>
                <a:lnTo>
                  <a:pt x="28504" y="48579"/>
                </a:lnTo>
                <a:lnTo>
                  <a:pt x="29832" y="48936"/>
                </a:lnTo>
                <a:lnTo>
                  <a:pt x="31160" y="49294"/>
                </a:lnTo>
                <a:lnTo>
                  <a:pt x="32539" y="49549"/>
                </a:lnTo>
                <a:lnTo>
                  <a:pt x="33867" y="49702"/>
                </a:lnTo>
                <a:lnTo>
                  <a:pt x="35196" y="49856"/>
                </a:lnTo>
                <a:lnTo>
                  <a:pt x="36524" y="49958"/>
                </a:lnTo>
                <a:lnTo>
                  <a:pt x="37903" y="50009"/>
                </a:lnTo>
                <a:lnTo>
                  <a:pt x="37903" y="50009"/>
                </a:lnTo>
                <a:lnTo>
                  <a:pt x="39537" y="49958"/>
                </a:lnTo>
                <a:lnTo>
                  <a:pt x="39537" y="49958"/>
                </a:lnTo>
                <a:lnTo>
                  <a:pt x="41019" y="49804"/>
                </a:lnTo>
                <a:lnTo>
                  <a:pt x="42449" y="49600"/>
                </a:lnTo>
                <a:lnTo>
                  <a:pt x="43777" y="49345"/>
                </a:lnTo>
                <a:lnTo>
                  <a:pt x="45105" y="48987"/>
                </a:lnTo>
                <a:lnTo>
                  <a:pt x="46331" y="48579"/>
                </a:lnTo>
                <a:lnTo>
                  <a:pt x="47506" y="48119"/>
                </a:lnTo>
                <a:lnTo>
                  <a:pt x="48630" y="47557"/>
                </a:lnTo>
                <a:lnTo>
                  <a:pt x="49652" y="46944"/>
                </a:lnTo>
                <a:lnTo>
                  <a:pt x="50673" y="46331"/>
                </a:lnTo>
                <a:lnTo>
                  <a:pt x="51593" y="45565"/>
                </a:lnTo>
                <a:lnTo>
                  <a:pt x="52461" y="44799"/>
                </a:lnTo>
                <a:lnTo>
                  <a:pt x="53227" y="43981"/>
                </a:lnTo>
                <a:lnTo>
                  <a:pt x="53942" y="43113"/>
                </a:lnTo>
                <a:lnTo>
                  <a:pt x="54607" y="42193"/>
                </a:lnTo>
                <a:lnTo>
                  <a:pt x="55168" y="41223"/>
                </a:lnTo>
                <a:lnTo>
                  <a:pt x="55679" y="40201"/>
                </a:lnTo>
                <a:lnTo>
                  <a:pt x="55679" y="40201"/>
                </a:lnTo>
                <a:lnTo>
                  <a:pt x="56088" y="39333"/>
                </a:lnTo>
                <a:lnTo>
                  <a:pt x="56394" y="38413"/>
                </a:lnTo>
                <a:lnTo>
                  <a:pt x="56650" y="37494"/>
                </a:lnTo>
                <a:lnTo>
                  <a:pt x="56854" y="36523"/>
                </a:lnTo>
                <a:lnTo>
                  <a:pt x="57058" y="35502"/>
                </a:lnTo>
                <a:lnTo>
                  <a:pt x="57161" y="34531"/>
                </a:lnTo>
                <a:lnTo>
                  <a:pt x="57212" y="33510"/>
                </a:lnTo>
                <a:lnTo>
                  <a:pt x="57161" y="32437"/>
                </a:lnTo>
                <a:lnTo>
                  <a:pt x="57110" y="31364"/>
                </a:lnTo>
                <a:lnTo>
                  <a:pt x="57007" y="30291"/>
                </a:lnTo>
                <a:lnTo>
                  <a:pt x="56803" y="29168"/>
                </a:lnTo>
                <a:lnTo>
                  <a:pt x="56599" y="28044"/>
                </a:lnTo>
                <a:lnTo>
                  <a:pt x="56292" y="26920"/>
                </a:lnTo>
                <a:lnTo>
                  <a:pt x="55935" y="25796"/>
                </a:lnTo>
                <a:lnTo>
                  <a:pt x="55526" y="24621"/>
                </a:lnTo>
                <a:lnTo>
                  <a:pt x="55015" y="23446"/>
                </a:lnTo>
                <a:lnTo>
                  <a:pt x="55015" y="23446"/>
                </a:lnTo>
                <a:lnTo>
                  <a:pt x="54453" y="22272"/>
                </a:lnTo>
                <a:lnTo>
                  <a:pt x="53891" y="21148"/>
                </a:lnTo>
                <a:lnTo>
                  <a:pt x="53227" y="20024"/>
                </a:lnTo>
                <a:lnTo>
                  <a:pt x="52563" y="18900"/>
                </a:lnTo>
                <a:lnTo>
                  <a:pt x="51848" y="17776"/>
                </a:lnTo>
                <a:lnTo>
                  <a:pt x="51031" y="16704"/>
                </a:lnTo>
                <a:lnTo>
                  <a:pt x="50214" y="15682"/>
                </a:lnTo>
                <a:lnTo>
                  <a:pt x="49396" y="14661"/>
                </a:lnTo>
                <a:lnTo>
                  <a:pt x="48477" y="13639"/>
                </a:lnTo>
                <a:lnTo>
                  <a:pt x="47557" y="12668"/>
                </a:lnTo>
                <a:lnTo>
                  <a:pt x="46587" y="11749"/>
                </a:lnTo>
                <a:lnTo>
                  <a:pt x="45616" y="10829"/>
                </a:lnTo>
                <a:lnTo>
                  <a:pt x="44543" y="9961"/>
                </a:lnTo>
                <a:lnTo>
                  <a:pt x="43522" y="9093"/>
                </a:lnTo>
                <a:lnTo>
                  <a:pt x="42449" y="8275"/>
                </a:lnTo>
                <a:lnTo>
                  <a:pt x="41325" y="7458"/>
                </a:lnTo>
                <a:lnTo>
                  <a:pt x="41325" y="7458"/>
                </a:lnTo>
                <a:lnTo>
                  <a:pt x="40048" y="6590"/>
                </a:lnTo>
                <a:lnTo>
                  <a:pt x="38771" y="5823"/>
                </a:lnTo>
                <a:lnTo>
                  <a:pt x="37443" y="5057"/>
                </a:lnTo>
                <a:lnTo>
                  <a:pt x="36115" y="4342"/>
                </a:lnTo>
                <a:lnTo>
                  <a:pt x="34787" y="3678"/>
                </a:lnTo>
                <a:lnTo>
                  <a:pt x="33408" y="3065"/>
                </a:lnTo>
                <a:lnTo>
                  <a:pt x="32028" y="2503"/>
                </a:lnTo>
                <a:lnTo>
                  <a:pt x="30649" y="1992"/>
                </a:lnTo>
                <a:lnTo>
                  <a:pt x="29219" y="1533"/>
                </a:lnTo>
                <a:lnTo>
                  <a:pt x="27840" y="1124"/>
                </a:lnTo>
                <a:lnTo>
                  <a:pt x="26410" y="817"/>
                </a:lnTo>
                <a:lnTo>
                  <a:pt x="24979" y="511"/>
                </a:lnTo>
                <a:lnTo>
                  <a:pt x="23549" y="307"/>
                </a:lnTo>
                <a:lnTo>
                  <a:pt x="22119" y="153"/>
                </a:lnTo>
                <a:lnTo>
                  <a:pt x="20739" y="51"/>
                </a:lnTo>
                <a:lnTo>
                  <a:pt x="1930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8" name="Google Shape;588;p23"/>
          <p:cNvSpPr>
            <a:spLocks noGrp="1"/>
          </p:cNvSpPr>
          <p:nvPr/>
        </p:nvSpPr>
        <p:spPr>
          <a:xfrm flipH="1">
            <a:off x="8963839" y="2241887"/>
            <a:ext cx="38831" cy="29969"/>
          </a:xfrm>
          <a:custGeom>
            <a:avLst/>
            <a:gdLst/>
            <a:ahLst/>
            <a:cxnLst/>
            <a:rect l="l" t="t" r="r" b="b"/>
            <a:pathLst>
              <a:path w="7612" h="5875">
                <a:moveTo>
                  <a:pt x="2299" y="1"/>
                </a:moveTo>
                <a:lnTo>
                  <a:pt x="1839" y="52"/>
                </a:lnTo>
                <a:lnTo>
                  <a:pt x="1430" y="154"/>
                </a:lnTo>
                <a:lnTo>
                  <a:pt x="1073" y="358"/>
                </a:lnTo>
                <a:lnTo>
                  <a:pt x="766" y="562"/>
                </a:lnTo>
                <a:lnTo>
                  <a:pt x="511" y="818"/>
                </a:lnTo>
                <a:lnTo>
                  <a:pt x="255" y="1073"/>
                </a:lnTo>
                <a:lnTo>
                  <a:pt x="102" y="1431"/>
                </a:lnTo>
                <a:lnTo>
                  <a:pt x="0" y="1788"/>
                </a:lnTo>
                <a:lnTo>
                  <a:pt x="358" y="1431"/>
                </a:lnTo>
                <a:lnTo>
                  <a:pt x="766" y="1175"/>
                </a:lnTo>
                <a:lnTo>
                  <a:pt x="1277" y="1022"/>
                </a:lnTo>
                <a:lnTo>
                  <a:pt x="1890" y="920"/>
                </a:lnTo>
                <a:lnTo>
                  <a:pt x="2299" y="920"/>
                </a:lnTo>
                <a:lnTo>
                  <a:pt x="2707" y="971"/>
                </a:lnTo>
                <a:lnTo>
                  <a:pt x="3116" y="1022"/>
                </a:lnTo>
                <a:lnTo>
                  <a:pt x="3525" y="1124"/>
                </a:lnTo>
                <a:lnTo>
                  <a:pt x="3933" y="1278"/>
                </a:lnTo>
                <a:lnTo>
                  <a:pt x="4291" y="1482"/>
                </a:lnTo>
                <a:lnTo>
                  <a:pt x="4700" y="1686"/>
                </a:lnTo>
                <a:lnTo>
                  <a:pt x="5057" y="1891"/>
                </a:lnTo>
                <a:lnTo>
                  <a:pt x="5619" y="2350"/>
                </a:lnTo>
                <a:lnTo>
                  <a:pt x="6130" y="2861"/>
                </a:lnTo>
                <a:lnTo>
                  <a:pt x="6590" y="3474"/>
                </a:lnTo>
                <a:lnTo>
                  <a:pt x="6896" y="4087"/>
                </a:lnTo>
                <a:lnTo>
                  <a:pt x="7100" y="4547"/>
                </a:lnTo>
                <a:lnTo>
                  <a:pt x="7151" y="5007"/>
                </a:lnTo>
                <a:lnTo>
                  <a:pt x="7203" y="5415"/>
                </a:lnTo>
                <a:lnTo>
                  <a:pt x="7151" y="5875"/>
                </a:lnTo>
                <a:lnTo>
                  <a:pt x="7305" y="5620"/>
                </a:lnTo>
                <a:lnTo>
                  <a:pt x="7458" y="5415"/>
                </a:lnTo>
                <a:lnTo>
                  <a:pt x="7509" y="5160"/>
                </a:lnTo>
                <a:lnTo>
                  <a:pt x="7611" y="4904"/>
                </a:lnTo>
                <a:lnTo>
                  <a:pt x="7611" y="4649"/>
                </a:lnTo>
                <a:lnTo>
                  <a:pt x="7611" y="4342"/>
                </a:lnTo>
                <a:lnTo>
                  <a:pt x="7560" y="3781"/>
                </a:lnTo>
                <a:lnTo>
                  <a:pt x="7356" y="3168"/>
                </a:lnTo>
                <a:lnTo>
                  <a:pt x="6998" y="2555"/>
                </a:lnTo>
                <a:lnTo>
                  <a:pt x="6590" y="1993"/>
                </a:lnTo>
                <a:lnTo>
                  <a:pt x="6079" y="1482"/>
                </a:lnTo>
                <a:lnTo>
                  <a:pt x="5517" y="1022"/>
                </a:lnTo>
                <a:lnTo>
                  <a:pt x="5108" y="767"/>
                </a:lnTo>
                <a:lnTo>
                  <a:pt x="4751" y="562"/>
                </a:lnTo>
                <a:lnTo>
                  <a:pt x="4342" y="358"/>
                </a:lnTo>
                <a:lnTo>
                  <a:pt x="3933" y="256"/>
                </a:lnTo>
                <a:lnTo>
                  <a:pt x="3525" y="103"/>
                </a:lnTo>
                <a:lnTo>
                  <a:pt x="3116" y="52"/>
                </a:lnTo>
                <a:lnTo>
                  <a:pt x="2707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9" name="Google Shape;589;p23"/>
          <p:cNvSpPr>
            <a:spLocks noGrp="1"/>
          </p:cNvSpPr>
          <p:nvPr/>
        </p:nvSpPr>
        <p:spPr>
          <a:xfrm flipH="1">
            <a:off x="10003840" y="2149119"/>
            <a:ext cx="987365" cy="124304"/>
          </a:xfrm>
          <a:custGeom>
            <a:avLst/>
            <a:gdLst/>
            <a:ahLst/>
            <a:cxnLst/>
            <a:rect l="l" t="t" r="r" b="b"/>
            <a:pathLst>
              <a:path w="193549" h="24367">
                <a:moveTo>
                  <a:pt x="185682" y="1840"/>
                </a:moveTo>
                <a:lnTo>
                  <a:pt x="186193" y="1891"/>
                </a:lnTo>
                <a:lnTo>
                  <a:pt x="186448" y="1993"/>
                </a:lnTo>
                <a:lnTo>
                  <a:pt x="186704" y="2095"/>
                </a:lnTo>
                <a:lnTo>
                  <a:pt x="187214" y="2401"/>
                </a:lnTo>
                <a:lnTo>
                  <a:pt x="187776" y="2912"/>
                </a:lnTo>
                <a:lnTo>
                  <a:pt x="188338" y="3525"/>
                </a:lnTo>
                <a:lnTo>
                  <a:pt x="188900" y="4343"/>
                </a:lnTo>
                <a:lnTo>
                  <a:pt x="189462" y="5415"/>
                </a:lnTo>
                <a:lnTo>
                  <a:pt x="190024" y="6641"/>
                </a:lnTo>
                <a:lnTo>
                  <a:pt x="190586" y="7918"/>
                </a:lnTo>
                <a:lnTo>
                  <a:pt x="190892" y="8991"/>
                </a:lnTo>
                <a:lnTo>
                  <a:pt x="191097" y="9859"/>
                </a:lnTo>
                <a:lnTo>
                  <a:pt x="191097" y="10268"/>
                </a:lnTo>
                <a:lnTo>
                  <a:pt x="191097" y="10574"/>
                </a:lnTo>
                <a:lnTo>
                  <a:pt x="191046" y="10881"/>
                </a:lnTo>
                <a:lnTo>
                  <a:pt x="190995" y="11085"/>
                </a:lnTo>
                <a:lnTo>
                  <a:pt x="190892" y="11290"/>
                </a:lnTo>
                <a:lnTo>
                  <a:pt x="190739" y="11494"/>
                </a:lnTo>
                <a:lnTo>
                  <a:pt x="190586" y="11596"/>
                </a:lnTo>
                <a:lnTo>
                  <a:pt x="190382" y="11698"/>
                </a:lnTo>
                <a:lnTo>
                  <a:pt x="190177" y="11749"/>
                </a:lnTo>
                <a:lnTo>
                  <a:pt x="189922" y="11800"/>
                </a:lnTo>
                <a:lnTo>
                  <a:pt x="189564" y="11800"/>
                </a:lnTo>
                <a:lnTo>
                  <a:pt x="189309" y="11749"/>
                </a:lnTo>
                <a:lnTo>
                  <a:pt x="189053" y="11647"/>
                </a:lnTo>
                <a:lnTo>
                  <a:pt x="188798" y="11545"/>
                </a:lnTo>
                <a:lnTo>
                  <a:pt x="188236" y="11187"/>
                </a:lnTo>
                <a:lnTo>
                  <a:pt x="187725" y="10728"/>
                </a:lnTo>
                <a:lnTo>
                  <a:pt x="187163" y="10064"/>
                </a:lnTo>
                <a:lnTo>
                  <a:pt x="186602" y="9195"/>
                </a:lnTo>
                <a:lnTo>
                  <a:pt x="185989" y="8174"/>
                </a:lnTo>
                <a:lnTo>
                  <a:pt x="185427" y="6897"/>
                </a:lnTo>
                <a:lnTo>
                  <a:pt x="184865" y="5620"/>
                </a:lnTo>
                <a:lnTo>
                  <a:pt x="184558" y="4547"/>
                </a:lnTo>
                <a:lnTo>
                  <a:pt x="184405" y="3678"/>
                </a:lnTo>
                <a:lnTo>
                  <a:pt x="184354" y="3321"/>
                </a:lnTo>
                <a:lnTo>
                  <a:pt x="184354" y="3014"/>
                </a:lnTo>
                <a:lnTo>
                  <a:pt x="184405" y="2759"/>
                </a:lnTo>
                <a:lnTo>
                  <a:pt x="184507" y="2504"/>
                </a:lnTo>
                <a:lnTo>
                  <a:pt x="184609" y="2299"/>
                </a:lnTo>
                <a:lnTo>
                  <a:pt x="184763" y="2146"/>
                </a:lnTo>
                <a:lnTo>
                  <a:pt x="184916" y="2044"/>
                </a:lnTo>
                <a:lnTo>
                  <a:pt x="185120" y="1942"/>
                </a:lnTo>
                <a:lnTo>
                  <a:pt x="185324" y="1891"/>
                </a:lnTo>
                <a:lnTo>
                  <a:pt x="185580" y="1840"/>
                </a:lnTo>
                <a:close/>
                <a:moveTo>
                  <a:pt x="174444" y="2504"/>
                </a:moveTo>
                <a:lnTo>
                  <a:pt x="174955" y="2555"/>
                </a:lnTo>
                <a:lnTo>
                  <a:pt x="175466" y="2759"/>
                </a:lnTo>
                <a:lnTo>
                  <a:pt x="175977" y="3065"/>
                </a:lnTo>
                <a:lnTo>
                  <a:pt x="176538" y="3576"/>
                </a:lnTo>
                <a:lnTo>
                  <a:pt x="177049" y="4189"/>
                </a:lnTo>
                <a:lnTo>
                  <a:pt x="177611" y="5007"/>
                </a:lnTo>
                <a:lnTo>
                  <a:pt x="178224" y="6028"/>
                </a:lnTo>
                <a:lnTo>
                  <a:pt x="178786" y="7305"/>
                </a:lnTo>
                <a:lnTo>
                  <a:pt x="179297" y="8582"/>
                </a:lnTo>
                <a:lnTo>
                  <a:pt x="179654" y="9655"/>
                </a:lnTo>
                <a:lnTo>
                  <a:pt x="179808" y="10523"/>
                </a:lnTo>
                <a:lnTo>
                  <a:pt x="179859" y="10932"/>
                </a:lnTo>
                <a:lnTo>
                  <a:pt x="179859" y="11239"/>
                </a:lnTo>
                <a:lnTo>
                  <a:pt x="179808" y="11545"/>
                </a:lnTo>
                <a:lnTo>
                  <a:pt x="179757" y="11749"/>
                </a:lnTo>
                <a:lnTo>
                  <a:pt x="179654" y="11954"/>
                </a:lnTo>
                <a:lnTo>
                  <a:pt x="179501" y="12158"/>
                </a:lnTo>
                <a:lnTo>
                  <a:pt x="179348" y="12260"/>
                </a:lnTo>
                <a:lnTo>
                  <a:pt x="179144" y="12362"/>
                </a:lnTo>
                <a:lnTo>
                  <a:pt x="178939" y="12413"/>
                </a:lnTo>
                <a:lnTo>
                  <a:pt x="178684" y="12464"/>
                </a:lnTo>
                <a:lnTo>
                  <a:pt x="178326" y="12464"/>
                </a:lnTo>
                <a:lnTo>
                  <a:pt x="178071" y="12413"/>
                </a:lnTo>
                <a:lnTo>
                  <a:pt x="177815" y="12311"/>
                </a:lnTo>
                <a:lnTo>
                  <a:pt x="177560" y="12209"/>
                </a:lnTo>
                <a:lnTo>
                  <a:pt x="176998" y="11851"/>
                </a:lnTo>
                <a:lnTo>
                  <a:pt x="176436" y="11392"/>
                </a:lnTo>
                <a:lnTo>
                  <a:pt x="175874" y="10677"/>
                </a:lnTo>
                <a:lnTo>
                  <a:pt x="175313" y="9859"/>
                </a:lnTo>
                <a:lnTo>
                  <a:pt x="174751" y="8787"/>
                </a:lnTo>
                <a:lnTo>
                  <a:pt x="174138" y="7561"/>
                </a:lnTo>
                <a:lnTo>
                  <a:pt x="173627" y="6284"/>
                </a:lnTo>
                <a:lnTo>
                  <a:pt x="173269" y="5211"/>
                </a:lnTo>
                <a:lnTo>
                  <a:pt x="173167" y="4751"/>
                </a:lnTo>
                <a:lnTo>
                  <a:pt x="173116" y="4343"/>
                </a:lnTo>
                <a:lnTo>
                  <a:pt x="173116" y="3985"/>
                </a:lnTo>
                <a:lnTo>
                  <a:pt x="173116" y="3678"/>
                </a:lnTo>
                <a:lnTo>
                  <a:pt x="173167" y="3423"/>
                </a:lnTo>
                <a:lnTo>
                  <a:pt x="173218" y="3168"/>
                </a:lnTo>
                <a:lnTo>
                  <a:pt x="173371" y="2963"/>
                </a:lnTo>
                <a:lnTo>
                  <a:pt x="173474" y="2810"/>
                </a:lnTo>
                <a:lnTo>
                  <a:pt x="173678" y="2708"/>
                </a:lnTo>
                <a:lnTo>
                  <a:pt x="173882" y="2606"/>
                </a:lnTo>
                <a:lnTo>
                  <a:pt x="174087" y="2555"/>
                </a:lnTo>
                <a:lnTo>
                  <a:pt x="174342" y="2504"/>
                </a:lnTo>
                <a:close/>
                <a:moveTo>
                  <a:pt x="163206" y="3168"/>
                </a:moveTo>
                <a:lnTo>
                  <a:pt x="163717" y="3219"/>
                </a:lnTo>
                <a:lnTo>
                  <a:pt x="163972" y="3321"/>
                </a:lnTo>
                <a:lnTo>
                  <a:pt x="164228" y="3423"/>
                </a:lnTo>
                <a:lnTo>
                  <a:pt x="164739" y="3730"/>
                </a:lnTo>
                <a:lnTo>
                  <a:pt x="165301" y="4189"/>
                </a:lnTo>
                <a:lnTo>
                  <a:pt x="165811" y="4853"/>
                </a:lnTo>
                <a:lnTo>
                  <a:pt x="166373" y="5671"/>
                </a:lnTo>
                <a:lnTo>
                  <a:pt x="166986" y="6692"/>
                </a:lnTo>
                <a:lnTo>
                  <a:pt x="167548" y="7969"/>
                </a:lnTo>
                <a:lnTo>
                  <a:pt x="168059" y="9246"/>
                </a:lnTo>
                <a:lnTo>
                  <a:pt x="168416" y="10319"/>
                </a:lnTo>
                <a:lnTo>
                  <a:pt x="168570" y="11187"/>
                </a:lnTo>
                <a:lnTo>
                  <a:pt x="168621" y="11596"/>
                </a:lnTo>
                <a:lnTo>
                  <a:pt x="168621" y="11903"/>
                </a:lnTo>
                <a:lnTo>
                  <a:pt x="168570" y="12209"/>
                </a:lnTo>
                <a:lnTo>
                  <a:pt x="168519" y="12413"/>
                </a:lnTo>
                <a:lnTo>
                  <a:pt x="168365" y="12618"/>
                </a:lnTo>
                <a:lnTo>
                  <a:pt x="168263" y="12822"/>
                </a:lnTo>
                <a:lnTo>
                  <a:pt x="168059" y="12924"/>
                </a:lnTo>
                <a:lnTo>
                  <a:pt x="167906" y="13026"/>
                </a:lnTo>
                <a:lnTo>
                  <a:pt x="167650" y="13077"/>
                </a:lnTo>
                <a:lnTo>
                  <a:pt x="167446" y="13129"/>
                </a:lnTo>
                <a:lnTo>
                  <a:pt x="167293" y="13129"/>
                </a:lnTo>
                <a:lnTo>
                  <a:pt x="167037" y="13077"/>
                </a:lnTo>
                <a:lnTo>
                  <a:pt x="166782" y="13077"/>
                </a:lnTo>
                <a:lnTo>
                  <a:pt x="166526" y="12975"/>
                </a:lnTo>
                <a:lnTo>
                  <a:pt x="166271" y="12873"/>
                </a:lnTo>
                <a:lnTo>
                  <a:pt x="165760" y="12516"/>
                </a:lnTo>
                <a:lnTo>
                  <a:pt x="165198" y="12005"/>
                </a:lnTo>
                <a:lnTo>
                  <a:pt x="164636" y="11341"/>
                </a:lnTo>
                <a:lnTo>
                  <a:pt x="164075" y="10523"/>
                </a:lnTo>
                <a:lnTo>
                  <a:pt x="163513" y="9451"/>
                </a:lnTo>
                <a:lnTo>
                  <a:pt x="162900" y="8225"/>
                </a:lnTo>
                <a:lnTo>
                  <a:pt x="162389" y="6948"/>
                </a:lnTo>
                <a:lnTo>
                  <a:pt x="162031" y="5875"/>
                </a:lnTo>
                <a:lnTo>
                  <a:pt x="161878" y="5007"/>
                </a:lnTo>
                <a:lnTo>
                  <a:pt x="161878" y="4649"/>
                </a:lnTo>
                <a:lnTo>
                  <a:pt x="161878" y="4343"/>
                </a:lnTo>
                <a:lnTo>
                  <a:pt x="161929" y="4087"/>
                </a:lnTo>
                <a:lnTo>
                  <a:pt x="161980" y="3832"/>
                </a:lnTo>
                <a:lnTo>
                  <a:pt x="162082" y="3627"/>
                </a:lnTo>
                <a:lnTo>
                  <a:pt x="162236" y="3474"/>
                </a:lnTo>
                <a:lnTo>
                  <a:pt x="162389" y="3372"/>
                </a:lnTo>
                <a:lnTo>
                  <a:pt x="162593" y="3270"/>
                </a:lnTo>
                <a:lnTo>
                  <a:pt x="162798" y="3219"/>
                </a:lnTo>
                <a:lnTo>
                  <a:pt x="163053" y="3168"/>
                </a:lnTo>
                <a:close/>
                <a:moveTo>
                  <a:pt x="184763" y="1"/>
                </a:moveTo>
                <a:lnTo>
                  <a:pt x="184201" y="52"/>
                </a:lnTo>
                <a:lnTo>
                  <a:pt x="183741" y="154"/>
                </a:lnTo>
                <a:lnTo>
                  <a:pt x="183332" y="307"/>
                </a:lnTo>
                <a:lnTo>
                  <a:pt x="182975" y="511"/>
                </a:lnTo>
                <a:lnTo>
                  <a:pt x="182668" y="818"/>
                </a:lnTo>
                <a:lnTo>
                  <a:pt x="182413" y="1124"/>
                </a:lnTo>
                <a:lnTo>
                  <a:pt x="182209" y="1482"/>
                </a:lnTo>
                <a:lnTo>
                  <a:pt x="182055" y="1891"/>
                </a:lnTo>
                <a:lnTo>
                  <a:pt x="181953" y="2401"/>
                </a:lnTo>
                <a:lnTo>
                  <a:pt x="181902" y="2912"/>
                </a:lnTo>
                <a:lnTo>
                  <a:pt x="181953" y="3474"/>
                </a:lnTo>
                <a:lnTo>
                  <a:pt x="182055" y="4087"/>
                </a:lnTo>
                <a:lnTo>
                  <a:pt x="182157" y="4751"/>
                </a:lnTo>
                <a:lnTo>
                  <a:pt x="182362" y="5466"/>
                </a:lnTo>
                <a:lnTo>
                  <a:pt x="182668" y="6233"/>
                </a:lnTo>
                <a:lnTo>
                  <a:pt x="182975" y="7050"/>
                </a:lnTo>
                <a:lnTo>
                  <a:pt x="183332" y="7816"/>
                </a:lnTo>
                <a:lnTo>
                  <a:pt x="183741" y="8582"/>
                </a:lnTo>
                <a:lnTo>
                  <a:pt x="184150" y="9246"/>
                </a:lnTo>
                <a:lnTo>
                  <a:pt x="184558" y="9910"/>
                </a:lnTo>
                <a:lnTo>
                  <a:pt x="185018" y="10472"/>
                </a:lnTo>
                <a:lnTo>
                  <a:pt x="185427" y="11034"/>
                </a:lnTo>
                <a:lnTo>
                  <a:pt x="185886" y="11545"/>
                </a:lnTo>
                <a:lnTo>
                  <a:pt x="186397" y="11954"/>
                </a:lnTo>
                <a:lnTo>
                  <a:pt x="186857" y="12362"/>
                </a:lnTo>
                <a:lnTo>
                  <a:pt x="187368" y="12720"/>
                </a:lnTo>
                <a:lnTo>
                  <a:pt x="187879" y="13026"/>
                </a:lnTo>
                <a:lnTo>
                  <a:pt x="188389" y="13231"/>
                </a:lnTo>
                <a:lnTo>
                  <a:pt x="188900" y="13435"/>
                </a:lnTo>
                <a:lnTo>
                  <a:pt x="189411" y="13588"/>
                </a:lnTo>
                <a:lnTo>
                  <a:pt x="189922" y="13639"/>
                </a:lnTo>
                <a:lnTo>
                  <a:pt x="190433" y="13690"/>
                </a:lnTo>
                <a:lnTo>
                  <a:pt x="190739" y="13690"/>
                </a:lnTo>
                <a:lnTo>
                  <a:pt x="191250" y="13588"/>
                </a:lnTo>
                <a:lnTo>
                  <a:pt x="191710" y="13486"/>
                </a:lnTo>
                <a:lnTo>
                  <a:pt x="192169" y="13333"/>
                </a:lnTo>
                <a:lnTo>
                  <a:pt x="192527" y="13077"/>
                </a:lnTo>
                <a:lnTo>
                  <a:pt x="192833" y="12822"/>
                </a:lnTo>
                <a:lnTo>
                  <a:pt x="193089" y="12516"/>
                </a:lnTo>
                <a:lnTo>
                  <a:pt x="193293" y="12107"/>
                </a:lnTo>
                <a:lnTo>
                  <a:pt x="193446" y="11698"/>
                </a:lnTo>
                <a:lnTo>
                  <a:pt x="193498" y="11187"/>
                </a:lnTo>
                <a:lnTo>
                  <a:pt x="193549" y="10677"/>
                </a:lnTo>
                <a:lnTo>
                  <a:pt x="193498" y="10115"/>
                </a:lnTo>
                <a:lnTo>
                  <a:pt x="193446" y="9451"/>
                </a:lnTo>
                <a:lnTo>
                  <a:pt x="193293" y="8787"/>
                </a:lnTo>
                <a:lnTo>
                  <a:pt x="193089" y="8071"/>
                </a:lnTo>
                <a:lnTo>
                  <a:pt x="192782" y="7305"/>
                </a:lnTo>
                <a:lnTo>
                  <a:pt x="192476" y="6488"/>
                </a:lnTo>
                <a:lnTo>
                  <a:pt x="192118" y="5722"/>
                </a:lnTo>
                <a:lnTo>
                  <a:pt x="191710" y="4955"/>
                </a:lnTo>
                <a:lnTo>
                  <a:pt x="191301" y="4291"/>
                </a:lnTo>
                <a:lnTo>
                  <a:pt x="190892" y="3678"/>
                </a:lnTo>
                <a:lnTo>
                  <a:pt x="190484" y="3065"/>
                </a:lnTo>
                <a:lnTo>
                  <a:pt x="190024" y="2555"/>
                </a:lnTo>
                <a:lnTo>
                  <a:pt x="189564" y="2044"/>
                </a:lnTo>
                <a:lnTo>
                  <a:pt x="189105" y="1635"/>
                </a:lnTo>
                <a:lnTo>
                  <a:pt x="188594" y="1227"/>
                </a:lnTo>
                <a:lnTo>
                  <a:pt x="188134" y="920"/>
                </a:lnTo>
                <a:lnTo>
                  <a:pt x="187623" y="614"/>
                </a:lnTo>
                <a:lnTo>
                  <a:pt x="187112" y="409"/>
                </a:lnTo>
                <a:lnTo>
                  <a:pt x="186602" y="205"/>
                </a:lnTo>
                <a:lnTo>
                  <a:pt x="186091" y="103"/>
                </a:lnTo>
                <a:lnTo>
                  <a:pt x="185580" y="1"/>
                </a:lnTo>
                <a:close/>
                <a:moveTo>
                  <a:pt x="151917" y="3832"/>
                </a:moveTo>
                <a:lnTo>
                  <a:pt x="152428" y="3883"/>
                </a:lnTo>
                <a:lnTo>
                  <a:pt x="152683" y="3985"/>
                </a:lnTo>
                <a:lnTo>
                  <a:pt x="152939" y="4087"/>
                </a:lnTo>
                <a:lnTo>
                  <a:pt x="153501" y="4394"/>
                </a:lnTo>
                <a:lnTo>
                  <a:pt x="154012" y="4853"/>
                </a:lnTo>
                <a:lnTo>
                  <a:pt x="154573" y="5517"/>
                </a:lnTo>
                <a:lnTo>
                  <a:pt x="155135" y="6335"/>
                </a:lnTo>
                <a:lnTo>
                  <a:pt x="155697" y="7356"/>
                </a:lnTo>
                <a:lnTo>
                  <a:pt x="156310" y="8633"/>
                </a:lnTo>
                <a:lnTo>
                  <a:pt x="156821" y="9910"/>
                </a:lnTo>
                <a:lnTo>
                  <a:pt x="157179" y="10983"/>
                </a:lnTo>
                <a:lnTo>
                  <a:pt x="157332" y="11851"/>
                </a:lnTo>
                <a:lnTo>
                  <a:pt x="157383" y="12209"/>
                </a:lnTo>
                <a:lnTo>
                  <a:pt x="157332" y="12567"/>
                </a:lnTo>
                <a:lnTo>
                  <a:pt x="157332" y="12822"/>
                </a:lnTo>
                <a:lnTo>
                  <a:pt x="157230" y="13077"/>
                </a:lnTo>
                <a:lnTo>
                  <a:pt x="157127" y="13282"/>
                </a:lnTo>
                <a:lnTo>
                  <a:pt x="156974" y="13435"/>
                </a:lnTo>
                <a:lnTo>
                  <a:pt x="156821" y="13588"/>
                </a:lnTo>
                <a:lnTo>
                  <a:pt x="156617" y="13690"/>
                </a:lnTo>
                <a:lnTo>
                  <a:pt x="156412" y="13741"/>
                </a:lnTo>
                <a:lnTo>
                  <a:pt x="156157" y="13793"/>
                </a:lnTo>
                <a:lnTo>
                  <a:pt x="156055" y="13793"/>
                </a:lnTo>
                <a:lnTo>
                  <a:pt x="155799" y="13741"/>
                </a:lnTo>
                <a:lnTo>
                  <a:pt x="155544" y="13690"/>
                </a:lnTo>
                <a:lnTo>
                  <a:pt x="155289" y="13639"/>
                </a:lnTo>
                <a:lnTo>
                  <a:pt x="155033" y="13537"/>
                </a:lnTo>
                <a:lnTo>
                  <a:pt x="154522" y="13180"/>
                </a:lnTo>
                <a:lnTo>
                  <a:pt x="153960" y="12669"/>
                </a:lnTo>
                <a:lnTo>
                  <a:pt x="153399" y="12005"/>
                </a:lnTo>
                <a:lnTo>
                  <a:pt x="152837" y="11187"/>
                </a:lnTo>
                <a:lnTo>
                  <a:pt x="152224" y="10115"/>
                </a:lnTo>
                <a:lnTo>
                  <a:pt x="151662" y="8889"/>
                </a:lnTo>
                <a:lnTo>
                  <a:pt x="151151" y="7612"/>
                </a:lnTo>
                <a:lnTo>
                  <a:pt x="150793" y="6539"/>
                </a:lnTo>
                <a:lnTo>
                  <a:pt x="150640" y="5671"/>
                </a:lnTo>
                <a:lnTo>
                  <a:pt x="150589" y="5313"/>
                </a:lnTo>
                <a:lnTo>
                  <a:pt x="150589" y="5007"/>
                </a:lnTo>
                <a:lnTo>
                  <a:pt x="150640" y="4700"/>
                </a:lnTo>
                <a:lnTo>
                  <a:pt x="150742" y="4496"/>
                </a:lnTo>
                <a:lnTo>
                  <a:pt x="150844" y="4291"/>
                </a:lnTo>
                <a:lnTo>
                  <a:pt x="150998" y="4138"/>
                </a:lnTo>
                <a:lnTo>
                  <a:pt x="151151" y="4036"/>
                </a:lnTo>
                <a:lnTo>
                  <a:pt x="151355" y="3934"/>
                </a:lnTo>
                <a:lnTo>
                  <a:pt x="151560" y="3883"/>
                </a:lnTo>
                <a:lnTo>
                  <a:pt x="151815" y="3832"/>
                </a:lnTo>
                <a:close/>
                <a:moveTo>
                  <a:pt x="173780" y="614"/>
                </a:moveTo>
                <a:lnTo>
                  <a:pt x="173474" y="665"/>
                </a:lnTo>
                <a:lnTo>
                  <a:pt x="172963" y="716"/>
                </a:lnTo>
                <a:lnTo>
                  <a:pt x="172503" y="818"/>
                </a:lnTo>
                <a:lnTo>
                  <a:pt x="172094" y="971"/>
                </a:lnTo>
                <a:lnTo>
                  <a:pt x="171737" y="1175"/>
                </a:lnTo>
                <a:lnTo>
                  <a:pt x="171430" y="1482"/>
                </a:lnTo>
                <a:lnTo>
                  <a:pt x="171175" y="1788"/>
                </a:lnTo>
                <a:lnTo>
                  <a:pt x="170971" y="2146"/>
                </a:lnTo>
                <a:lnTo>
                  <a:pt x="170817" y="2555"/>
                </a:lnTo>
                <a:lnTo>
                  <a:pt x="170715" y="3065"/>
                </a:lnTo>
                <a:lnTo>
                  <a:pt x="170664" y="3576"/>
                </a:lnTo>
                <a:lnTo>
                  <a:pt x="170715" y="4138"/>
                </a:lnTo>
                <a:lnTo>
                  <a:pt x="170766" y="4751"/>
                </a:lnTo>
                <a:lnTo>
                  <a:pt x="170919" y="5415"/>
                </a:lnTo>
                <a:lnTo>
                  <a:pt x="171124" y="6130"/>
                </a:lnTo>
                <a:lnTo>
                  <a:pt x="171379" y="6897"/>
                </a:lnTo>
                <a:lnTo>
                  <a:pt x="171737" y="7714"/>
                </a:lnTo>
                <a:lnTo>
                  <a:pt x="172094" y="8480"/>
                </a:lnTo>
                <a:lnTo>
                  <a:pt x="172503" y="9246"/>
                </a:lnTo>
                <a:lnTo>
                  <a:pt x="172912" y="9910"/>
                </a:lnTo>
                <a:lnTo>
                  <a:pt x="173320" y="10574"/>
                </a:lnTo>
                <a:lnTo>
                  <a:pt x="173729" y="11136"/>
                </a:lnTo>
                <a:lnTo>
                  <a:pt x="174189" y="11698"/>
                </a:lnTo>
                <a:lnTo>
                  <a:pt x="174648" y="12209"/>
                </a:lnTo>
                <a:lnTo>
                  <a:pt x="175159" y="12618"/>
                </a:lnTo>
                <a:lnTo>
                  <a:pt x="175619" y="13026"/>
                </a:lnTo>
                <a:lnTo>
                  <a:pt x="176130" y="13384"/>
                </a:lnTo>
                <a:lnTo>
                  <a:pt x="176641" y="13690"/>
                </a:lnTo>
                <a:lnTo>
                  <a:pt x="177151" y="13895"/>
                </a:lnTo>
                <a:lnTo>
                  <a:pt x="177662" y="14099"/>
                </a:lnTo>
                <a:lnTo>
                  <a:pt x="178173" y="14252"/>
                </a:lnTo>
                <a:lnTo>
                  <a:pt x="178684" y="14303"/>
                </a:lnTo>
                <a:lnTo>
                  <a:pt x="179195" y="14354"/>
                </a:lnTo>
                <a:lnTo>
                  <a:pt x="179501" y="14303"/>
                </a:lnTo>
                <a:lnTo>
                  <a:pt x="180012" y="14252"/>
                </a:lnTo>
                <a:lnTo>
                  <a:pt x="180472" y="14150"/>
                </a:lnTo>
                <a:lnTo>
                  <a:pt x="180931" y="13997"/>
                </a:lnTo>
                <a:lnTo>
                  <a:pt x="181289" y="13741"/>
                </a:lnTo>
                <a:lnTo>
                  <a:pt x="181596" y="13486"/>
                </a:lnTo>
                <a:lnTo>
                  <a:pt x="181851" y="13180"/>
                </a:lnTo>
                <a:lnTo>
                  <a:pt x="182055" y="12771"/>
                </a:lnTo>
                <a:lnTo>
                  <a:pt x="182157" y="12362"/>
                </a:lnTo>
                <a:lnTo>
                  <a:pt x="182260" y="11851"/>
                </a:lnTo>
                <a:lnTo>
                  <a:pt x="182311" y="11341"/>
                </a:lnTo>
                <a:lnTo>
                  <a:pt x="182260" y="10779"/>
                </a:lnTo>
                <a:lnTo>
                  <a:pt x="182157" y="10115"/>
                </a:lnTo>
                <a:lnTo>
                  <a:pt x="182004" y="9451"/>
                </a:lnTo>
                <a:lnTo>
                  <a:pt x="181800" y="8736"/>
                </a:lnTo>
                <a:lnTo>
                  <a:pt x="181544" y="7969"/>
                </a:lnTo>
                <a:lnTo>
                  <a:pt x="181187" y="7152"/>
                </a:lnTo>
                <a:lnTo>
                  <a:pt x="180829" y="6386"/>
                </a:lnTo>
                <a:lnTo>
                  <a:pt x="180472" y="5620"/>
                </a:lnTo>
                <a:lnTo>
                  <a:pt x="180063" y="4955"/>
                </a:lnTo>
                <a:lnTo>
                  <a:pt x="179654" y="4343"/>
                </a:lnTo>
                <a:lnTo>
                  <a:pt x="179195" y="3730"/>
                </a:lnTo>
                <a:lnTo>
                  <a:pt x="178786" y="3219"/>
                </a:lnTo>
                <a:lnTo>
                  <a:pt x="178326" y="2708"/>
                </a:lnTo>
                <a:lnTo>
                  <a:pt x="177867" y="2299"/>
                </a:lnTo>
                <a:lnTo>
                  <a:pt x="177356" y="1891"/>
                </a:lnTo>
                <a:lnTo>
                  <a:pt x="176896" y="1584"/>
                </a:lnTo>
                <a:lnTo>
                  <a:pt x="176385" y="1278"/>
                </a:lnTo>
                <a:lnTo>
                  <a:pt x="175874" y="1073"/>
                </a:lnTo>
                <a:lnTo>
                  <a:pt x="175364" y="869"/>
                </a:lnTo>
                <a:lnTo>
                  <a:pt x="174853" y="716"/>
                </a:lnTo>
                <a:lnTo>
                  <a:pt x="174342" y="665"/>
                </a:lnTo>
                <a:lnTo>
                  <a:pt x="173780" y="614"/>
                </a:lnTo>
                <a:close/>
                <a:moveTo>
                  <a:pt x="136286" y="4751"/>
                </a:moveTo>
                <a:lnTo>
                  <a:pt x="136797" y="4802"/>
                </a:lnTo>
                <a:lnTo>
                  <a:pt x="137308" y="5007"/>
                </a:lnTo>
                <a:lnTo>
                  <a:pt x="137819" y="5313"/>
                </a:lnTo>
                <a:lnTo>
                  <a:pt x="138381" y="5773"/>
                </a:lnTo>
                <a:lnTo>
                  <a:pt x="138942" y="6437"/>
                </a:lnTo>
                <a:lnTo>
                  <a:pt x="139504" y="7254"/>
                </a:lnTo>
                <a:lnTo>
                  <a:pt x="140066" y="8276"/>
                </a:lnTo>
                <a:lnTo>
                  <a:pt x="140679" y="9502"/>
                </a:lnTo>
                <a:lnTo>
                  <a:pt x="141190" y="10830"/>
                </a:lnTo>
                <a:lnTo>
                  <a:pt x="141497" y="11903"/>
                </a:lnTo>
                <a:lnTo>
                  <a:pt x="141701" y="12771"/>
                </a:lnTo>
                <a:lnTo>
                  <a:pt x="141701" y="13129"/>
                </a:lnTo>
                <a:lnTo>
                  <a:pt x="141701" y="13486"/>
                </a:lnTo>
                <a:lnTo>
                  <a:pt x="141650" y="13741"/>
                </a:lnTo>
                <a:lnTo>
                  <a:pt x="141599" y="13997"/>
                </a:lnTo>
                <a:lnTo>
                  <a:pt x="141497" y="14201"/>
                </a:lnTo>
                <a:lnTo>
                  <a:pt x="141343" y="14354"/>
                </a:lnTo>
                <a:lnTo>
                  <a:pt x="141190" y="14508"/>
                </a:lnTo>
                <a:lnTo>
                  <a:pt x="140986" y="14610"/>
                </a:lnTo>
                <a:lnTo>
                  <a:pt x="140781" y="14661"/>
                </a:lnTo>
                <a:lnTo>
                  <a:pt x="140526" y="14712"/>
                </a:lnTo>
                <a:lnTo>
                  <a:pt x="140424" y="14712"/>
                </a:lnTo>
                <a:lnTo>
                  <a:pt x="140168" y="14661"/>
                </a:lnTo>
                <a:lnTo>
                  <a:pt x="139913" y="14610"/>
                </a:lnTo>
                <a:lnTo>
                  <a:pt x="139658" y="14559"/>
                </a:lnTo>
                <a:lnTo>
                  <a:pt x="139402" y="14457"/>
                </a:lnTo>
                <a:lnTo>
                  <a:pt x="138840" y="14099"/>
                </a:lnTo>
                <a:lnTo>
                  <a:pt x="138329" y="13588"/>
                </a:lnTo>
                <a:lnTo>
                  <a:pt x="137768" y="12924"/>
                </a:lnTo>
                <a:lnTo>
                  <a:pt x="137206" y="12107"/>
                </a:lnTo>
                <a:lnTo>
                  <a:pt x="136593" y="11034"/>
                </a:lnTo>
                <a:lnTo>
                  <a:pt x="136031" y="9808"/>
                </a:lnTo>
                <a:lnTo>
                  <a:pt x="135469" y="8531"/>
                </a:lnTo>
                <a:lnTo>
                  <a:pt x="135162" y="7458"/>
                </a:lnTo>
                <a:lnTo>
                  <a:pt x="135009" y="6590"/>
                </a:lnTo>
                <a:lnTo>
                  <a:pt x="134958" y="6233"/>
                </a:lnTo>
                <a:lnTo>
                  <a:pt x="134958" y="5926"/>
                </a:lnTo>
                <a:lnTo>
                  <a:pt x="135009" y="5620"/>
                </a:lnTo>
                <a:lnTo>
                  <a:pt x="135111" y="5415"/>
                </a:lnTo>
                <a:lnTo>
                  <a:pt x="135214" y="5211"/>
                </a:lnTo>
                <a:lnTo>
                  <a:pt x="135367" y="5058"/>
                </a:lnTo>
                <a:lnTo>
                  <a:pt x="135520" y="4955"/>
                </a:lnTo>
                <a:lnTo>
                  <a:pt x="135724" y="4853"/>
                </a:lnTo>
                <a:lnTo>
                  <a:pt x="135929" y="4802"/>
                </a:lnTo>
                <a:lnTo>
                  <a:pt x="136184" y="4751"/>
                </a:lnTo>
                <a:close/>
                <a:moveTo>
                  <a:pt x="162542" y="1278"/>
                </a:moveTo>
                <a:lnTo>
                  <a:pt x="162236" y="1329"/>
                </a:lnTo>
                <a:lnTo>
                  <a:pt x="161725" y="1380"/>
                </a:lnTo>
                <a:lnTo>
                  <a:pt x="161265" y="1482"/>
                </a:lnTo>
                <a:lnTo>
                  <a:pt x="160856" y="1635"/>
                </a:lnTo>
                <a:lnTo>
                  <a:pt x="160499" y="1840"/>
                </a:lnTo>
                <a:lnTo>
                  <a:pt x="160141" y="2146"/>
                </a:lnTo>
                <a:lnTo>
                  <a:pt x="159886" y="2453"/>
                </a:lnTo>
                <a:lnTo>
                  <a:pt x="159682" y="2810"/>
                </a:lnTo>
                <a:lnTo>
                  <a:pt x="159528" y="3219"/>
                </a:lnTo>
                <a:lnTo>
                  <a:pt x="159477" y="3678"/>
                </a:lnTo>
                <a:lnTo>
                  <a:pt x="159426" y="4240"/>
                </a:lnTo>
                <a:lnTo>
                  <a:pt x="159426" y="4802"/>
                </a:lnTo>
                <a:lnTo>
                  <a:pt x="159528" y="5415"/>
                </a:lnTo>
                <a:lnTo>
                  <a:pt x="159682" y="6079"/>
                </a:lnTo>
                <a:lnTo>
                  <a:pt x="159886" y="6794"/>
                </a:lnTo>
                <a:lnTo>
                  <a:pt x="160141" y="7561"/>
                </a:lnTo>
                <a:lnTo>
                  <a:pt x="160499" y="8378"/>
                </a:lnTo>
                <a:lnTo>
                  <a:pt x="160856" y="9144"/>
                </a:lnTo>
                <a:lnTo>
                  <a:pt x="161265" y="9910"/>
                </a:lnTo>
                <a:lnTo>
                  <a:pt x="161623" y="10574"/>
                </a:lnTo>
                <a:lnTo>
                  <a:pt x="162082" y="11239"/>
                </a:lnTo>
                <a:lnTo>
                  <a:pt x="162491" y="11800"/>
                </a:lnTo>
                <a:lnTo>
                  <a:pt x="162951" y="12362"/>
                </a:lnTo>
                <a:lnTo>
                  <a:pt x="163411" y="12873"/>
                </a:lnTo>
                <a:lnTo>
                  <a:pt x="163870" y="13282"/>
                </a:lnTo>
                <a:lnTo>
                  <a:pt x="164381" y="13690"/>
                </a:lnTo>
                <a:lnTo>
                  <a:pt x="164841" y="14048"/>
                </a:lnTo>
                <a:lnTo>
                  <a:pt x="165352" y="14303"/>
                </a:lnTo>
                <a:lnTo>
                  <a:pt x="165862" y="14559"/>
                </a:lnTo>
                <a:lnTo>
                  <a:pt x="166373" y="14763"/>
                </a:lnTo>
                <a:lnTo>
                  <a:pt x="166935" y="14865"/>
                </a:lnTo>
                <a:lnTo>
                  <a:pt x="167446" y="14967"/>
                </a:lnTo>
                <a:lnTo>
                  <a:pt x="167957" y="15019"/>
                </a:lnTo>
                <a:lnTo>
                  <a:pt x="168263" y="14967"/>
                </a:lnTo>
                <a:lnTo>
                  <a:pt x="168774" y="14916"/>
                </a:lnTo>
                <a:lnTo>
                  <a:pt x="169234" y="14814"/>
                </a:lnTo>
                <a:lnTo>
                  <a:pt x="169642" y="14661"/>
                </a:lnTo>
                <a:lnTo>
                  <a:pt x="170000" y="14406"/>
                </a:lnTo>
                <a:lnTo>
                  <a:pt x="170307" y="14150"/>
                </a:lnTo>
                <a:lnTo>
                  <a:pt x="170562" y="13844"/>
                </a:lnTo>
                <a:lnTo>
                  <a:pt x="170766" y="13435"/>
                </a:lnTo>
                <a:lnTo>
                  <a:pt x="170919" y="13026"/>
                </a:lnTo>
                <a:lnTo>
                  <a:pt x="171022" y="12516"/>
                </a:lnTo>
                <a:lnTo>
                  <a:pt x="171022" y="12005"/>
                </a:lnTo>
                <a:lnTo>
                  <a:pt x="171022" y="11443"/>
                </a:lnTo>
                <a:lnTo>
                  <a:pt x="170919" y="10779"/>
                </a:lnTo>
                <a:lnTo>
                  <a:pt x="170766" y="10115"/>
                </a:lnTo>
                <a:lnTo>
                  <a:pt x="170562" y="9400"/>
                </a:lnTo>
                <a:lnTo>
                  <a:pt x="170307" y="8633"/>
                </a:lnTo>
                <a:lnTo>
                  <a:pt x="169949" y="7816"/>
                </a:lnTo>
                <a:lnTo>
                  <a:pt x="169591" y="7050"/>
                </a:lnTo>
                <a:lnTo>
                  <a:pt x="169183" y="6284"/>
                </a:lnTo>
                <a:lnTo>
                  <a:pt x="168825" y="5620"/>
                </a:lnTo>
                <a:lnTo>
                  <a:pt x="168365" y="5007"/>
                </a:lnTo>
                <a:lnTo>
                  <a:pt x="167957" y="4394"/>
                </a:lnTo>
                <a:lnTo>
                  <a:pt x="167497" y="3883"/>
                </a:lnTo>
                <a:lnTo>
                  <a:pt x="167037" y="3372"/>
                </a:lnTo>
                <a:lnTo>
                  <a:pt x="166578" y="2963"/>
                </a:lnTo>
                <a:lnTo>
                  <a:pt x="166118" y="2555"/>
                </a:lnTo>
                <a:lnTo>
                  <a:pt x="165607" y="2248"/>
                </a:lnTo>
                <a:lnTo>
                  <a:pt x="165096" y="1942"/>
                </a:lnTo>
                <a:lnTo>
                  <a:pt x="164636" y="1686"/>
                </a:lnTo>
                <a:lnTo>
                  <a:pt x="164126" y="1533"/>
                </a:lnTo>
                <a:lnTo>
                  <a:pt x="163564" y="1380"/>
                </a:lnTo>
                <a:lnTo>
                  <a:pt x="163053" y="1329"/>
                </a:lnTo>
                <a:lnTo>
                  <a:pt x="162542" y="1278"/>
                </a:lnTo>
                <a:close/>
                <a:moveTo>
                  <a:pt x="125048" y="5415"/>
                </a:moveTo>
                <a:lnTo>
                  <a:pt x="125559" y="5466"/>
                </a:lnTo>
                <a:lnTo>
                  <a:pt x="126070" y="5671"/>
                </a:lnTo>
                <a:lnTo>
                  <a:pt x="126581" y="5977"/>
                </a:lnTo>
                <a:lnTo>
                  <a:pt x="127143" y="6437"/>
                </a:lnTo>
                <a:lnTo>
                  <a:pt x="127653" y="7101"/>
                </a:lnTo>
                <a:lnTo>
                  <a:pt x="128215" y="7918"/>
                </a:lnTo>
                <a:lnTo>
                  <a:pt x="128828" y="8940"/>
                </a:lnTo>
                <a:lnTo>
                  <a:pt x="129390" y="10166"/>
                </a:lnTo>
                <a:lnTo>
                  <a:pt x="129901" y="11494"/>
                </a:lnTo>
                <a:lnTo>
                  <a:pt x="130259" y="12567"/>
                </a:lnTo>
                <a:lnTo>
                  <a:pt x="130412" y="13435"/>
                </a:lnTo>
                <a:lnTo>
                  <a:pt x="130463" y="13793"/>
                </a:lnTo>
                <a:lnTo>
                  <a:pt x="130463" y="14150"/>
                </a:lnTo>
                <a:lnTo>
                  <a:pt x="130412" y="14406"/>
                </a:lnTo>
                <a:lnTo>
                  <a:pt x="130361" y="14661"/>
                </a:lnTo>
                <a:lnTo>
                  <a:pt x="130259" y="14865"/>
                </a:lnTo>
                <a:lnTo>
                  <a:pt x="130105" y="15019"/>
                </a:lnTo>
                <a:lnTo>
                  <a:pt x="129952" y="15172"/>
                </a:lnTo>
                <a:lnTo>
                  <a:pt x="129748" y="15274"/>
                </a:lnTo>
                <a:lnTo>
                  <a:pt x="129543" y="15325"/>
                </a:lnTo>
                <a:lnTo>
                  <a:pt x="129288" y="15325"/>
                </a:lnTo>
                <a:lnTo>
                  <a:pt x="129186" y="15376"/>
                </a:lnTo>
                <a:lnTo>
                  <a:pt x="128930" y="15325"/>
                </a:lnTo>
                <a:lnTo>
                  <a:pt x="128675" y="15274"/>
                </a:lnTo>
                <a:lnTo>
                  <a:pt x="128420" y="15223"/>
                </a:lnTo>
                <a:lnTo>
                  <a:pt x="128164" y="15121"/>
                </a:lnTo>
                <a:lnTo>
                  <a:pt x="127602" y="14763"/>
                </a:lnTo>
                <a:lnTo>
                  <a:pt x="127040" y="14252"/>
                </a:lnTo>
                <a:lnTo>
                  <a:pt x="126479" y="13588"/>
                </a:lnTo>
                <a:lnTo>
                  <a:pt x="125917" y="12771"/>
                </a:lnTo>
                <a:lnTo>
                  <a:pt x="125355" y="11698"/>
                </a:lnTo>
                <a:lnTo>
                  <a:pt x="124742" y="10472"/>
                </a:lnTo>
                <a:lnTo>
                  <a:pt x="124231" y="9195"/>
                </a:lnTo>
                <a:lnTo>
                  <a:pt x="123924" y="8123"/>
                </a:lnTo>
                <a:lnTo>
                  <a:pt x="123771" y="7663"/>
                </a:lnTo>
                <a:lnTo>
                  <a:pt x="123720" y="7254"/>
                </a:lnTo>
                <a:lnTo>
                  <a:pt x="123720" y="6897"/>
                </a:lnTo>
                <a:lnTo>
                  <a:pt x="123720" y="6590"/>
                </a:lnTo>
                <a:lnTo>
                  <a:pt x="123771" y="6284"/>
                </a:lnTo>
                <a:lnTo>
                  <a:pt x="123822" y="6079"/>
                </a:lnTo>
                <a:lnTo>
                  <a:pt x="123976" y="5875"/>
                </a:lnTo>
                <a:lnTo>
                  <a:pt x="124078" y="5722"/>
                </a:lnTo>
                <a:lnTo>
                  <a:pt x="124282" y="5568"/>
                </a:lnTo>
                <a:lnTo>
                  <a:pt x="124486" y="5517"/>
                </a:lnTo>
                <a:lnTo>
                  <a:pt x="124691" y="5466"/>
                </a:lnTo>
                <a:lnTo>
                  <a:pt x="124946" y="5415"/>
                </a:lnTo>
                <a:close/>
                <a:moveTo>
                  <a:pt x="150998" y="1942"/>
                </a:moveTo>
                <a:lnTo>
                  <a:pt x="150487" y="2044"/>
                </a:lnTo>
                <a:lnTo>
                  <a:pt x="149976" y="2146"/>
                </a:lnTo>
                <a:lnTo>
                  <a:pt x="149567" y="2299"/>
                </a:lnTo>
                <a:lnTo>
                  <a:pt x="149210" y="2504"/>
                </a:lnTo>
                <a:lnTo>
                  <a:pt x="148903" y="2759"/>
                </a:lnTo>
                <a:lnTo>
                  <a:pt x="148648" y="3117"/>
                </a:lnTo>
                <a:lnTo>
                  <a:pt x="148444" y="3474"/>
                </a:lnTo>
                <a:lnTo>
                  <a:pt x="148290" y="3883"/>
                </a:lnTo>
                <a:lnTo>
                  <a:pt x="148188" y="4343"/>
                </a:lnTo>
                <a:lnTo>
                  <a:pt x="148188" y="4904"/>
                </a:lnTo>
                <a:lnTo>
                  <a:pt x="148188" y="5466"/>
                </a:lnTo>
                <a:lnTo>
                  <a:pt x="148290" y="6079"/>
                </a:lnTo>
                <a:lnTo>
                  <a:pt x="148444" y="6743"/>
                </a:lnTo>
                <a:lnTo>
                  <a:pt x="148648" y="7458"/>
                </a:lnTo>
                <a:lnTo>
                  <a:pt x="148903" y="8225"/>
                </a:lnTo>
                <a:lnTo>
                  <a:pt x="149210" y="9042"/>
                </a:lnTo>
                <a:lnTo>
                  <a:pt x="149618" y="9808"/>
                </a:lnTo>
                <a:lnTo>
                  <a:pt x="149976" y="10523"/>
                </a:lnTo>
                <a:lnTo>
                  <a:pt x="150385" y="11239"/>
                </a:lnTo>
                <a:lnTo>
                  <a:pt x="150793" y="11903"/>
                </a:lnTo>
                <a:lnTo>
                  <a:pt x="151253" y="12464"/>
                </a:lnTo>
                <a:lnTo>
                  <a:pt x="151713" y="13026"/>
                </a:lnTo>
                <a:lnTo>
                  <a:pt x="152173" y="13537"/>
                </a:lnTo>
                <a:lnTo>
                  <a:pt x="152632" y="13946"/>
                </a:lnTo>
                <a:lnTo>
                  <a:pt x="153092" y="14354"/>
                </a:lnTo>
                <a:lnTo>
                  <a:pt x="153603" y="14712"/>
                </a:lnTo>
                <a:lnTo>
                  <a:pt x="154114" y="14967"/>
                </a:lnTo>
                <a:lnTo>
                  <a:pt x="154624" y="15223"/>
                </a:lnTo>
                <a:lnTo>
                  <a:pt x="155135" y="15427"/>
                </a:lnTo>
                <a:lnTo>
                  <a:pt x="155646" y="15529"/>
                </a:lnTo>
                <a:lnTo>
                  <a:pt x="156157" y="15631"/>
                </a:lnTo>
                <a:lnTo>
                  <a:pt x="156974" y="15631"/>
                </a:lnTo>
                <a:lnTo>
                  <a:pt x="157536" y="15580"/>
                </a:lnTo>
                <a:lnTo>
                  <a:pt x="157996" y="15478"/>
                </a:lnTo>
                <a:lnTo>
                  <a:pt x="158405" y="15325"/>
                </a:lnTo>
                <a:lnTo>
                  <a:pt x="158762" y="15070"/>
                </a:lnTo>
                <a:lnTo>
                  <a:pt x="159069" y="14814"/>
                </a:lnTo>
                <a:lnTo>
                  <a:pt x="159324" y="14457"/>
                </a:lnTo>
                <a:lnTo>
                  <a:pt x="159528" y="14099"/>
                </a:lnTo>
                <a:lnTo>
                  <a:pt x="159682" y="13690"/>
                </a:lnTo>
                <a:lnTo>
                  <a:pt x="159784" y="13180"/>
                </a:lnTo>
                <a:lnTo>
                  <a:pt x="159784" y="12669"/>
                </a:lnTo>
                <a:lnTo>
                  <a:pt x="159784" y="12056"/>
                </a:lnTo>
                <a:lnTo>
                  <a:pt x="159682" y="11443"/>
                </a:lnTo>
                <a:lnTo>
                  <a:pt x="159528" y="10779"/>
                </a:lnTo>
                <a:lnTo>
                  <a:pt x="159324" y="10064"/>
                </a:lnTo>
                <a:lnTo>
                  <a:pt x="159017" y="9297"/>
                </a:lnTo>
                <a:lnTo>
                  <a:pt x="158711" y="8480"/>
                </a:lnTo>
                <a:lnTo>
                  <a:pt x="158353" y="7663"/>
                </a:lnTo>
                <a:lnTo>
                  <a:pt x="157945" y="6948"/>
                </a:lnTo>
                <a:lnTo>
                  <a:pt x="157587" y="6284"/>
                </a:lnTo>
                <a:lnTo>
                  <a:pt x="157127" y="5620"/>
                </a:lnTo>
                <a:lnTo>
                  <a:pt x="156719" y="5058"/>
                </a:lnTo>
                <a:lnTo>
                  <a:pt x="156259" y="4547"/>
                </a:lnTo>
                <a:lnTo>
                  <a:pt x="155799" y="4036"/>
                </a:lnTo>
                <a:lnTo>
                  <a:pt x="155340" y="3627"/>
                </a:lnTo>
                <a:lnTo>
                  <a:pt x="154880" y="3219"/>
                </a:lnTo>
                <a:lnTo>
                  <a:pt x="154369" y="2912"/>
                </a:lnTo>
                <a:lnTo>
                  <a:pt x="153858" y="2606"/>
                </a:lnTo>
                <a:lnTo>
                  <a:pt x="153347" y="2350"/>
                </a:lnTo>
                <a:lnTo>
                  <a:pt x="152837" y="2197"/>
                </a:lnTo>
                <a:lnTo>
                  <a:pt x="152326" y="2044"/>
                </a:lnTo>
                <a:lnTo>
                  <a:pt x="151815" y="1993"/>
                </a:lnTo>
                <a:lnTo>
                  <a:pt x="151304" y="1942"/>
                </a:lnTo>
                <a:close/>
                <a:moveTo>
                  <a:pt x="113810" y="6079"/>
                </a:moveTo>
                <a:lnTo>
                  <a:pt x="114321" y="6130"/>
                </a:lnTo>
                <a:lnTo>
                  <a:pt x="114577" y="6181"/>
                </a:lnTo>
                <a:lnTo>
                  <a:pt x="114832" y="6335"/>
                </a:lnTo>
                <a:lnTo>
                  <a:pt x="115343" y="6641"/>
                </a:lnTo>
                <a:lnTo>
                  <a:pt x="115905" y="7101"/>
                </a:lnTo>
                <a:lnTo>
                  <a:pt x="116416" y="7765"/>
                </a:lnTo>
                <a:lnTo>
                  <a:pt x="116977" y="8582"/>
                </a:lnTo>
                <a:lnTo>
                  <a:pt x="117590" y="9604"/>
                </a:lnTo>
                <a:lnTo>
                  <a:pt x="118152" y="10830"/>
                </a:lnTo>
                <a:lnTo>
                  <a:pt x="118663" y="12158"/>
                </a:lnTo>
                <a:lnTo>
                  <a:pt x="119021" y="13231"/>
                </a:lnTo>
                <a:lnTo>
                  <a:pt x="119174" y="14099"/>
                </a:lnTo>
                <a:lnTo>
                  <a:pt x="119225" y="14457"/>
                </a:lnTo>
                <a:lnTo>
                  <a:pt x="119225" y="14814"/>
                </a:lnTo>
                <a:lnTo>
                  <a:pt x="119174" y="15070"/>
                </a:lnTo>
                <a:lnTo>
                  <a:pt x="119123" y="15325"/>
                </a:lnTo>
                <a:lnTo>
                  <a:pt x="118970" y="15529"/>
                </a:lnTo>
                <a:lnTo>
                  <a:pt x="118867" y="15683"/>
                </a:lnTo>
                <a:lnTo>
                  <a:pt x="118714" y="15836"/>
                </a:lnTo>
                <a:lnTo>
                  <a:pt x="118510" y="15938"/>
                </a:lnTo>
                <a:lnTo>
                  <a:pt x="118254" y="15989"/>
                </a:lnTo>
                <a:lnTo>
                  <a:pt x="117641" y="15989"/>
                </a:lnTo>
                <a:lnTo>
                  <a:pt x="117386" y="15938"/>
                </a:lnTo>
                <a:lnTo>
                  <a:pt x="117131" y="15887"/>
                </a:lnTo>
                <a:lnTo>
                  <a:pt x="116875" y="15734"/>
                </a:lnTo>
                <a:lnTo>
                  <a:pt x="116364" y="15427"/>
                </a:lnTo>
                <a:lnTo>
                  <a:pt x="115803" y="14916"/>
                </a:lnTo>
                <a:lnTo>
                  <a:pt x="115241" y="14252"/>
                </a:lnTo>
                <a:lnTo>
                  <a:pt x="114679" y="13384"/>
                </a:lnTo>
                <a:lnTo>
                  <a:pt x="114117" y="12362"/>
                </a:lnTo>
                <a:lnTo>
                  <a:pt x="113504" y="11136"/>
                </a:lnTo>
                <a:lnTo>
                  <a:pt x="112993" y="9859"/>
                </a:lnTo>
                <a:lnTo>
                  <a:pt x="112635" y="8787"/>
                </a:lnTo>
                <a:lnTo>
                  <a:pt x="112482" y="7918"/>
                </a:lnTo>
                <a:lnTo>
                  <a:pt x="112482" y="7561"/>
                </a:lnTo>
                <a:lnTo>
                  <a:pt x="112482" y="7254"/>
                </a:lnTo>
                <a:lnTo>
                  <a:pt x="112533" y="6948"/>
                </a:lnTo>
                <a:lnTo>
                  <a:pt x="112584" y="6743"/>
                </a:lnTo>
                <a:lnTo>
                  <a:pt x="112687" y="6539"/>
                </a:lnTo>
                <a:lnTo>
                  <a:pt x="112840" y="6386"/>
                </a:lnTo>
                <a:lnTo>
                  <a:pt x="112993" y="6233"/>
                </a:lnTo>
                <a:lnTo>
                  <a:pt x="113197" y="6181"/>
                </a:lnTo>
                <a:lnTo>
                  <a:pt x="113402" y="6079"/>
                </a:lnTo>
                <a:close/>
                <a:moveTo>
                  <a:pt x="135367" y="2861"/>
                </a:moveTo>
                <a:lnTo>
                  <a:pt x="134805" y="2963"/>
                </a:lnTo>
                <a:lnTo>
                  <a:pt x="134345" y="3065"/>
                </a:lnTo>
                <a:lnTo>
                  <a:pt x="133936" y="3219"/>
                </a:lnTo>
                <a:lnTo>
                  <a:pt x="133579" y="3423"/>
                </a:lnTo>
                <a:lnTo>
                  <a:pt x="133272" y="3678"/>
                </a:lnTo>
                <a:lnTo>
                  <a:pt x="133017" y="4036"/>
                </a:lnTo>
                <a:lnTo>
                  <a:pt x="132813" y="4394"/>
                </a:lnTo>
                <a:lnTo>
                  <a:pt x="132659" y="4802"/>
                </a:lnTo>
                <a:lnTo>
                  <a:pt x="132557" y="5262"/>
                </a:lnTo>
                <a:lnTo>
                  <a:pt x="132506" y="5824"/>
                </a:lnTo>
                <a:lnTo>
                  <a:pt x="132557" y="6386"/>
                </a:lnTo>
                <a:lnTo>
                  <a:pt x="132659" y="6999"/>
                </a:lnTo>
                <a:lnTo>
                  <a:pt x="132762" y="7663"/>
                </a:lnTo>
                <a:lnTo>
                  <a:pt x="133017" y="8378"/>
                </a:lnTo>
                <a:lnTo>
                  <a:pt x="133272" y="9144"/>
                </a:lnTo>
                <a:lnTo>
                  <a:pt x="133579" y="9961"/>
                </a:lnTo>
                <a:lnTo>
                  <a:pt x="133936" y="10728"/>
                </a:lnTo>
                <a:lnTo>
                  <a:pt x="134345" y="11443"/>
                </a:lnTo>
                <a:lnTo>
                  <a:pt x="134754" y="12158"/>
                </a:lnTo>
                <a:lnTo>
                  <a:pt x="135162" y="12771"/>
                </a:lnTo>
                <a:lnTo>
                  <a:pt x="135622" y="13384"/>
                </a:lnTo>
                <a:lnTo>
                  <a:pt x="136031" y="13946"/>
                </a:lnTo>
                <a:lnTo>
                  <a:pt x="136491" y="14406"/>
                </a:lnTo>
                <a:lnTo>
                  <a:pt x="137001" y="14865"/>
                </a:lnTo>
                <a:lnTo>
                  <a:pt x="137461" y="15274"/>
                </a:lnTo>
                <a:lnTo>
                  <a:pt x="137972" y="15631"/>
                </a:lnTo>
                <a:lnTo>
                  <a:pt x="138483" y="15887"/>
                </a:lnTo>
                <a:lnTo>
                  <a:pt x="138994" y="16142"/>
                </a:lnTo>
                <a:lnTo>
                  <a:pt x="139504" y="16347"/>
                </a:lnTo>
                <a:lnTo>
                  <a:pt x="140015" y="16449"/>
                </a:lnTo>
                <a:lnTo>
                  <a:pt x="140526" y="16551"/>
                </a:lnTo>
                <a:lnTo>
                  <a:pt x="141343" y="16551"/>
                </a:lnTo>
                <a:lnTo>
                  <a:pt x="141854" y="16500"/>
                </a:lnTo>
                <a:lnTo>
                  <a:pt x="142365" y="16398"/>
                </a:lnTo>
                <a:lnTo>
                  <a:pt x="142774" y="16244"/>
                </a:lnTo>
                <a:lnTo>
                  <a:pt x="143131" y="15989"/>
                </a:lnTo>
                <a:lnTo>
                  <a:pt x="143438" y="15734"/>
                </a:lnTo>
                <a:lnTo>
                  <a:pt x="143693" y="15376"/>
                </a:lnTo>
                <a:lnTo>
                  <a:pt x="143897" y="15019"/>
                </a:lnTo>
                <a:lnTo>
                  <a:pt x="144051" y="14610"/>
                </a:lnTo>
                <a:lnTo>
                  <a:pt x="144102" y="14099"/>
                </a:lnTo>
                <a:lnTo>
                  <a:pt x="144153" y="13588"/>
                </a:lnTo>
                <a:lnTo>
                  <a:pt x="144102" y="12975"/>
                </a:lnTo>
                <a:lnTo>
                  <a:pt x="144051" y="12362"/>
                </a:lnTo>
                <a:lnTo>
                  <a:pt x="143897" y="11698"/>
                </a:lnTo>
                <a:lnTo>
                  <a:pt x="143693" y="10983"/>
                </a:lnTo>
                <a:lnTo>
                  <a:pt x="143387" y="10217"/>
                </a:lnTo>
                <a:lnTo>
                  <a:pt x="143080" y="9400"/>
                </a:lnTo>
                <a:lnTo>
                  <a:pt x="142722" y="8582"/>
                </a:lnTo>
                <a:lnTo>
                  <a:pt x="142314" y="7867"/>
                </a:lnTo>
                <a:lnTo>
                  <a:pt x="141905" y="7203"/>
                </a:lnTo>
                <a:lnTo>
                  <a:pt x="141497" y="6539"/>
                </a:lnTo>
                <a:lnTo>
                  <a:pt x="141088" y="5977"/>
                </a:lnTo>
                <a:lnTo>
                  <a:pt x="140628" y="5466"/>
                </a:lnTo>
                <a:lnTo>
                  <a:pt x="140168" y="4955"/>
                </a:lnTo>
                <a:lnTo>
                  <a:pt x="139709" y="4547"/>
                </a:lnTo>
                <a:lnTo>
                  <a:pt x="139198" y="4138"/>
                </a:lnTo>
                <a:lnTo>
                  <a:pt x="138738" y="3781"/>
                </a:lnTo>
                <a:lnTo>
                  <a:pt x="138227" y="3525"/>
                </a:lnTo>
                <a:lnTo>
                  <a:pt x="137717" y="3270"/>
                </a:lnTo>
                <a:lnTo>
                  <a:pt x="137206" y="3117"/>
                </a:lnTo>
                <a:lnTo>
                  <a:pt x="136695" y="2963"/>
                </a:lnTo>
                <a:lnTo>
                  <a:pt x="136184" y="2912"/>
                </a:lnTo>
                <a:lnTo>
                  <a:pt x="135673" y="2861"/>
                </a:lnTo>
                <a:close/>
                <a:moveTo>
                  <a:pt x="102572" y="6743"/>
                </a:moveTo>
                <a:lnTo>
                  <a:pt x="103032" y="6794"/>
                </a:lnTo>
                <a:lnTo>
                  <a:pt x="103543" y="6948"/>
                </a:lnTo>
                <a:lnTo>
                  <a:pt x="104105" y="7305"/>
                </a:lnTo>
                <a:lnTo>
                  <a:pt x="104616" y="7765"/>
                </a:lnTo>
                <a:lnTo>
                  <a:pt x="105178" y="8429"/>
                </a:lnTo>
                <a:lnTo>
                  <a:pt x="105739" y="9246"/>
                </a:lnTo>
                <a:lnTo>
                  <a:pt x="106301" y="10268"/>
                </a:lnTo>
                <a:lnTo>
                  <a:pt x="106914" y="11494"/>
                </a:lnTo>
                <a:lnTo>
                  <a:pt x="107425" y="12771"/>
                </a:lnTo>
                <a:lnTo>
                  <a:pt x="107783" y="13895"/>
                </a:lnTo>
                <a:lnTo>
                  <a:pt x="107936" y="14763"/>
                </a:lnTo>
                <a:lnTo>
                  <a:pt x="107987" y="15121"/>
                </a:lnTo>
                <a:lnTo>
                  <a:pt x="107987" y="15478"/>
                </a:lnTo>
                <a:lnTo>
                  <a:pt x="107936" y="15734"/>
                </a:lnTo>
                <a:lnTo>
                  <a:pt x="107834" y="15989"/>
                </a:lnTo>
                <a:lnTo>
                  <a:pt x="107732" y="16193"/>
                </a:lnTo>
                <a:lnTo>
                  <a:pt x="107629" y="16347"/>
                </a:lnTo>
                <a:lnTo>
                  <a:pt x="107425" y="16500"/>
                </a:lnTo>
                <a:lnTo>
                  <a:pt x="107272" y="16602"/>
                </a:lnTo>
                <a:lnTo>
                  <a:pt x="107017" y="16653"/>
                </a:lnTo>
                <a:lnTo>
                  <a:pt x="106404" y="16653"/>
                </a:lnTo>
                <a:lnTo>
                  <a:pt x="106148" y="16602"/>
                </a:lnTo>
                <a:lnTo>
                  <a:pt x="105893" y="16551"/>
                </a:lnTo>
                <a:lnTo>
                  <a:pt x="105637" y="16398"/>
                </a:lnTo>
                <a:lnTo>
                  <a:pt x="105126" y="16091"/>
                </a:lnTo>
                <a:lnTo>
                  <a:pt x="104565" y="15580"/>
                </a:lnTo>
                <a:lnTo>
                  <a:pt x="104003" y="14916"/>
                </a:lnTo>
                <a:lnTo>
                  <a:pt x="103441" y="14048"/>
                </a:lnTo>
                <a:lnTo>
                  <a:pt x="102828" y="13026"/>
                </a:lnTo>
                <a:lnTo>
                  <a:pt x="102266" y="11800"/>
                </a:lnTo>
                <a:lnTo>
                  <a:pt x="101755" y="10472"/>
                </a:lnTo>
                <a:lnTo>
                  <a:pt x="101398" y="9451"/>
                </a:lnTo>
                <a:lnTo>
                  <a:pt x="101295" y="8991"/>
                </a:lnTo>
                <a:lnTo>
                  <a:pt x="101244" y="8582"/>
                </a:lnTo>
                <a:lnTo>
                  <a:pt x="101193" y="8225"/>
                </a:lnTo>
                <a:lnTo>
                  <a:pt x="101244" y="7867"/>
                </a:lnTo>
                <a:lnTo>
                  <a:pt x="101244" y="7612"/>
                </a:lnTo>
                <a:lnTo>
                  <a:pt x="101346" y="7407"/>
                </a:lnTo>
                <a:lnTo>
                  <a:pt x="101449" y="7203"/>
                </a:lnTo>
                <a:lnTo>
                  <a:pt x="101602" y="7050"/>
                </a:lnTo>
                <a:lnTo>
                  <a:pt x="101755" y="6897"/>
                </a:lnTo>
                <a:lnTo>
                  <a:pt x="101959" y="6846"/>
                </a:lnTo>
                <a:lnTo>
                  <a:pt x="102164" y="6743"/>
                </a:lnTo>
                <a:close/>
                <a:moveTo>
                  <a:pt x="124129" y="3525"/>
                </a:moveTo>
                <a:lnTo>
                  <a:pt x="123567" y="3576"/>
                </a:lnTo>
                <a:lnTo>
                  <a:pt x="123107" y="3730"/>
                </a:lnTo>
                <a:lnTo>
                  <a:pt x="122699" y="3883"/>
                </a:lnTo>
                <a:lnTo>
                  <a:pt x="122341" y="4087"/>
                </a:lnTo>
                <a:lnTo>
                  <a:pt x="122034" y="4343"/>
                </a:lnTo>
                <a:lnTo>
                  <a:pt x="121779" y="4700"/>
                </a:lnTo>
                <a:lnTo>
                  <a:pt x="121575" y="5058"/>
                </a:lnTo>
                <a:lnTo>
                  <a:pt x="121422" y="5466"/>
                </a:lnTo>
                <a:lnTo>
                  <a:pt x="121319" y="5926"/>
                </a:lnTo>
                <a:lnTo>
                  <a:pt x="121268" y="6437"/>
                </a:lnTo>
                <a:lnTo>
                  <a:pt x="121319" y="7050"/>
                </a:lnTo>
                <a:lnTo>
                  <a:pt x="121370" y="7663"/>
                </a:lnTo>
                <a:lnTo>
                  <a:pt x="121524" y="8327"/>
                </a:lnTo>
                <a:lnTo>
                  <a:pt x="121728" y="9042"/>
                </a:lnTo>
                <a:lnTo>
                  <a:pt x="121983" y="9808"/>
                </a:lnTo>
                <a:lnTo>
                  <a:pt x="122341" y="10574"/>
                </a:lnTo>
                <a:lnTo>
                  <a:pt x="122699" y="11392"/>
                </a:lnTo>
                <a:lnTo>
                  <a:pt x="123107" y="12107"/>
                </a:lnTo>
                <a:lnTo>
                  <a:pt x="123516" y="12822"/>
                </a:lnTo>
                <a:lnTo>
                  <a:pt x="123924" y="13435"/>
                </a:lnTo>
                <a:lnTo>
                  <a:pt x="124333" y="14048"/>
                </a:lnTo>
                <a:lnTo>
                  <a:pt x="124793" y="14610"/>
                </a:lnTo>
                <a:lnTo>
                  <a:pt x="125253" y="15070"/>
                </a:lnTo>
                <a:lnTo>
                  <a:pt x="125763" y="15529"/>
                </a:lnTo>
                <a:lnTo>
                  <a:pt x="126223" y="15938"/>
                </a:lnTo>
                <a:lnTo>
                  <a:pt x="126734" y="16296"/>
                </a:lnTo>
                <a:lnTo>
                  <a:pt x="127245" y="16551"/>
                </a:lnTo>
                <a:lnTo>
                  <a:pt x="127756" y="16806"/>
                </a:lnTo>
                <a:lnTo>
                  <a:pt x="128266" y="17011"/>
                </a:lnTo>
                <a:lnTo>
                  <a:pt x="128777" y="17113"/>
                </a:lnTo>
                <a:lnTo>
                  <a:pt x="129288" y="17215"/>
                </a:lnTo>
                <a:lnTo>
                  <a:pt x="130105" y="17215"/>
                </a:lnTo>
                <a:lnTo>
                  <a:pt x="130616" y="17164"/>
                </a:lnTo>
                <a:lnTo>
                  <a:pt x="131076" y="17062"/>
                </a:lnTo>
                <a:lnTo>
                  <a:pt x="131536" y="16857"/>
                </a:lnTo>
                <a:lnTo>
                  <a:pt x="131893" y="16653"/>
                </a:lnTo>
                <a:lnTo>
                  <a:pt x="132200" y="16398"/>
                </a:lnTo>
                <a:lnTo>
                  <a:pt x="132455" y="16040"/>
                </a:lnTo>
                <a:lnTo>
                  <a:pt x="132659" y="15683"/>
                </a:lnTo>
                <a:lnTo>
                  <a:pt x="132762" y="15223"/>
                </a:lnTo>
                <a:lnTo>
                  <a:pt x="132864" y="14763"/>
                </a:lnTo>
                <a:lnTo>
                  <a:pt x="132915" y="14252"/>
                </a:lnTo>
                <a:lnTo>
                  <a:pt x="132864" y="13639"/>
                </a:lnTo>
                <a:lnTo>
                  <a:pt x="132762" y="13026"/>
                </a:lnTo>
                <a:lnTo>
                  <a:pt x="132608" y="12362"/>
                </a:lnTo>
                <a:lnTo>
                  <a:pt x="132404" y="11647"/>
                </a:lnTo>
                <a:lnTo>
                  <a:pt x="132149" y="10881"/>
                </a:lnTo>
                <a:lnTo>
                  <a:pt x="131791" y="10064"/>
                </a:lnTo>
                <a:lnTo>
                  <a:pt x="131433" y="9246"/>
                </a:lnTo>
                <a:lnTo>
                  <a:pt x="131076" y="8531"/>
                </a:lnTo>
                <a:lnTo>
                  <a:pt x="130667" y="7867"/>
                </a:lnTo>
                <a:lnTo>
                  <a:pt x="130259" y="7203"/>
                </a:lnTo>
                <a:lnTo>
                  <a:pt x="129799" y="6641"/>
                </a:lnTo>
                <a:lnTo>
                  <a:pt x="129390" y="6079"/>
                </a:lnTo>
                <a:lnTo>
                  <a:pt x="128930" y="5620"/>
                </a:lnTo>
                <a:lnTo>
                  <a:pt x="128471" y="5160"/>
                </a:lnTo>
                <a:lnTo>
                  <a:pt x="127960" y="4802"/>
                </a:lnTo>
                <a:lnTo>
                  <a:pt x="127500" y="4445"/>
                </a:lnTo>
                <a:lnTo>
                  <a:pt x="126989" y="4189"/>
                </a:lnTo>
                <a:lnTo>
                  <a:pt x="126479" y="3934"/>
                </a:lnTo>
                <a:lnTo>
                  <a:pt x="125968" y="3781"/>
                </a:lnTo>
                <a:lnTo>
                  <a:pt x="125457" y="3627"/>
                </a:lnTo>
                <a:lnTo>
                  <a:pt x="124946" y="3576"/>
                </a:lnTo>
                <a:lnTo>
                  <a:pt x="124435" y="3525"/>
                </a:lnTo>
                <a:close/>
                <a:moveTo>
                  <a:pt x="86890" y="7663"/>
                </a:moveTo>
                <a:lnTo>
                  <a:pt x="87401" y="7714"/>
                </a:lnTo>
                <a:lnTo>
                  <a:pt x="87657" y="7765"/>
                </a:lnTo>
                <a:lnTo>
                  <a:pt x="87912" y="7867"/>
                </a:lnTo>
                <a:lnTo>
                  <a:pt x="88423" y="8225"/>
                </a:lnTo>
                <a:lnTo>
                  <a:pt x="88985" y="8684"/>
                </a:lnTo>
                <a:lnTo>
                  <a:pt x="89547" y="9348"/>
                </a:lnTo>
                <a:lnTo>
                  <a:pt x="90109" y="10166"/>
                </a:lnTo>
                <a:lnTo>
                  <a:pt x="90670" y="11187"/>
                </a:lnTo>
                <a:lnTo>
                  <a:pt x="91283" y="12413"/>
                </a:lnTo>
                <a:lnTo>
                  <a:pt x="91794" y="13690"/>
                </a:lnTo>
                <a:lnTo>
                  <a:pt x="92101" y="14814"/>
                </a:lnTo>
                <a:lnTo>
                  <a:pt x="92305" y="15683"/>
                </a:lnTo>
                <a:lnTo>
                  <a:pt x="92305" y="16040"/>
                </a:lnTo>
                <a:lnTo>
                  <a:pt x="92305" y="16398"/>
                </a:lnTo>
                <a:lnTo>
                  <a:pt x="92305" y="16653"/>
                </a:lnTo>
                <a:lnTo>
                  <a:pt x="92203" y="16909"/>
                </a:lnTo>
                <a:lnTo>
                  <a:pt x="92101" y="17113"/>
                </a:lnTo>
                <a:lnTo>
                  <a:pt x="91947" y="17266"/>
                </a:lnTo>
                <a:lnTo>
                  <a:pt x="91794" y="17419"/>
                </a:lnTo>
                <a:lnTo>
                  <a:pt x="91590" y="17470"/>
                </a:lnTo>
                <a:lnTo>
                  <a:pt x="91386" y="17573"/>
                </a:lnTo>
                <a:lnTo>
                  <a:pt x="90773" y="17573"/>
                </a:lnTo>
                <a:lnTo>
                  <a:pt x="90517" y="17522"/>
                </a:lnTo>
                <a:lnTo>
                  <a:pt x="90262" y="17470"/>
                </a:lnTo>
                <a:lnTo>
                  <a:pt x="90006" y="17317"/>
                </a:lnTo>
                <a:lnTo>
                  <a:pt x="89444" y="17011"/>
                </a:lnTo>
                <a:lnTo>
                  <a:pt x="88934" y="16500"/>
                </a:lnTo>
                <a:lnTo>
                  <a:pt x="88372" y="15836"/>
                </a:lnTo>
                <a:lnTo>
                  <a:pt x="87810" y="14967"/>
                </a:lnTo>
                <a:lnTo>
                  <a:pt x="87197" y="13946"/>
                </a:lnTo>
                <a:lnTo>
                  <a:pt x="86635" y="12669"/>
                </a:lnTo>
                <a:lnTo>
                  <a:pt x="86073" y="11392"/>
                </a:lnTo>
                <a:lnTo>
                  <a:pt x="85767" y="10370"/>
                </a:lnTo>
                <a:lnTo>
                  <a:pt x="85613" y="9502"/>
                </a:lnTo>
                <a:lnTo>
                  <a:pt x="85562" y="9144"/>
                </a:lnTo>
                <a:lnTo>
                  <a:pt x="85562" y="8787"/>
                </a:lnTo>
                <a:lnTo>
                  <a:pt x="85613" y="8531"/>
                </a:lnTo>
                <a:lnTo>
                  <a:pt x="85716" y="8327"/>
                </a:lnTo>
                <a:lnTo>
                  <a:pt x="85818" y="8123"/>
                </a:lnTo>
                <a:lnTo>
                  <a:pt x="85971" y="7969"/>
                </a:lnTo>
                <a:lnTo>
                  <a:pt x="86124" y="7816"/>
                </a:lnTo>
                <a:lnTo>
                  <a:pt x="86329" y="7714"/>
                </a:lnTo>
                <a:lnTo>
                  <a:pt x="86533" y="7663"/>
                </a:lnTo>
                <a:close/>
                <a:moveTo>
                  <a:pt x="112840" y="4189"/>
                </a:moveTo>
                <a:lnTo>
                  <a:pt x="112329" y="4240"/>
                </a:lnTo>
                <a:lnTo>
                  <a:pt x="111869" y="4394"/>
                </a:lnTo>
                <a:lnTo>
                  <a:pt x="111461" y="4547"/>
                </a:lnTo>
                <a:lnTo>
                  <a:pt x="111103" y="4751"/>
                </a:lnTo>
                <a:lnTo>
                  <a:pt x="110745" y="5007"/>
                </a:lnTo>
                <a:lnTo>
                  <a:pt x="110490" y="5313"/>
                </a:lnTo>
                <a:lnTo>
                  <a:pt x="110286" y="5722"/>
                </a:lnTo>
                <a:lnTo>
                  <a:pt x="110132" y="6130"/>
                </a:lnTo>
                <a:lnTo>
                  <a:pt x="110081" y="6590"/>
                </a:lnTo>
                <a:lnTo>
                  <a:pt x="110030" y="7101"/>
                </a:lnTo>
                <a:lnTo>
                  <a:pt x="110081" y="7714"/>
                </a:lnTo>
                <a:lnTo>
                  <a:pt x="110132" y="8327"/>
                </a:lnTo>
                <a:lnTo>
                  <a:pt x="110286" y="8991"/>
                </a:lnTo>
                <a:lnTo>
                  <a:pt x="110490" y="9706"/>
                </a:lnTo>
                <a:lnTo>
                  <a:pt x="110745" y="10472"/>
                </a:lnTo>
                <a:lnTo>
                  <a:pt x="111103" y="11239"/>
                </a:lnTo>
                <a:lnTo>
                  <a:pt x="111461" y="12056"/>
                </a:lnTo>
                <a:lnTo>
                  <a:pt x="111869" y="12771"/>
                </a:lnTo>
                <a:lnTo>
                  <a:pt x="112227" y="13486"/>
                </a:lnTo>
                <a:lnTo>
                  <a:pt x="112687" y="14099"/>
                </a:lnTo>
                <a:lnTo>
                  <a:pt x="113095" y="14712"/>
                </a:lnTo>
                <a:lnTo>
                  <a:pt x="113555" y="15274"/>
                </a:lnTo>
                <a:lnTo>
                  <a:pt x="114015" y="15734"/>
                </a:lnTo>
                <a:lnTo>
                  <a:pt x="114474" y="16193"/>
                </a:lnTo>
                <a:lnTo>
                  <a:pt x="114985" y="16602"/>
                </a:lnTo>
                <a:lnTo>
                  <a:pt x="115496" y="16909"/>
                </a:lnTo>
                <a:lnTo>
                  <a:pt x="115956" y="17215"/>
                </a:lnTo>
                <a:lnTo>
                  <a:pt x="116467" y="17470"/>
                </a:lnTo>
                <a:lnTo>
                  <a:pt x="116977" y="17675"/>
                </a:lnTo>
                <a:lnTo>
                  <a:pt x="117539" y="17777"/>
                </a:lnTo>
                <a:lnTo>
                  <a:pt x="118050" y="17879"/>
                </a:lnTo>
                <a:lnTo>
                  <a:pt x="118867" y="17879"/>
                </a:lnTo>
                <a:lnTo>
                  <a:pt x="119378" y="17828"/>
                </a:lnTo>
                <a:lnTo>
                  <a:pt x="119838" y="17726"/>
                </a:lnTo>
                <a:lnTo>
                  <a:pt x="120247" y="17522"/>
                </a:lnTo>
                <a:lnTo>
                  <a:pt x="120604" y="17317"/>
                </a:lnTo>
                <a:lnTo>
                  <a:pt x="120911" y="17062"/>
                </a:lnTo>
                <a:lnTo>
                  <a:pt x="121166" y="16704"/>
                </a:lnTo>
                <a:lnTo>
                  <a:pt x="121370" y="16347"/>
                </a:lnTo>
                <a:lnTo>
                  <a:pt x="121524" y="15887"/>
                </a:lnTo>
                <a:lnTo>
                  <a:pt x="121626" y="15427"/>
                </a:lnTo>
                <a:lnTo>
                  <a:pt x="121677" y="14916"/>
                </a:lnTo>
                <a:lnTo>
                  <a:pt x="121626" y="14303"/>
                </a:lnTo>
                <a:lnTo>
                  <a:pt x="121524" y="13690"/>
                </a:lnTo>
                <a:lnTo>
                  <a:pt x="121370" y="13026"/>
                </a:lnTo>
                <a:lnTo>
                  <a:pt x="121166" y="12311"/>
                </a:lnTo>
                <a:lnTo>
                  <a:pt x="120911" y="11494"/>
                </a:lnTo>
                <a:lnTo>
                  <a:pt x="120553" y="10728"/>
                </a:lnTo>
                <a:lnTo>
                  <a:pt x="120196" y="9910"/>
                </a:lnTo>
                <a:lnTo>
                  <a:pt x="119838" y="9195"/>
                </a:lnTo>
                <a:lnTo>
                  <a:pt x="119429" y="8531"/>
                </a:lnTo>
                <a:lnTo>
                  <a:pt x="119021" y="7867"/>
                </a:lnTo>
                <a:lnTo>
                  <a:pt x="118561" y="7305"/>
                </a:lnTo>
                <a:lnTo>
                  <a:pt x="118152" y="6743"/>
                </a:lnTo>
                <a:lnTo>
                  <a:pt x="117693" y="6284"/>
                </a:lnTo>
                <a:lnTo>
                  <a:pt x="117182" y="5824"/>
                </a:lnTo>
                <a:lnTo>
                  <a:pt x="116722" y="5466"/>
                </a:lnTo>
                <a:lnTo>
                  <a:pt x="116211" y="5109"/>
                </a:lnTo>
                <a:lnTo>
                  <a:pt x="115751" y="4853"/>
                </a:lnTo>
                <a:lnTo>
                  <a:pt x="115241" y="4598"/>
                </a:lnTo>
                <a:lnTo>
                  <a:pt x="114730" y="4445"/>
                </a:lnTo>
                <a:lnTo>
                  <a:pt x="114219" y="4291"/>
                </a:lnTo>
                <a:lnTo>
                  <a:pt x="113657" y="4240"/>
                </a:lnTo>
                <a:lnTo>
                  <a:pt x="113146" y="4189"/>
                </a:lnTo>
                <a:close/>
                <a:moveTo>
                  <a:pt x="75652" y="8327"/>
                </a:moveTo>
                <a:lnTo>
                  <a:pt x="76163" y="8378"/>
                </a:lnTo>
                <a:lnTo>
                  <a:pt x="76674" y="8531"/>
                </a:lnTo>
                <a:lnTo>
                  <a:pt x="77185" y="8889"/>
                </a:lnTo>
                <a:lnTo>
                  <a:pt x="77747" y="9348"/>
                </a:lnTo>
                <a:lnTo>
                  <a:pt x="78258" y="10013"/>
                </a:lnTo>
                <a:lnTo>
                  <a:pt x="78820" y="10830"/>
                </a:lnTo>
                <a:lnTo>
                  <a:pt x="79432" y="11851"/>
                </a:lnTo>
                <a:lnTo>
                  <a:pt x="79994" y="13077"/>
                </a:lnTo>
                <a:lnTo>
                  <a:pt x="80505" y="14354"/>
                </a:lnTo>
                <a:lnTo>
                  <a:pt x="80863" y="15427"/>
                </a:lnTo>
                <a:lnTo>
                  <a:pt x="81067" y="16347"/>
                </a:lnTo>
                <a:lnTo>
                  <a:pt x="81067" y="16704"/>
                </a:lnTo>
                <a:lnTo>
                  <a:pt x="81067" y="17011"/>
                </a:lnTo>
                <a:lnTo>
                  <a:pt x="81016" y="17317"/>
                </a:lnTo>
                <a:lnTo>
                  <a:pt x="80965" y="17573"/>
                </a:lnTo>
                <a:lnTo>
                  <a:pt x="80863" y="17777"/>
                </a:lnTo>
                <a:lnTo>
                  <a:pt x="80710" y="17930"/>
                </a:lnTo>
                <a:lnTo>
                  <a:pt x="80556" y="18083"/>
                </a:lnTo>
                <a:lnTo>
                  <a:pt x="80352" y="18134"/>
                </a:lnTo>
                <a:lnTo>
                  <a:pt x="80148" y="18237"/>
                </a:lnTo>
                <a:lnTo>
                  <a:pt x="79535" y="18237"/>
                </a:lnTo>
                <a:lnTo>
                  <a:pt x="79279" y="18186"/>
                </a:lnTo>
                <a:lnTo>
                  <a:pt x="79024" y="18083"/>
                </a:lnTo>
                <a:lnTo>
                  <a:pt x="78768" y="17981"/>
                </a:lnTo>
                <a:lnTo>
                  <a:pt x="78207" y="17675"/>
                </a:lnTo>
                <a:lnTo>
                  <a:pt x="77645" y="17164"/>
                </a:lnTo>
                <a:lnTo>
                  <a:pt x="77083" y="16500"/>
                </a:lnTo>
                <a:lnTo>
                  <a:pt x="76521" y="15631"/>
                </a:lnTo>
                <a:lnTo>
                  <a:pt x="75959" y="14610"/>
                </a:lnTo>
                <a:lnTo>
                  <a:pt x="75346" y="13333"/>
                </a:lnTo>
                <a:lnTo>
                  <a:pt x="74835" y="12056"/>
                </a:lnTo>
                <a:lnTo>
                  <a:pt x="74529" y="10983"/>
                </a:lnTo>
                <a:lnTo>
                  <a:pt x="74375" y="10574"/>
                </a:lnTo>
                <a:lnTo>
                  <a:pt x="74324" y="10166"/>
                </a:lnTo>
                <a:lnTo>
                  <a:pt x="74324" y="9808"/>
                </a:lnTo>
                <a:lnTo>
                  <a:pt x="74324" y="9451"/>
                </a:lnTo>
                <a:lnTo>
                  <a:pt x="74375" y="9195"/>
                </a:lnTo>
                <a:lnTo>
                  <a:pt x="74427" y="8940"/>
                </a:lnTo>
                <a:lnTo>
                  <a:pt x="74580" y="8787"/>
                </a:lnTo>
                <a:lnTo>
                  <a:pt x="74682" y="8633"/>
                </a:lnTo>
                <a:lnTo>
                  <a:pt x="74886" y="8480"/>
                </a:lnTo>
                <a:lnTo>
                  <a:pt x="75091" y="8378"/>
                </a:lnTo>
                <a:lnTo>
                  <a:pt x="75295" y="8327"/>
                </a:lnTo>
                <a:close/>
                <a:moveTo>
                  <a:pt x="101602" y="4853"/>
                </a:moveTo>
                <a:lnTo>
                  <a:pt x="101091" y="4904"/>
                </a:lnTo>
                <a:lnTo>
                  <a:pt x="100631" y="5007"/>
                </a:lnTo>
                <a:lnTo>
                  <a:pt x="100172" y="5211"/>
                </a:lnTo>
                <a:lnTo>
                  <a:pt x="99814" y="5415"/>
                </a:lnTo>
                <a:lnTo>
                  <a:pt x="99508" y="5671"/>
                </a:lnTo>
                <a:lnTo>
                  <a:pt x="99252" y="5977"/>
                </a:lnTo>
                <a:lnTo>
                  <a:pt x="99048" y="6386"/>
                </a:lnTo>
                <a:lnTo>
                  <a:pt x="98895" y="6794"/>
                </a:lnTo>
                <a:lnTo>
                  <a:pt x="98792" y="7254"/>
                </a:lnTo>
                <a:lnTo>
                  <a:pt x="98792" y="7765"/>
                </a:lnTo>
                <a:lnTo>
                  <a:pt x="98792" y="8327"/>
                </a:lnTo>
                <a:lnTo>
                  <a:pt x="98895" y="8991"/>
                </a:lnTo>
                <a:lnTo>
                  <a:pt x="99048" y="9655"/>
                </a:lnTo>
                <a:lnTo>
                  <a:pt x="99252" y="10370"/>
                </a:lnTo>
                <a:lnTo>
                  <a:pt x="99508" y="11085"/>
                </a:lnTo>
                <a:lnTo>
                  <a:pt x="99814" y="11903"/>
                </a:lnTo>
                <a:lnTo>
                  <a:pt x="100223" y="12720"/>
                </a:lnTo>
                <a:lnTo>
                  <a:pt x="100580" y="13435"/>
                </a:lnTo>
                <a:lnTo>
                  <a:pt x="100989" y="14150"/>
                </a:lnTo>
                <a:lnTo>
                  <a:pt x="101398" y="14763"/>
                </a:lnTo>
                <a:lnTo>
                  <a:pt x="101857" y="15376"/>
                </a:lnTo>
                <a:lnTo>
                  <a:pt x="102317" y="15938"/>
                </a:lnTo>
                <a:lnTo>
                  <a:pt x="102777" y="16398"/>
                </a:lnTo>
                <a:lnTo>
                  <a:pt x="103236" y="16857"/>
                </a:lnTo>
                <a:lnTo>
                  <a:pt x="103696" y="17266"/>
                </a:lnTo>
                <a:lnTo>
                  <a:pt x="104207" y="17573"/>
                </a:lnTo>
                <a:lnTo>
                  <a:pt x="104718" y="17879"/>
                </a:lnTo>
                <a:lnTo>
                  <a:pt x="105229" y="18134"/>
                </a:lnTo>
                <a:lnTo>
                  <a:pt x="105739" y="18288"/>
                </a:lnTo>
                <a:lnTo>
                  <a:pt x="106250" y="18441"/>
                </a:lnTo>
                <a:lnTo>
                  <a:pt x="106812" y="18543"/>
                </a:lnTo>
                <a:lnTo>
                  <a:pt x="107629" y="18543"/>
                </a:lnTo>
                <a:lnTo>
                  <a:pt x="108140" y="18492"/>
                </a:lnTo>
                <a:lnTo>
                  <a:pt x="108600" y="18390"/>
                </a:lnTo>
                <a:lnTo>
                  <a:pt x="109009" y="18186"/>
                </a:lnTo>
                <a:lnTo>
                  <a:pt x="109366" y="17981"/>
                </a:lnTo>
                <a:lnTo>
                  <a:pt x="109673" y="17726"/>
                </a:lnTo>
                <a:lnTo>
                  <a:pt x="109928" y="17368"/>
                </a:lnTo>
                <a:lnTo>
                  <a:pt x="110132" y="17011"/>
                </a:lnTo>
                <a:lnTo>
                  <a:pt x="110286" y="16551"/>
                </a:lnTo>
                <a:lnTo>
                  <a:pt x="110388" y="16091"/>
                </a:lnTo>
                <a:lnTo>
                  <a:pt x="110388" y="15529"/>
                </a:lnTo>
                <a:lnTo>
                  <a:pt x="110388" y="14967"/>
                </a:lnTo>
                <a:lnTo>
                  <a:pt x="110286" y="14354"/>
                </a:lnTo>
                <a:lnTo>
                  <a:pt x="110132" y="13690"/>
                </a:lnTo>
                <a:lnTo>
                  <a:pt x="109928" y="12924"/>
                </a:lnTo>
                <a:lnTo>
                  <a:pt x="109673" y="12158"/>
                </a:lnTo>
                <a:lnTo>
                  <a:pt x="109315" y="11341"/>
                </a:lnTo>
                <a:lnTo>
                  <a:pt x="108958" y="10574"/>
                </a:lnTo>
                <a:lnTo>
                  <a:pt x="108549" y="9859"/>
                </a:lnTo>
                <a:lnTo>
                  <a:pt x="108191" y="9195"/>
                </a:lnTo>
                <a:lnTo>
                  <a:pt x="107732" y="8531"/>
                </a:lnTo>
                <a:lnTo>
                  <a:pt x="107323" y="7969"/>
                </a:lnTo>
                <a:lnTo>
                  <a:pt x="106863" y="7407"/>
                </a:lnTo>
                <a:lnTo>
                  <a:pt x="106404" y="6948"/>
                </a:lnTo>
                <a:lnTo>
                  <a:pt x="105944" y="6488"/>
                </a:lnTo>
                <a:lnTo>
                  <a:pt x="105484" y="6130"/>
                </a:lnTo>
                <a:lnTo>
                  <a:pt x="104973" y="5773"/>
                </a:lnTo>
                <a:lnTo>
                  <a:pt x="104462" y="5517"/>
                </a:lnTo>
                <a:lnTo>
                  <a:pt x="104003" y="5262"/>
                </a:lnTo>
                <a:lnTo>
                  <a:pt x="103492" y="5109"/>
                </a:lnTo>
                <a:lnTo>
                  <a:pt x="102930" y="4955"/>
                </a:lnTo>
                <a:lnTo>
                  <a:pt x="102419" y="4853"/>
                </a:lnTo>
                <a:close/>
                <a:moveTo>
                  <a:pt x="64415" y="8991"/>
                </a:moveTo>
                <a:lnTo>
                  <a:pt x="64925" y="9042"/>
                </a:lnTo>
                <a:lnTo>
                  <a:pt x="65181" y="9093"/>
                </a:lnTo>
                <a:lnTo>
                  <a:pt x="65436" y="9195"/>
                </a:lnTo>
                <a:lnTo>
                  <a:pt x="65947" y="9553"/>
                </a:lnTo>
                <a:lnTo>
                  <a:pt x="66509" y="10013"/>
                </a:lnTo>
                <a:lnTo>
                  <a:pt x="67020" y="10626"/>
                </a:lnTo>
                <a:lnTo>
                  <a:pt x="67582" y="11494"/>
                </a:lnTo>
                <a:lnTo>
                  <a:pt x="68195" y="12516"/>
                </a:lnTo>
                <a:lnTo>
                  <a:pt x="68756" y="13741"/>
                </a:lnTo>
                <a:lnTo>
                  <a:pt x="69267" y="15019"/>
                </a:lnTo>
                <a:lnTo>
                  <a:pt x="69625" y="16091"/>
                </a:lnTo>
                <a:lnTo>
                  <a:pt x="69778" y="17011"/>
                </a:lnTo>
                <a:lnTo>
                  <a:pt x="69829" y="17368"/>
                </a:lnTo>
                <a:lnTo>
                  <a:pt x="69829" y="17675"/>
                </a:lnTo>
                <a:lnTo>
                  <a:pt x="69778" y="17981"/>
                </a:lnTo>
                <a:lnTo>
                  <a:pt x="69727" y="18237"/>
                </a:lnTo>
                <a:lnTo>
                  <a:pt x="69574" y="18441"/>
                </a:lnTo>
                <a:lnTo>
                  <a:pt x="69472" y="18594"/>
                </a:lnTo>
                <a:lnTo>
                  <a:pt x="69318" y="18696"/>
                </a:lnTo>
                <a:lnTo>
                  <a:pt x="69114" y="18799"/>
                </a:lnTo>
                <a:lnTo>
                  <a:pt x="68859" y="18901"/>
                </a:lnTo>
                <a:lnTo>
                  <a:pt x="68297" y="18901"/>
                </a:lnTo>
                <a:lnTo>
                  <a:pt x="68041" y="18850"/>
                </a:lnTo>
                <a:lnTo>
                  <a:pt x="67786" y="18747"/>
                </a:lnTo>
                <a:lnTo>
                  <a:pt x="67479" y="18645"/>
                </a:lnTo>
                <a:lnTo>
                  <a:pt x="66969" y="18339"/>
                </a:lnTo>
                <a:lnTo>
                  <a:pt x="66407" y="17828"/>
                </a:lnTo>
                <a:lnTo>
                  <a:pt x="65845" y="17164"/>
                </a:lnTo>
                <a:lnTo>
                  <a:pt x="65283" y="16296"/>
                </a:lnTo>
                <a:lnTo>
                  <a:pt x="64721" y="15274"/>
                </a:lnTo>
                <a:lnTo>
                  <a:pt x="64108" y="13997"/>
                </a:lnTo>
                <a:lnTo>
                  <a:pt x="63597" y="12720"/>
                </a:lnTo>
                <a:lnTo>
                  <a:pt x="63240" y="11647"/>
                </a:lnTo>
                <a:lnTo>
                  <a:pt x="63086" y="10779"/>
                </a:lnTo>
                <a:lnTo>
                  <a:pt x="63086" y="10421"/>
                </a:lnTo>
                <a:lnTo>
                  <a:pt x="63086" y="10115"/>
                </a:lnTo>
                <a:lnTo>
                  <a:pt x="63137" y="9859"/>
                </a:lnTo>
                <a:lnTo>
                  <a:pt x="63189" y="9604"/>
                </a:lnTo>
                <a:lnTo>
                  <a:pt x="63291" y="9451"/>
                </a:lnTo>
                <a:lnTo>
                  <a:pt x="63444" y="9246"/>
                </a:lnTo>
                <a:lnTo>
                  <a:pt x="63648" y="9144"/>
                </a:lnTo>
                <a:lnTo>
                  <a:pt x="63802" y="9042"/>
                </a:lnTo>
                <a:lnTo>
                  <a:pt x="64057" y="8991"/>
                </a:lnTo>
                <a:close/>
                <a:moveTo>
                  <a:pt x="85971" y="5773"/>
                </a:moveTo>
                <a:lnTo>
                  <a:pt x="85409" y="5824"/>
                </a:lnTo>
                <a:lnTo>
                  <a:pt x="84949" y="5926"/>
                </a:lnTo>
                <a:lnTo>
                  <a:pt x="84541" y="6130"/>
                </a:lnTo>
                <a:lnTo>
                  <a:pt x="84183" y="6335"/>
                </a:lnTo>
                <a:lnTo>
                  <a:pt x="83877" y="6590"/>
                </a:lnTo>
                <a:lnTo>
                  <a:pt x="83621" y="6897"/>
                </a:lnTo>
                <a:lnTo>
                  <a:pt x="83417" y="7305"/>
                </a:lnTo>
                <a:lnTo>
                  <a:pt x="83264" y="7714"/>
                </a:lnTo>
                <a:lnTo>
                  <a:pt x="83161" y="8174"/>
                </a:lnTo>
                <a:lnTo>
                  <a:pt x="83110" y="8684"/>
                </a:lnTo>
                <a:lnTo>
                  <a:pt x="83161" y="9246"/>
                </a:lnTo>
                <a:lnTo>
                  <a:pt x="83264" y="9859"/>
                </a:lnTo>
                <a:lnTo>
                  <a:pt x="83366" y="10574"/>
                </a:lnTo>
                <a:lnTo>
                  <a:pt x="83621" y="11290"/>
                </a:lnTo>
                <a:lnTo>
                  <a:pt x="83877" y="12005"/>
                </a:lnTo>
                <a:lnTo>
                  <a:pt x="84183" y="12822"/>
                </a:lnTo>
                <a:lnTo>
                  <a:pt x="84541" y="13639"/>
                </a:lnTo>
                <a:lnTo>
                  <a:pt x="84949" y="14354"/>
                </a:lnTo>
                <a:lnTo>
                  <a:pt x="85358" y="15070"/>
                </a:lnTo>
                <a:lnTo>
                  <a:pt x="85767" y="15683"/>
                </a:lnTo>
                <a:lnTo>
                  <a:pt x="86226" y="16296"/>
                </a:lnTo>
                <a:lnTo>
                  <a:pt x="86635" y="16806"/>
                </a:lnTo>
                <a:lnTo>
                  <a:pt x="87146" y="17317"/>
                </a:lnTo>
                <a:lnTo>
                  <a:pt x="87606" y="17777"/>
                </a:lnTo>
                <a:lnTo>
                  <a:pt x="88065" y="18186"/>
                </a:lnTo>
                <a:lnTo>
                  <a:pt x="88576" y="18492"/>
                </a:lnTo>
                <a:lnTo>
                  <a:pt x="89087" y="18799"/>
                </a:lnTo>
                <a:lnTo>
                  <a:pt x="89598" y="19054"/>
                </a:lnTo>
                <a:lnTo>
                  <a:pt x="90109" y="19207"/>
                </a:lnTo>
                <a:lnTo>
                  <a:pt x="90619" y="19360"/>
                </a:lnTo>
                <a:lnTo>
                  <a:pt x="91130" y="19463"/>
                </a:lnTo>
                <a:lnTo>
                  <a:pt x="91947" y="19463"/>
                </a:lnTo>
                <a:lnTo>
                  <a:pt x="92458" y="19412"/>
                </a:lnTo>
                <a:lnTo>
                  <a:pt x="92969" y="19309"/>
                </a:lnTo>
                <a:lnTo>
                  <a:pt x="93378" y="19105"/>
                </a:lnTo>
                <a:lnTo>
                  <a:pt x="93735" y="18901"/>
                </a:lnTo>
                <a:lnTo>
                  <a:pt x="94042" y="18594"/>
                </a:lnTo>
                <a:lnTo>
                  <a:pt x="94297" y="18288"/>
                </a:lnTo>
                <a:lnTo>
                  <a:pt x="94502" y="17930"/>
                </a:lnTo>
                <a:lnTo>
                  <a:pt x="94655" y="17470"/>
                </a:lnTo>
                <a:lnTo>
                  <a:pt x="94706" y="17011"/>
                </a:lnTo>
                <a:lnTo>
                  <a:pt x="94757" y="16449"/>
                </a:lnTo>
                <a:lnTo>
                  <a:pt x="94757" y="15887"/>
                </a:lnTo>
                <a:lnTo>
                  <a:pt x="94655" y="15274"/>
                </a:lnTo>
                <a:lnTo>
                  <a:pt x="94502" y="14610"/>
                </a:lnTo>
                <a:lnTo>
                  <a:pt x="94297" y="13844"/>
                </a:lnTo>
                <a:lnTo>
                  <a:pt x="93991" y="13077"/>
                </a:lnTo>
                <a:lnTo>
                  <a:pt x="93684" y="12260"/>
                </a:lnTo>
                <a:lnTo>
                  <a:pt x="93327" y="11494"/>
                </a:lnTo>
                <a:lnTo>
                  <a:pt x="92918" y="10779"/>
                </a:lnTo>
                <a:lnTo>
                  <a:pt x="92509" y="10115"/>
                </a:lnTo>
                <a:lnTo>
                  <a:pt x="92101" y="9451"/>
                </a:lnTo>
                <a:lnTo>
                  <a:pt x="91692" y="8889"/>
                </a:lnTo>
                <a:lnTo>
                  <a:pt x="91232" y="8327"/>
                </a:lnTo>
                <a:lnTo>
                  <a:pt x="90773" y="7867"/>
                </a:lnTo>
                <a:lnTo>
                  <a:pt x="90313" y="7407"/>
                </a:lnTo>
                <a:lnTo>
                  <a:pt x="89853" y="7050"/>
                </a:lnTo>
                <a:lnTo>
                  <a:pt x="89342" y="6692"/>
                </a:lnTo>
                <a:lnTo>
                  <a:pt x="88831" y="6437"/>
                </a:lnTo>
                <a:lnTo>
                  <a:pt x="88321" y="6181"/>
                </a:lnTo>
                <a:lnTo>
                  <a:pt x="87810" y="6028"/>
                </a:lnTo>
                <a:lnTo>
                  <a:pt x="87299" y="5875"/>
                </a:lnTo>
                <a:lnTo>
                  <a:pt x="86788" y="5773"/>
                </a:lnTo>
                <a:close/>
                <a:moveTo>
                  <a:pt x="53177" y="9604"/>
                </a:moveTo>
                <a:lnTo>
                  <a:pt x="53636" y="9706"/>
                </a:lnTo>
                <a:lnTo>
                  <a:pt x="54147" y="9859"/>
                </a:lnTo>
                <a:lnTo>
                  <a:pt x="54709" y="10166"/>
                </a:lnTo>
                <a:lnTo>
                  <a:pt x="55220" y="10677"/>
                </a:lnTo>
                <a:lnTo>
                  <a:pt x="55782" y="11290"/>
                </a:lnTo>
                <a:lnTo>
                  <a:pt x="56344" y="12158"/>
                </a:lnTo>
                <a:lnTo>
                  <a:pt x="56906" y="13180"/>
                </a:lnTo>
                <a:lnTo>
                  <a:pt x="57519" y="14406"/>
                </a:lnTo>
                <a:lnTo>
                  <a:pt x="58029" y="15683"/>
                </a:lnTo>
                <a:lnTo>
                  <a:pt x="58387" y="16755"/>
                </a:lnTo>
                <a:lnTo>
                  <a:pt x="58540" y="17675"/>
                </a:lnTo>
                <a:lnTo>
                  <a:pt x="58591" y="18032"/>
                </a:lnTo>
                <a:lnTo>
                  <a:pt x="58591" y="18339"/>
                </a:lnTo>
                <a:lnTo>
                  <a:pt x="58540" y="18645"/>
                </a:lnTo>
                <a:lnTo>
                  <a:pt x="58438" y="18901"/>
                </a:lnTo>
                <a:lnTo>
                  <a:pt x="58336" y="19105"/>
                </a:lnTo>
                <a:lnTo>
                  <a:pt x="58234" y="19258"/>
                </a:lnTo>
                <a:lnTo>
                  <a:pt x="58029" y="19360"/>
                </a:lnTo>
                <a:lnTo>
                  <a:pt x="57876" y="19463"/>
                </a:lnTo>
                <a:lnTo>
                  <a:pt x="57621" y="19514"/>
                </a:lnTo>
                <a:lnTo>
                  <a:pt x="57416" y="19565"/>
                </a:lnTo>
                <a:lnTo>
                  <a:pt x="57008" y="19565"/>
                </a:lnTo>
                <a:lnTo>
                  <a:pt x="56752" y="19514"/>
                </a:lnTo>
                <a:lnTo>
                  <a:pt x="56497" y="19412"/>
                </a:lnTo>
                <a:lnTo>
                  <a:pt x="56241" y="19309"/>
                </a:lnTo>
                <a:lnTo>
                  <a:pt x="55731" y="18952"/>
                </a:lnTo>
                <a:lnTo>
                  <a:pt x="55169" y="18492"/>
                </a:lnTo>
                <a:lnTo>
                  <a:pt x="54607" y="17828"/>
                </a:lnTo>
                <a:lnTo>
                  <a:pt x="54045" y="16960"/>
                </a:lnTo>
                <a:lnTo>
                  <a:pt x="53432" y="15938"/>
                </a:lnTo>
                <a:lnTo>
                  <a:pt x="52870" y="14661"/>
                </a:lnTo>
                <a:lnTo>
                  <a:pt x="52359" y="13384"/>
                </a:lnTo>
                <a:lnTo>
                  <a:pt x="52002" y="12311"/>
                </a:lnTo>
                <a:lnTo>
                  <a:pt x="51900" y="11851"/>
                </a:lnTo>
                <a:lnTo>
                  <a:pt x="51848" y="11443"/>
                </a:lnTo>
                <a:lnTo>
                  <a:pt x="51797" y="11085"/>
                </a:lnTo>
                <a:lnTo>
                  <a:pt x="51848" y="10779"/>
                </a:lnTo>
                <a:lnTo>
                  <a:pt x="51848" y="10523"/>
                </a:lnTo>
                <a:lnTo>
                  <a:pt x="51951" y="10268"/>
                </a:lnTo>
                <a:lnTo>
                  <a:pt x="52053" y="10064"/>
                </a:lnTo>
                <a:lnTo>
                  <a:pt x="52206" y="9910"/>
                </a:lnTo>
                <a:lnTo>
                  <a:pt x="52359" y="9808"/>
                </a:lnTo>
                <a:lnTo>
                  <a:pt x="52564" y="9706"/>
                </a:lnTo>
                <a:lnTo>
                  <a:pt x="52768" y="9655"/>
                </a:lnTo>
                <a:lnTo>
                  <a:pt x="53023" y="9655"/>
                </a:lnTo>
                <a:lnTo>
                  <a:pt x="53177" y="9604"/>
                </a:lnTo>
                <a:close/>
                <a:moveTo>
                  <a:pt x="74733" y="6437"/>
                </a:moveTo>
                <a:lnTo>
                  <a:pt x="74171" y="6488"/>
                </a:lnTo>
                <a:lnTo>
                  <a:pt x="73711" y="6590"/>
                </a:lnTo>
                <a:lnTo>
                  <a:pt x="73303" y="6794"/>
                </a:lnTo>
                <a:lnTo>
                  <a:pt x="72945" y="6999"/>
                </a:lnTo>
                <a:lnTo>
                  <a:pt x="72639" y="7254"/>
                </a:lnTo>
                <a:lnTo>
                  <a:pt x="72383" y="7561"/>
                </a:lnTo>
                <a:lnTo>
                  <a:pt x="72179" y="7969"/>
                </a:lnTo>
                <a:lnTo>
                  <a:pt x="72026" y="8378"/>
                </a:lnTo>
                <a:lnTo>
                  <a:pt x="71924" y="8838"/>
                </a:lnTo>
                <a:lnTo>
                  <a:pt x="71872" y="9348"/>
                </a:lnTo>
                <a:lnTo>
                  <a:pt x="71924" y="9910"/>
                </a:lnTo>
                <a:lnTo>
                  <a:pt x="71975" y="10523"/>
                </a:lnTo>
                <a:lnTo>
                  <a:pt x="72128" y="11187"/>
                </a:lnTo>
                <a:lnTo>
                  <a:pt x="72332" y="11903"/>
                </a:lnTo>
                <a:lnTo>
                  <a:pt x="72588" y="12669"/>
                </a:lnTo>
                <a:lnTo>
                  <a:pt x="72945" y="13486"/>
                </a:lnTo>
                <a:lnTo>
                  <a:pt x="73303" y="14303"/>
                </a:lnTo>
                <a:lnTo>
                  <a:pt x="73711" y="15019"/>
                </a:lnTo>
                <a:lnTo>
                  <a:pt x="74120" y="15734"/>
                </a:lnTo>
                <a:lnTo>
                  <a:pt x="74529" y="16347"/>
                </a:lnTo>
                <a:lnTo>
                  <a:pt x="74937" y="16960"/>
                </a:lnTo>
                <a:lnTo>
                  <a:pt x="75397" y="17470"/>
                </a:lnTo>
                <a:lnTo>
                  <a:pt x="75857" y="17981"/>
                </a:lnTo>
                <a:lnTo>
                  <a:pt x="76368" y="18441"/>
                </a:lnTo>
                <a:lnTo>
                  <a:pt x="76827" y="18799"/>
                </a:lnTo>
                <a:lnTo>
                  <a:pt x="77338" y="19156"/>
                </a:lnTo>
                <a:lnTo>
                  <a:pt x="77849" y="19463"/>
                </a:lnTo>
                <a:lnTo>
                  <a:pt x="78360" y="19718"/>
                </a:lnTo>
                <a:lnTo>
                  <a:pt x="78871" y="19871"/>
                </a:lnTo>
                <a:lnTo>
                  <a:pt x="79381" y="20024"/>
                </a:lnTo>
                <a:lnTo>
                  <a:pt x="79892" y="20127"/>
                </a:lnTo>
                <a:lnTo>
                  <a:pt x="80710" y="20127"/>
                </a:lnTo>
                <a:lnTo>
                  <a:pt x="81220" y="20076"/>
                </a:lnTo>
                <a:lnTo>
                  <a:pt x="81680" y="19922"/>
                </a:lnTo>
                <a:lnTo>
                  <a:pt x="82140" y="19769"/>
                </a:lnTo>
                <a:lnTo>
                  <a:pt x="82497" y="19565"/>
                </a:lnTo>
                <a:lnTo>
                  <a:pt x="82804" y="19258"/>
                </a:lnTo>
                <a:lnTo>
                  <a:pt x="83059" y="18952"/>
                </a:lnTo>
                <a:lnTo>
                  <a:pt x="83264" y="18594"/>
                </a:lnTo>
                <a:lnTo>
                  <a:pt x="83366" y="18134"/>
                </a:lnTo>
                <a:lnTo>
                  <a:pt x="83468" y="17675"/>
                </a:lnTo>
                <a:lnTo>
                  <a:pt x="83519" y="17113"/>
                </a:lnTo>
                <a:lnTo>
                  <a:pt x="83468" y="16551"/>
                </a:lnTo>
                <a:lnTo>
                  <a:pt x="83366" y="15938"/>
                </a:lnTo>
                <a:lnTo>
                  <a:pt x="83213" y="15223"/>
                </a:lnTo>
                <a:lnTo>
                  <a:pt x="83008" y="14508"/>
                </a:lnTo>
                <a:lnTo>
                  <a:pt x="82753" y="13741"/>
                </a:lnTo>
                <a:lnTo>
                  <a:pt x="82395" y="12924"/>
                </a:lnTo>
                <a:lnTo>
                  <a:pt x="82038" y="12158"/>
                </a:lnTo>
                <a:lnTo>
                  <a:pt x="81680" y="11443"/>
                </a:lnTo>
                <a:lnTo>
                  <a:pt x="81271" y="10728"/>
                </a:lnTo>
                <a:lnTo>
                  <a:pt x="80863" y="10115"/>
                </a:lnTo>
                <a:lnTo>
                  <a:pt x="80403" y="9553"/>
                </a:lnTo>
                <a:lnTo>
                  <a:pt x="79994" y="8991"/>
                </a:lnTo>
                <a:lnTo>
                  <a:pt x="79535" y="8531"/>
                </a:lnTo>
                <a:lnTo>
                  <a:pt x="79075" y="8071"/>
                </a:lnTo>
                <a:lnTo>
                  <a:pt x="78564" y="7714"/>
                </a:lnTo>
                <a:lnTo>
                  <a:pt x="78104" y="7356"/>
                </a:lnTo>
                <a:lnTo>
                  <a:pt x="77594" y="7101"/>
                </a:lnTo>
                <a:lnTo>
                  <a:pt x="77083" y="6846"/>
                </a:lnTo>
                <a:lnTo>
                  <a:pt x="76572" y="6641"/>
                </a:lnTo>
                <a:lnTo>
                  <a:pt x="76061" y="6539"/>
                </a:lnTo>
                <a:lnTo>
                  <a:pt x="75550" y="6437"/>
                </a:lnTo>
                <a:close/>
                <a:moveTo>
                  <a:pt x="37546" y="10523"/>
                </a:moveTo>
                <a:lnTo>
                  <a:pt x="38005" y="10626"/>
                </a:lnTo>
                <a:lnTo>
                  <a:pt x="38516" y="10779"/>
                </a:lnTo>
                <a:lnTo>
                  <a:pt x="39078" y="11085"/>
                </a:lnTo>
                <a:lnTo>
                  <a:pt x="39589" y="11596"/>
                </a:lnTo>
                <a:lnTo>
                  <a:pt x="40151" y="12209"/>
                </a:lnTo>
                <a:lnTo>
                  <a:pt x="40713" y="13077"/>
                </a:lnTo>
                <a:lnTo>
                  <a:pt x="41275" y="14099"/>
                </a:lnTo>
                <a:lnTo>
                  <a:pt x="41888" y="15325"/>
                </a:lnTo>
                <a:lnTo>
                  <a:pt x="42398" y="16602"/>
                </a:lnTo>
                <a:lnTo>
                  <a:pt x="42705" y="17675"/>
                </a:lnTo>
                <a:lnTo>
                  <a:pt x="42909" y="18594"/>
                </a:lnTo>
                <a:lnTo>
                  <a:pt x="42960" y="18952"/>
                </a:lnTo>
                <a:lnTo>
                  <a:pt x="42909" y="19258"/>
                </a:lnTo>
                <a:lnTo>
                  <a:pt x="42909" y="19565"/>
                </a:lnTo>
                <a:lnTo>
                  <a:pt x="42807" y="19820"/>
                </a:lnTo>
                <a:lnTo>
                  <a:pt x="42705" y="20024"/>
                </a:lnTo>
                <a:lnTo>
                  <a:pt x="42552" y="20178"/>
                </a:lnTo>
                <a:lnTo>
                  <a:pt x="42398" y="20280"/>
                </a:lnTo>
                <a:lnTo>
                  <a:pt x="42194" y="20382"/>
                </a:lnTo>
                <a:lnTo>
                  <a:pt x="41990" y="20433"/>
                </a:lnTo>
                <a:lnTo>
                  <a:pt x="41785" y="20484"/>
                </a:lnTo>
                <a:lnTo>
                  <a:pt x="41377" y="20484"/>
                </a:lnTo>
                <a:lnTo>
                  <a:pt x="41121" y="20433"/>
                </a:lnTo>
                <a:lnTo>
                  <a:pt x="40866" y="20331"/>
                </a:lnTo>
                <a:lnTo>
                  <a:pt x="40611" y="20229"/>
                </a:lnTo>
                <a:lnTo>
                  <a:pt x="40100" y="19871"/>
                </a:lnTo>
                <a:lnTo>
                  <a:pt x="39538" y="19412"/>
                </a:lnTo>
                <a:lnTo>
                  <a:pt x="38976" y="18747"/>
                </a:lnTo>
                <a:lnTo>
                  <a:pt x="38414" y="17879"/>
                </a:lnTo>
                <a:lnTo>
                  <a:pt x="37801" y="16857"/>
                </a:lnTo>
                <a:lnTo>
                  <a:pt x="37239" y="15580"/>
                </a:lnTo>
                <a:lnTo>
                  <a:pt x="36728" y="14303"/>
                </a:lnTo>
                <a:lnTo>
                  <a:pt x="36371" y="13231"/>
                </a:lnTo>
                <a:lnTo>
                  <a:pt x="36269" y="12771"/>
                </a:lnTo>
                <a:lnTo>
                  <a:pt x="36218" y="12362"/>
                </a:lnTo>
                <a:lnTo>
                  <a:pt x="36166" y="12005"/>
                </a:lnTo>
                <a:lnTo>
                  <a:pt x="36166" y="11698"/>
                </a:lnTo>
                <a:lnTo>
                  <a:pt x="36218" y="11443"/>
                </a:lnTo>
                <a:lnTo>
                  <a:pt x="36320" y="11187"/>
                </a:lnTo>
                <a:lnTo>
                  <a:pt x="36422" y="10983"/>
                </a:lnTo>
                <a:lnTo>
                  <a:pt x="36575" y="10830"/>
                </a:lnTo>
                <a:lnTo>
                  <a:pt x="36728" y="10728"/>
                </a:lnTo>
                <a:lnTo>
                  <a:pt x="36933" y="10626"/>
                </a:lnTo>
                <a:lnTo>
                  <a:pt x="37137" y="10574"/>
                </a:lnTo>
                <a:lnTo>
                  <a:pt x="37392" y="10523"/>
                </a:lnTo>
                <a:close/>
                <a:moveTo>
                  <a:pt x="63444" y="7101"/>
                </a:moveTo>
                <a:lnTo>
                  <a:pt x="62933" y="7152"/>
                </a:lnTo>
                <a:lnTo>
                  <a:pt x="62473" y="7254"/>
                </a:lnTo>
                <a:lnTo>
                  <a:pt x="62065" y="7407"/>
                </a:lnTo>
                <a:lnTo>
                  <a:pt x="61707" y="7663"/>
                </a:lnTo>
                <a:lnTo>
                  <a:pt x="61350" y="7918"/>
                </a:lnTo>
                <a:lnTo>
                  <a:pt x="61094" y="8225"/>
                </a:lnTo>
                <a:lnTo>
                  <a:pt x="60890" y="8582"/>
                </a:lnTo>
                <a:lnTo>
                  <a:pt x="60737" y="9042"/>
                </a:lnTo>
                <a:lnTo>
                  <a:pt x="60686" y="9502"/>
                </a:lnTo>
                <a:lnTo>
                  <a:pt x="60634" y="10013"/>
                </a:lnTo>
                <a:lnTo>
                  <a:pt x="60686" y="10574"/>
                </a:lnTo>
                <a:lnTo>
                  <a:pt x="60737" y="11187"/>
                </a:lnTo>
                <a:lnTo>
                  <a:pt x="60890" y="11851"/>
                </a:lnTo>
                <a:lnTo>
                  <a:pt x="61094" y="12567"/>
                </a:lnTo>
                <a:lnTo>
                  <a:pt x="61350" y="13333"/>
                </a:lnTo>
                <a:lnTo>
                  <a:pt x="61707" y="14150"/>
                </a:lnTo>
                <a:lnTo>
                  <a:pt x="62065" y="14916"/>
                </a:lnTo>
                <a:lnTo>
                  <a:pt x="62473" y="15683"/>
                </a:lnTo>
                <a:lnTo>
                  <a:pt x="62831" y="16347"/>
                </a:lnTo>
                <a:lnTo>
                  <a:pt x="63291" y="17011"/>
                </a:lnTo>
                <a:lnTo>
                  <a:pt x="63699" y="17624"/>
                </a:lnTo>
                <a:lnTo>
                  <a:pt x="64159" y="18134"/>
                </a:lnTo>
                <a:lnTo>
                  <a:pt x="64619" y="18645"/>
                </a:lnTo>
                <a:lnTo>
                  <a:pt x="65079" y="19105"/>
                </a:lnTo>
                <a:lnTo>
                  <a:pt x="65589" y="19463"/>
                </a:lnTo>
                <a:lnTo>
                  <a:pt x="66100" y="19820"/>
                </a:lnTo>
                <a:lnTo>
                  <a:pt x="66560" y="20127"/>
                </a:lnTo>
                <a:lnTo>
                  <a:pt x="67071" y="20382"/>
                </a:lnTo>
                <a:lnTo>
                  <a:pt x="67582" y="20535"/>
                </a:lnTo>
                <a:lnTo>
                  <a:pt x="68143" y="20689"/>
                </a:lnTo>
                <a:lnTo>
                  <a:pt x="68654" y="20740"/>
                </a:lnTo>
                <a:lnTo>
                  <a:pt x="69165" y="20791"/>
                </a:lnTo>
                <a:lnTo>
                  <a:pt x="69472" y="20791"/>
                </a:lnTo>
                <a:lnTo>
                  <a:pt x="69982" y="20740"/>
                </a:lnTo>
                <a:lnTo>
                  <a:pt x="70442" y="20586"/>
                </a:lnTo>
                <a:lnTo>
                  <a:pt x="70851" y="20433"/>
                </a:lnTo>
                <a:lnTo>
                  <a:pt x="71208" y="20229"/>
                </a:lnTo>
                <a:lnTo>
                  <a:pt x="71515" y="19922"/>
                </a:lnTo>
                <a:lnTo>
                  <a:pt x="71770" y="19616"/>
                </a:lnTo>
                <a:lnTo>
                  <a:pt x="71975" y="19207"/>
                </a:lnTo>
                <a:lnTo>
                  <a:pt x="72128" y="18799"/>
                </a:lnTo>
                <a:lnTo>
                  <a:pt x="72230" y="18339"/>
                </a:lnTo>
                <a:lnTo>
                  <a:pt x="72281" y="17777"/>
                </a:lnTo>
                <a:lnTo>
                  <a:pt x="72230" y="17215"/>
                </a:lnTo>
                <a:lnTo>
                  <a:pt x="72128" y="16602"/>
                </a:lnTo>
                <a:lnTo>
                  <a:pt x="71975" y="15887"/>
                </a:lnTo>
                <a:lnTo>
                  <a:pt x="71770" y="15172"/>
                </a:lnTo>
                <a:lnTo>
                  <a:pt x="71515" y="14406"/>
                </a:lnTo>
                <a:lnTo>
                  <a:pt x="71157" y="13588"/>
                </a:lnTo>
                <a:lnTo>
                  <a:pt x="70800" y="12822"/>
                </a:lnTo>
                <a:lnTo>
                  <a:pt x="70442" y="12107"/>
                </a:lnTo>
                <a:lnTo>
                  <a:pt x="70033" y="11392"/>
                </a:lnTo>
                <a:lnTo>
                  <a:pt x="69625" y="10779"/>
                </a:lnTo>
                <a:lnTo>
                  <a:pt x="69165" y="10217"/>
                </a:lnTo>
                <a:lnTo>
                  <a:pt x="68756" y="9655"/>
                </a:lnTo>
                <a:lnTo>
                  <a:pt x="68297" y="9195"/>
                </a:lnTo>
                <a:lnTo>
                  <a:pt x="67786" y="8736"/>
                </a:lnTo>
                <a:lnTo>
                  <a:pt x="67326" y="8378"/>
                </a:lnTo>
                <a:lnTo>
                  <a:pt x="66815" y="8020"/>
                </a:lnTo>
                <a:lnTo>
                  <a:pt x="66356" y="7714"/>
                </a:lnTo>
                <a:lnTo>
                  <a:pt x="65845" y="7510"/>
                </a:lnTo>
                <a:lnTo>
                  <a:pt x="65334" y="7305"/>
                </a:lnTo>
                <a:lnTo>
                  <a:pt x="64823" y="7203"/>
                </a:lnTo>
                <a:lnTo>
                  <a:pt x="64261" y="7101"/>
                </a:lnTo>
                <a:close/>
                <a:moveTo>
                  <a:pt x="26257" y="11187"/>
                </a:moveTo>
                <a:lnTo>
                  <a:pt x="26767" y="11239"/>
                </a:lnTo>
                <a:lnTo>
                  <a:pt x="27023" y="11341"/>
                </a:lnTo>
                <a:lnTo>
                  <a:pt x="27278" y="11443"/>
                </a:lnTo>
                <a:lnTo>
                  <a:pt x="27789" y="11749"/>
                </a:lnTo>
                <a:lnTo>
                  <a:pt x="28351" y="12260"/>
                </a:lnTo>
                <a:lnTo>
                  <a:pt x="28913" y="12873"/>
                </a:lnTo>
                <a:lnTo>
                  <a:pt x="29475" y="13690"/>
                </a:lnTo>
                <a:lnTo>
                  <a:pt x="30037" y="14763"/>
                </a:lnTo>
                <a:lnTo>
                  <a:pt x="30599" y="15989"/>
                </a:lnTo>
                <a:lnTo>
                  <a:pt x="31160" y="17266"/>
                </a:lnTo>
                <a:lnTo>
                  <a:pt x="31467" y="18339"/>
                </a:lnTo>
                <a:lnTo>
                  <a:pt x="31671" y="19207"/>
                </a:lnTo>
                <a:lnTo>
                  <a:pt x="31671" y="19616"/>
                </a:lnTo>
                <a:lnTo>
                  <a:pt x="31671" y="19922"/>
                </a:lnTo>
                <a:lnTo>
                  <a:pt x="31620" y="20229"/>
                </a:lnTo>
                <a:lnTo>
                  <a:pt x="31569" y="20433"/>
                </a:lnTo>
                <a:lnTo>
                  <a:pt x="31467" y="20637"/>
                </a:lnTo>
                <a:lnTo>
                  <a:pt x="31314" y="20842"/>
                </a:lnTo>
                <a:lnTo>
                  <a:pt x="31160" y="20944"/>
                </a:lnTo>
                <a:lnTo>
                  <a:pt x="30956" y="21046"/>
                </a:lnTo>
                <a:lnTo>
                  <a:pt x="30752" y="21097"/>
                </a:lnTo>
                <a:lnTo>
                  <a:pt x="30496" y="21148"/>
                </a:lnTo>
                <a:lnTo>
                  <a:pt x="30139" y="21148"/>
                </a:lnTo>
                <a:lnTo>
                  <a:pt x="29883" y="21097"/>
                </a:lnTo>
                <a:lnTo>
                  <a:pt x="29628" y="20995"/>
                </a:lnTo>
                <a:lnTo>
                  <a:pt x="29373" y="20893"/>
                </a:lnTo>
                <a:lnTo>
                  <a:pt x="28811" y="20535"/>
                </a:lnTo>
                <a:lnTo>
                  <a:pt x="28249" y="20076"/>
                </a:lnTo>
                <a:lnTo>
                  <a:pt x="27687" y="19412"/>
                </a:lnTo>
                <a:lnTo>
                  <a:pt x="27125" y="18543"/>
                </a:lnTo>
                <a:lnTo>
                  <a:pt x="26563" y="17522"/>
                </a:lnTo>
                <a:lnTo>
                  <a:pt x="25950" y="16244"/>
                </a:lnTo>
                <a:lnTo>
                  <a:pt x="25439" y="14967"/>
                </a:lnTo>
                <a:lnTo>
                  <a:pt x="25133" y="13895"/>
                </a:lnTo>
                <a:lnTo>
                  <a:pt x="25031" y="13435"/>
                </a:lnTo>
                <a:lnTo>
                  <a:pt x="24929" y="13026"/>
                </a:lnTo>
                <a:lnTo>
                  <a:pt x="24929" y="12669"/>
                </a:lnTo>
                <a:lnTo>
                  <a:pt x="24929" y="12362"/>
                </a:lnTo>
                <a:lnTo>
                  <a:pt x="24980" y="12107"/>
                </a:lnTo>
                <a:lnTo>
                  <a:pt x="25031" y="11851"/>
                </a:lnTo>
                <a:lnTo>
                  <a:pt x="25184" y="11647"/>
                </a:lnTo>
                <a:lnTo>
                  <a:pt x="25286" y="11494"/>
                </a:lnTo>
                <a:lnTo>
                  <a:pt x="25490" y="11392"/>
                </a:lnTo>
                <a:lnTo>
                  <a:pt x="25695" y="11290"/>
                </a:lnTo>
                <a:lnTo>
                  <a:pt x="25899" y="11239"/>
                </a:lnTo>
                <a:lnTo>
                  <a:pt x="26154" y="11187"/>
                </a:lnTo>
                <a:close/>
                <a:moveTo>
                  <a:pt x="52206" y="7765"/>
                </a:moveTo>
                <a:lnTo>
                  <a:pt x="51695" y="7816"/>
                </a:lnTo>
                <a:lnTo>
                  <a:pt x="51235" y="7918"/>
                </a:lnTo>
                <a:lnTo>
                  <a:pt x="50827" y="8071"/>
                </a:lnTo>
                <a:lnTo>
                  <a:pt x="50418" y="8327"/>
                </a:lnTo>
                <a:lnTo>
                  <a:pt x="50112" y="8582"/>
                </a:lnTo>
                <a:lnTo>
                  <a:pt x="49856" y="8889"/>
                </a:lnTo>
                <a:lnTo>
                  <a:pt x="49652" y="9246"/>
                </a:lnTo>
                <a:lnTo>
                  <a:pt x="49499" y="9706"/>
                </a:lnTo>
                <a:lnTo>
                  <a:pt x="49397" y="10166"/>
                </a:lnTo>
                <a:lnTo>
                  <a:pt x="49397" y="10677"/>
                </a:lnTo>
                <a:lnTo>
                  <a:pt x="49397" y="11239"/>
                </a:lnTo>
                <a:lnTo>
                  <a:pt x="49499" y="11851"/>
                </a:lnTo>
                <a:lnTo>
                  <a:pt x="49652" y="12516"/>
                </a:lnTo>
                <a:lnTo>
                  <a:pt x="49856" y="13231"/>
                </a:lnTo>
                <a:lnTo>
                  <a:pt x="50112" y="13997"/>
                </a:lnTo>
                <a:lnTo>
                  <a:pt x="50469" y="14814"/>
                </a:lnTo>
                <a:lnTo>
                  <a:pt x="50827" y="15580"/>
                </a:lnTo>
                <a:lnTo>
                  <a:pt x="51184" y="16347"/>
                </a:lnTo>
                <a:lnTo>
                  <a:pt x="51593" y="17011"/>
                </a:lnTo>
                <a:lnTo>
                  <a:pt x="52002" y="17675"/>
                </a:lnTo>
                <a:lnTo>
                  <a:pt x="52461" y="18288"/>
                </a:lnTo>
                <a:lnTo>
                  <a:pt x="52921" y="18799"/>
                </a:lnTo>
                <a:lnTo>
                  <a:pt x="53381" y="19309"/>
                </a:lnTo>
                <a:lnTo>
                  <a:pt x="53841" y="19769"/>
                </a:lnTo>
                <a:lnTo>
                  <a:pt x="54351" y="20127"/>
                </a:lnTo>
                <a:lnTo>
                  <a:pt x="54811" y="20484"/>
                </a:lnTo>
                <a:lnTo>
                  <a:pt x="55322" y="20791"/>
                </a:lnTo>
                <a:lnTo>
                  <a:pt x="55833" y="20995"/>
                </a:lnTo>
                <a:lnTo>
                  <a:pt x="56344" y="21199"/>
                </a:lnTo>
                <a:lnTo>
                  <a:pt x="56854" y="21353"/>
                </a:lnTo>
                <a:lnTo>
                  <a:pt x="57416" y="21404"/>
                </a:lnTo>
                <a:lnTo>
                  <a:pt x="57927" y="21455"/>
                </a:lnTo>
                <a:lnTo>
                  <a:pt x="58234" y="21455"/>
                </a:lnTo>
                <a:lnTo>
                  <a:pt x="58744" y="21404"/>
                </a:lnTo>
                <a:lnTo>
                  <a:pt x="59204" y="21250"/>
                </a:lnTo>
                <a:lnTo>
                  <a:pt x="59613" y="21097"/>
                </a:lnTo>
                <a:lnTo>
                  <a:pt x="59970" y="20893"/>
                </a:lnTo>
                <a:lnTo>
                  <a:pt x="60277" y="20586"/>
                </a:lnTo>
                <a:lnTo>
                  <a:pt x="60532" y="20280"/>
                </a:lnTo>
                <a:lnTo>
                  <a:pt x="60737" y="19871"/>
                </a:lnTo>
                <a:lnTo>
                  <a:pt x="60890" y="19463"/>
                </a:lnTo>
                <a:lnTo>
                  <a:pt x="60992" y="19003"/>
                </a:lnTo>
                <a:lnTo>
                  <a:pt x="60992" y="18441"/>
                </a:lnTo>
                <a:lnTo>
                  <a:pt x="60992" y="17879"/>
                </a:lnTo>
                <a:lnTo>
                  <a:pt x="60890" y="17266"/>
                </a:lnTo>
                <a:lnTo>
                  <a:pt x="60737" y="16551"/>
                </a:lnTo>
                <a:lnTo>
                  <a:pt x="60532" y="15836"/>
                </a:lnTo>
                <a:lnTo>
                  <a:pt x="60277" y="15070"/>
                </a:lnTo>
                <a:lnTo>
                  <a:pt x="59919" y="14252"/>
                </a:lnTo>
                <a:lnTo>
                  <a:pt x="59562" y="13486"/>
                </a:lnTo>
                <a:lnTo>
                  <a:pt x="59153" y="12771"/>
                </a:lnTo>
                <a:lnTo>
                  <a:pt x="58796" y="12056"/>
                </a:lnTo>
                <a:lnTo>
                  <a:pt x="58336" y="11443"/>
                </a:lnTo>
                <a:lnTo>
                  <a:pt x="57927" y="10830"/>
                </a:lnTo>
                <a:lnTo>
                  <a:pt x="57467" y="10319"/>
                </a:lnTo>
                <a:lnTo>
                  <a:pt x="57008" y="9808"/>
                </a:lnTo>
                <a:lnTo>
                  <a:pt x="56548" y="9400"/>
                </a:lnTo>
                <a:lnTo>
                  <a:pt x="56088" y="8991"/>
                </a:lnTo>
                <a:lnTo>
                  <a:pt x="55577" y="8684"/>
                </a:lnTo>
                <a:lnTo>
                  <a:pt x="55067" y="8378"/>
                </a:lnTo>
                <a:lnTo>
                  <a:pt x="54607" y="8174"/>
                </a:lnTo>
                <a:lnTo>
                  <a:pt x="54096" y="7969"/>
                </a:lnTo>
                <a:lnTo>
                  <a:pt x="53534" y="7867"/>
                </a:lnTo>
                <a:lnTo>
                  <a:pt x="53023" y="7765"/>
                </a:lnTo>
                <a:close/>
                <a:moveTo>
                  <a:pt x="15019" y="11851"/>
                </a:moveTo>
                <a:lnTo>
                  <a:pt x="15530" y="11903"/>
                </a:lnTo>
                <a:lnTo>
                  <a:pt x="15785" y="12005"/>
                </a:lnTo>
                <a:lnTo>
                  <a:pt x="16040" y="12107"/>
                </a:lnTo>
                <a:lnTo>
                  <a:pt x="16551" y="12413"/>
                </a:lnTo>
                <a:lnTo>
                  <a:pt x="17113" y="12924"/>
                </a:lnTo>
                <a:lnTo>
                  <a:pt x="17624" y="13537"/>
                </a:lnTo>
                <a:lnTo>
                  <a:pt x="18186" y="14354"/>
                </a:lnTo>
                <a:lnTo>
                  <a:pt x="18799" y="15376"/>
                </a:lnTo>
                <a:lnTo>
                  <a:pt x="19361" y="16653"/>
                </a:lnTo>
                <a:lnTo>
                  <a:pt x="19871" y="17930"/>
                </a:lnTo>
                <a:lnTo>
                  <a:pt x="20229" y="19003"/>
                </a:lnTo>
                <a:lnTo>
                  <a:pt x="20382" y="19871"/>
                </a:lnTo>
                <a:lnTo>
                  <a:pt x="20433" y="20280"/>
                </a:lnTo>
                <a:lnTo>
                  <a:pt x="20433" y="20586"/>
                </a:lnTo>
                <a:lnTo>
                  <a:pt x="20382" y="20893"/>
                </a:lnTo>
                <a:lnTo>
                  <a:pt x="20331" y="21097"/>
                </a:lnTo>
                <a:lnTo>
                  <a:pt x="20229" y="21302"/>
                </a:lnTo>
                <a:lnTo>
                  <a:pt x="20076" y="21506"/>
                </a:lnTo>
                <a:lnTo>
                  <a:pt x="19923" y="21608"/>
                </a:lnTo>
                <a:lnTo>
                  <a:pt x="19718" y="21710"/>
                </a:lnTo>
                <a:lnTo>
                  <a:pt x="19463" y="21761"/>
                </a:lnTo>
                <a:lnTo>
                  <a:pt x="19258" y="21812"/>
                </a:lnTo>
                <a:lnTo>
                  <a:pt x="18901" y="21812"/>
                </a:lnTo>
                <a:lnTo>
                  <a:pt x="18645" y="21761"/>
                </a:lnTo>
                <a:lnTo>
                  <a:pt x="18390" y="21659"/>
                </a:lnTo>
                <a:lnTo>
                  <a:pt x="18084" y="21557"/>
                </a:lnTo>
                <a:lnTo>
                  <a:pt x="17573" y="21199"/>
                </a:lnTo>
                <a:lnTo>
                  <a:pt x="17011" y="20740"/>
                </a:lnTo>
                <a:lnTo>
                  <a:pt x="16449" y="20076"/>
                </a:lnTo>
                <a:lnTo>
                  <a:pt x="15887" y="19207"/>
                </a:lnTo>
                <a:lnTo>
                  <a:pt x="15325" y="18134"/>
                </a:lnTo>
                <a:lnTo>
                  <a:pt x="14712" y="16909"/>
                </a:lnTo>
                <a:lnTo>
                  <a:pt x="14201" y="15631"/>
                </a:lnTo>
                <a:lnTo>
                  <a:pt x="13844" y="14559"/>
                </a:lnTo>
                <a:lnTo>
                  <a:pt x="13691" y="13690"/>
                </a:lnTo>
                <a:lnTo>
                  <a:pt x="13691" y="13333"/>
                </a:lnTo>
                <a:lnTo>
                  <a:pt x="13691" y="13026"/>
                </a:lnTo>
                <a:lnTo>
                  <a:pt x="13742" y="12771"/>
                </a:lnTo>
                <a:lnTo>
                  <a:pt x="13793" y="12516"/>
                </a:lnTo>
                <a:lnTo>
                  <a:pt x="13946" y="12311"/>
                </a:lnTo>
                <a:lnTo>
                  <a:pt x="14048" y="12158"/>
                </a:lnTo>
                <a:lnTo>
                  <a:pt x="14252" y="12056"/>
                </a:lnTo>
                <a:lnTo>
                  <a:pt x="14406" y="11954"/>
                </a:lnTo>
                <a:lnTo>
                  <a:pt x="14661" y="11903"/>
                </a:lnTo>
                <a:lnTo>
                  <a:pt x="14865" y="11851"/>
                </a:lnTo>
                <a:close/>
                <a:moveTo>
                  <a:pt x="36575" y="8684"/>
                </a:moveTo>
                <a:lnTo>
                  <a:pt x="36064" y="8736"/>
                </a:lnTo>
                <a:lnTo>
                  <a:pt x="35605" y="8838"/>
                </a:lnTo>
                <a:lnTo>
                  <a:pt x="35145" y="8991"/>
                </a:lnTo>
                <a:lnTo>
                  <a:pt x="34787" y="9246"/>
                </a:lnTo>
                <a:lnTo>
                  <a:pt x="34481" y="9502"/>
                </a:lnTo>
                <a:lnTo>
                  <a:pt x="34225" y="9808"/>
                </a:lnTo>
                <a:lnTo>
                  <a:pt x="34021" y="10166"/>
                </a:lnTo>
                <a:lnTo>
                  <a:pt x="33868" y="10626"/>
                </a:lnTo>
                <a:lnTo>
                  <a:pt x="33766" y="11085"/>
                </a:lnTo>
                <a:lnTo>
                  <a:pt x="33766" y="11596"/>
                </a:lnTo>
                <a:lnTo>
                  <a:pt x="33766" y="12158"/>
                </a:lnTo>
                <a:lnTo>
                  <a:pt x="33868" y="12771"/>
                </a:lnTo>
                <a:lnTo>
                  <a:pt x="34021" y="13435"/>
                </a:lnTo>
                <a:lnTo>
                  <a:pt x="34225" y="14150"/>
                </a:lnTo>
                <a:lnTo>
                  <a:pt x="34481" y="14916"/>
                </a:lnTo>
                <a:lnTo>
                  <a:pt x="34787" y="15734"/>
                </a:lnTo>
                <a:lnTo>
                  <a:pt x="35196" y="16500"/>
                </a:lnTo>
                <a:lnTo>
                  <a:pt x="35553" y="17266"/>
                </a:lnTo>
                <a:lnTo>
                  <a:pt x="35962" y="17930"/>
                </a:lnTo>
                <a:lnTo>
                  <a:pt x="36371" y="18594"/>
                </a:lnTo>
                <a:lnTo>
                  <a:pt x="36831" y="19156"/>
                </a:lnTo>
                <a:lnTo>
                  <a:pt x="37290" y="19718"/>
                </a:lnTo>
                <a:lnTo>
                  <a:pt x="37750" y="20229"/>
                </a:lnTo>
                <a:lnTo>
                  <a:pt x="38210" y="20689"/>
                </a:lnTo>
                <a:lnTo>
                  <a:pt x="38721" y="21046"/>
                </a:lnTo>
                <a:lnTo>
                  <a:pt x="39180" y="21404"/>
                </a:lnTo>
                <a:lnTo>
                  <a:pt x="39691" y="21710"/>
                </a:lnTo>
                <a:lnTo>
                  <a:pt x="40202" y="21915"/>
                </a:lnTo>
                <a:lnTo>
                  <a:pt x="40713" y="22119"/>
                </a:lnTo>
                <a:lnTo>
                  <a:pt x="41224" y="22272"/>
                </a:lnTo>
                <a:lnTo>
                  <a:pt x="41785" y="22323"/>
                </a:lnTo>
                <a:lnTo>
                  <a:pt x="42296" y="22374"/>
                </a:lnTo>
                <a:lnTo>
                  <a:pt x="42603" y="22374"/>
                </a:lnTo>
                <a:lnTo>
                  <a:pt x="43114" y="22272"/>
                </a:lnTo>
                <a:lnTo>
                  <a:pt x="43573" y="22170"/>
                </a:lnTo>
                <a:lnTo>
                  <a:pt x="43982" y="22017"/>
                </a:lnTo>
                <a:lnTo>
                  <a:pt x="44339" y="21812"/>
                </a:lnTo>
                <a:lnTo>
                  <a:pt x="44646" y="21506"/>
                </a:lnTo>
                <a:lnTo>
                  <a:pt x="44901" y="21199"/>
                </a:lnTo>
                <a:lnTo>
                  <a:pt x="45106" y="20791"/>
                </a:lnTo>
                <a:lnTo>
                  <a:pt x="45259" y="20382"/>
                </a:lnTo>
                <a:lnTo>
                  <a:pt x="45361" y="19871"/>
                </a:lnTo>
                <a:lnTo>
                  <a:pt x="45361" y="19360"/>
                </a:lnTo>
                <a:lnTo>
                  <a:pt x="45361" y="18799"/>
                </a:lnTo>
                <a:lnTo>
                  <a:pt x="45259" y="18134"/>
                </a:lnTo>
                <a:lnTo>
                  <a:pt x="45106" y="17470"/>
                </a:lnTo>
                <a:lnTo>
                  <a:pt x="44901" y="16755"/>
                </a:lnTo>
                <a:lnTo>
                  <a:pt x="44595" y="15989"/>
                </a:lnTo>
                <a:lnTo>
                  <a:pt x="44288" y="15172"/>
                </a:lnTo>
                <a:lnTo>
                  <a:pt x="43931" y="14406"/>
                </a:lnTo>
                <a:lnTo>
                  <a:pt x="43522" y="13690"/>
                </a:lnTo>
                <a:lnTo>
                  <a:pt x="43114" y="12975"/>
                </a:lnTo>
                <a:lnTo>
                  <a:pt x="42705" y="12362"/>
                </a:lnTo>
                <a:lnTo>
                  <a:pt x="42296" y="11749"/>
                </a:lnTo>
                <a:lnTo>
                  <a:pt x="41836" y="11239"/>
                </a:lnTo>
                <a:lnTo>
                  <a:pt x="41377" y="10728"/>
                </a:lnTo>
                <a:lnTo>
                  <a:pt x="40917" y="10319"/>
                </a:lnTo>
                <a:lnTo>
                  <a:pt x="40457" y="9910"/>
                </a:lnTo>
                <a:lnTo>
                  <a:pt x="39946" y="9604"/>
                </a:lnTo>
                <a:lnTo>
                  <a:pt x="39436" y="9297"/>
                </a:lnTo>
                <a:lnTo>
                  <a:pt x="38925" y="9093"/>
                </a:lnTo>
                <a:lnTo>
                  <a:pt x="38414" y="8889"/>
                </a:lnTo>
                <a:lnTo>
                  <a:pt x="37903" y="8787"/>
                </a:lnTo>
                <a:lnTo>
                  <a:pt x="37392" y="8684"/>
                </a:lnTo>
                <a:close/>
                <a:moveTo>
                  <a:pt x="3781" y="12516"/>
                </a:moveTo>
                <a:lnTo>
                  <a:pt x="4241" y="12567"/>
                </a:lnTo>
                <a:lnTo>
                  <a:pt x="4751" y="12771"/>
                </a:lnTo>
                <a:lnTo>
                  <a:pt x="5313" y="13077"/>
                </a:lnTo>
                <a:lnTo>
                  <a:pt x="5824" y="13537"/>
                </a:lnTo>
                <a:lnTo>
                  <a:pt x="6386" y="14201"/>
                </a:lnTo>
                <a:lnTo>
                  <a:pt x="6948" y="15019"/>
                </a:lnTo>
                <a:lnTo>
                  <a:pt x="7510" y="16040"/>
                </a:lnTo>
                <a:lnTo>
                  <a:pt x="8123" y="17317"/>
                </a:lnTo>
                <a:lnTo>
                  <a:pt x="8634" y="18594"/>
                </a:lnTo>
                <a:lnTo>
                  <a:pt x="8991" y="19667"/>
                </a:lnTo>
                <a:lnTo>
                  <a:pt x="9144" y="20535"/>
                </a:lnTo>
                <a:lnTo>
                  <a:pt x="9195" y="20944"/>
                </a:lnTo>
                <a:lnTo>
                  <a:pt x="9195" y="21250"/>
                </a:lnTo>
                <a:lnTo>
                  <a:pt x="9144" y="21557"/>
                </a:lnTo>
                <a:lnTo>
                  <a:pt x="9042" y="21761"/>
                </a:lnTo>
                <a:lnTo>
                  <a:pt x="8940" y="21966"/>
                </a:lnTo>
                <a:lnTo>
                  <a:pt x="8838" y="22170"/>
                </a:lnTo>
                <a:lnTo>
                  <a:pt x="8634" y="22272"/>
                </a:lnTo>
                <a:lnTo>
                  <a:pt x="8480" y="22374"/>
                </a:lnTo>
                <a:lnTo>
                  <a:pt x="8225" y="22425"/>
                </a:lnTo>
                <a:lnTo>
                  <a:pt x="8021" y="22476"/>
                </a:lnTo>
                <a:lnTo>
                  <a:pt x="7867" y="22476"/>
                </a:lnTo>
                <a:lnTo>
                  <a:pt x="7612" y="22425"/>
                </a:lnTo>
                <a:lnTo>
                  <a:pt x="7356" y="22425"/>
                </a:lnTo>
                <a:lnTo>
                  <a:pt x="7101" y="22323"/>
                </a:lnTo>
                <a:lnTo>
                  <a:pt x="6846" y="22221"/>
                </a:lnTo>
                <a:lnTo>
                  <a:pt x="6335" y="21863"/>
                </a:lnTo>
                <a:lnTo>
                  <a:pt x="5773" y="21353"/>
                </a:lnTo>
                <a:lnTo>
                  <a:pt x="5211" y="20689"/>
                </a:lnTo>
                <a:lnTo>
                  <a:pt x="4649" y="19871"/>
                </a:lnTo>
                <a:lnTo>
                  <a:pt x="4036" y="18799"/>
                </a:lnTo>
                <a:lnTo>
                  <a:pt x="3474" y="17573"/>
                </a:lnTo>
                <a:lnTo>
                  <a:pt x="2963" y="16296"/>
                </a:lnTo>
                <a:lnTo>
                  <a:pt x="2606" y="15223"/>
                </a:lnTo>
                <a:lnTo>
                  <a:pt x="2504" y="14763"/>
                </a:lnTo>
                <a:lnTo>
                  <a:pt x="2453" y="14354"/>
                </a:lnTo>
                <a:lnTo>
                  <a:pt x="2402" y="13997"/>
                </a:lnTo>
                <a:lnTo>
                  <a:pt x="2453" y="13690"/>
                </a:lnTo>
                <a:lnTo>
                  <a:pt x="2453" y="13384"/>
                </a:lnTo>
                <a:lnTo>
                  <a:pt x="2555" y="13180"/>
                </a:lnTo>
                <a:lnTo>
                  <a:pt x="2657" y="12975"/>
                </a:lnTo>
                <a:lnTo>
                  <a:pt x="2810" y="12822"/>
                </a:lnTo>
                <a:lnTo>
                  <a:pt x="2963" y="12720"/>
                </a:lnTo>
                <a:lnTo>
                  <a:pt x="3168" y="12618"/>
                </a:lnTo>
                <a:lnTo>
                  <a:pt x="3372" y="12567"/>
                </a:lnTo>
                <a:lnTo>
                  <a:pt x="3628" y="12516"/>
                </a:lnTo>
                <a:close/>
                <a:moveTo>
                  <a:pt x="25337" y="9348"/>
                </a:moveTo>
                <a:lnTo>
                  <a:pt x="24775" y="9400"/>
                </a:lnTo>
                <a:lnTo>
                  <a:pt x="24316" y="9502"/>
                </a:lnTo>
                <a:lnTo>
                  <a:pt x="23907" y="9655"/>
                </a:lnTo>
                <a:lnTo>
                  <a:pt x="23549" y="9859"/>
                </a:lnTo>
                <a:lnTo>
                  <a:pt x="23243" y="10166"/>
                </a:lnTo>
                <a:lnTo>
                  <a:pt x="22987" y="10472"/>
                </a:lnTo>
                <a:lnTo>
                  <a:pt x="22783" y="10830"/>
                </a:lnTo>
                <a:lnTo>
                  <a:pt x="22630" y="11239"/>
                </a:lnTo>
                <a:lnTo>
                  <a:pt x="22528" y="11749"/>
                </a:lnTo>
                <a:lnTo>
                  <a:pt x="22477" y="12260"/>
                </a:lnTo>
                <a:lnTo>
                  <a:pt x="22528" y="12822"/>
                </a:lnTo>
                <a:lnTo>
                  <a:pt x="22630" y="13435"/>
                </a:lnTo>
                <a:lnTo>
                  <a:pt x="22732" y="14099"/>
                </a:lnTo>
                <a:lnTo>
                  <a:pt x="22987" y="14814"/>
                </a:lnTo>
                <a:lnTo>
                  <a:pt x="23243" y="15580"/>
                </a:lnTo>
                <a:lnTo>
                  <a:pt x="23549" y="16398"/>
                </a:lnTo>
                <a:lnTo>
                  <a:pt x="23907" y="17164"/>
                </a:lnTo>
                <a:lnTo>
                  <a:pt x="24316" y="17930"/>
                </a:lnTo>
                <a:lnTo>
                  <a:pt x="24724" y="18594"/>
                </a:lnTo>
                <a:lnTo>
                  <a:pt x="25133" y="19258"/>
                </a:lnTo>
                <a:lnTo>
                  <a:pt x="25593" y="19820"/>
                </a:lnTo>
                <a:lnTo>
                  <a:pt x="26001" y="20382"/>
                </a:lnTo>
                <a:lnTo>
                  <a:pt x="26461" y="20893"/>
                </a:lnTo>
                <a:lnTo>
                  <a:pt x="26972" y="21302"/>
                </a:lnTo>
                <a:lnTo>
                  <a:pt x="27432" y="21710"/>
                </a:lnTo>
                <a:lnTo>
                  <a:pt x="27942" y="22068"/>
                </a:lnTo>
                <a:lnTo>
                  <a:pt x="28453" y="22374"/>
                </a:lnTo>
                <a:lnTo>
                  <a:pt x="28964" y="22579"/>
                </a:lnTo>
                <a:lnTo>
                  <a:pt x="29475" y="22783"/>
                </a:lnTo>
                <a:lnTo>
                  <a:pt x="29986" y="22936"/>
                </a:lnTo>
                <a:lnTo>
                  <a:pt x="30496" y="22987"/>
                </a:lnTo>
                <a:lnTo>
                  <a:pt x="31007" y="23038"/>
                </a:lnTo>
                <a:lnTo>
                  <a:pt x="31314" y="23038"/>
                </a:lnTo>
                <a:lnTo>
                  <a:pt x="31825" y="22936"/>
                </a:lnTo>
                <a:lnTo>
                  <a:pt x="32284" y="22834"/>
                </a:lnTo>
                <a:lnTo>
                  <a:pt x="32744" y="22681"/>
                </a:lnTo>
                <a:lnTo>
                  <a:pt x="33102" y="22425"/>
                </a:lnTo>
                <a:lnTo>
                  <a:pt x="33408" y="22170"/>
                </a:lnTo>
                <a:lnTo>
                  <a:pt x="33663" y="21863"/>
                </a:lnTo>
                <a:lnTo>
                  <a:pt x="33868" y="21455"/>
                </a:lnTo>
                <a:lnTo>
                  <a:pt x="33970" y="21046"/>
                </a:lnTo>
                <a:lnTo>
                  <a:pt x="34072" y="20535"/>
                </a:lnTo>
                <a:lnTo>
                  <a:pt x="34123" y="20024"/>
                </a:lnTo>
                <a:lnTo>
                  <a:pt x="34072" y="19463"/>
                </a:lnTo>
                <a:lnTo>
                  <a:pt x="33970" y="18799"/>
                </a:lnTo>
                <a:lnTo>
                  <a:pt x="33817" y="18134"/>
                </a:lnTo>
                <a:lnTo>
                  <a:pt x="33612" y="17419"/>
                </a:lnTo>
                <a:lnTo>
                  <a:pt x="33357" y="16653"/>
                </a:lnTo>
                <a:lnTo>
                  <a:pt x="32999" y="15836"/>
                </a:lnTo>
                <a:lnTo>
                  <a:pt x="32642" y="15070"/>
                </a:lnTo>
                <a:lnTo>
                  <a:pt x="32284" y="14303"/>
                </a:lnTo>
                <a:lnTo>
                  <a:pt x="31876" y="13639"/>
                </a:lnTo>
                <a:lnTo>
                  <a:pt x="31467" y="13026"/>
                </a:lnTo>
                <a:lnTo>
                  <a:pt x="31058" y="12413"/>
                </a:lnTo>
                <a:lnTo>
                  <a:pt x="30599" y="11903"/>
                </a:lnTo>
                <a:lnTo>
                  <a:pt x="30139" y="11392"/>
                </a:lnTo>
                <a:lnTo>
                  <a:pt x="29679" y="10983"/>
                </a:lnTo>
                <a:lnTo>
                  <a:pt x="29168" y="10574"/>
                </a:lnTo>
                <a:lnTo>
                  <a:pt x="28709" y="10268"/>
                </a:lnTo>
                <a:lnTo>
                  <a:pt x="28198" y="9961"/>
                </a:lnTo>
                <a:lnTo>
                  <a:pt x="27687" y="9757"/>
                </a:lnTo>
                <a:lnTo>
                  <a:pt x="27176" y="9553"/>
                </a:lnTo>
                <a:lnTo>
                  <a:pt x="26665" y="9451"/>
                </a:lnTo>
                <a:lnTo>
                  <a:pt x="26154" y="9348"/>
                </a:lnTo>
                <a:close/>
                <a:moveTo>
                  <a:pt x="14355" y="9961"/>
                </a:moveTo>
                <a:lnTo>
                  <a:pt x="14048" y="10013"/>
                </a:lnTo>
                <a:lnTo>
                  <a:pt x="13537" y="10064"/>
                </a:lnTo>
                <a:lnTo>
                  <a:pt x="13078" y="10166"/>
                </a:lnTo>
                <a:lnTo>
                  <a:pt x="12669" y="10319"/>
                </a:lnTo>
                <a:lnTo>
                  <a:pt x="12311" y="10523"/>
                </a:lnTo>
                <a:lnTo>
                  <a:pt x="11954" y="10830"/>
                </a:lnTo>
                <a:lnTo>
                  <a:pt x="11698" y="11136"/>
                </a:lnTo>
                <a:lnTo>
                  <a:pt x="11494" y="11494"/>
                </a:lnTo>
                <a:lnTo>
                  <a:pt x="11392" y="11903"/>
                </a:lnTo>
                <a:lnTo>
                  <a:pt x="11290" y="12413"/>
                </a:lnTo>
                <a:lnTo>
                  <a:pt x="11239" y="12924"/>
                </a:lnTo>
                <a:lnTo>
                  <a:pt x="11290" y="13486"/>
                </a:lnTo>
                <a:lnTo>
                  <a:pt x="11341" y="14099"/>
                </a:lnTo>
                <a:lnTo>
                  <a:pt x="11494" y="14763"/>
                </a:lnTo>
                <a:lnTo>
                  <a:pt x="11698" y="15478"/>
                </a:lnTo>
                <a:lnTo>
                  <a:pt x="11954" y="16244"/>
                </a:lnTo>
                <a:lnTo>
                  <a:pt x="12311" y="17062"/>
                </a:lnTo>
                <a:lnTo>
                  <a:pt x="12669" y="17828"/>
                </a:lnTo>
                <a:lnTo>
                  <a:pt x="13078" y="18594"/>
                </a:lnTo>
                <a:lnTo>
                  <a:pt x="13486" y="19258"/>
                </a:lnTo>
                <a:lnTo>
                  <a:pt x="13895" y="19922"/>
                </a:lnTo>
                <a:lnTo>
                  <a:pt x="14304" y="20484"/>
                </a:lnTo>
                <a:lnTo>
                  <a:pt x="14763" y="21046"/>
                </a:lnTo>
                <a:lnTo>
                  <a:pt x="15223" y="21557"/>
                </a:lnTo>
                <a:lnTo>
                  <a:pt x="15683" y="21966"/>
                </a:lnTo>
                <a:lnTo>
                  <a:pt x="16194" y="22374"/>
                </a:lnTo>
                <a:lnTo>
                  <a:pt x="16704" y="22732"/>
                </a:lnTo>
                <a:lnTo>
                  <a:pt x="17164" y="23038"/>
                </a:lnTo>
                <a:lnTo>
                  <a:pt x="17675" y="23243"/>
                </a:lnTo>
                <a:lnTo>
                  <a:pt x="18186" y="23447"/>
                </a:lnTo>
                <a:lnTo>
                  <a:pt x="18748" y="23600"/>
                </a:lnTo>
                <a:lnTo>
                  <a:pt x="19258" y="23651"/>
                </a:lnTo>
                <a:lnTo>
                  <a:pt x="19769" y="23702"/>
                </a:lnTo>
                <a:lnTo>
                  <a:pt x="20076" y="23651"/>
                </a:lnTo>
                <a:lnTo>
                  <a:pt x="20587" y="23600"/>
                </a:lnTo>
                <a:lnTo>
                  <a:pt x="21046" y="23498"/>
                </a:lnTo>
                <a:lnTo>
                  <a:pt x="21455" y="23345"/>
                </a:lnTo>
                <a:lnTo>
                  <a:pt x="21864" y="23089"/>
                </a:lnTo>
                <a:lnTo>
                  <a:pt x="22170" y="22834"/>
                </a:lnTo>
                <a:lnTo>
                  <a:pt x="22426" y="22527"/>
                </a:lnTo>
                <a:lnTo>
                  <a:pt x="22630" y="22119"/>
                </a:lnTo>
                <a:lnTo>
                  <a:pt x="22732" y="21710"/>
                </a:lnTo>
                <a:lnTo>
                  <a:pt x="22834" y="21199"/>
                </a:lnTo>
                <a:lnTo>
                  <a:pt x="22885" y="20689"/>
                </a:lnTo>
                <a:lnTo>
                  <a:pt x="22834" y="20127"/>
                </a:lnTo>
                <a:lnTo>
                  <a:pt x="22732" y="19463"/>
                </a:lnTo>
                <a:lnTo>
                  <a:pt x="22579" y="18799"/>
                </a:lnTo>
                <a:lnTo>
                  <a:pt x="22374" y="18083"/>
                </a:lnTo>
                <a:lnTo>
                  <a:pt x="22119" y="17317"/>
                </a:lnTo>
                <a:lnTo>
                  <a:pt x="21761" y="16500"/>
                </a:lnTo>
                <a:lnTo>
                  <a:pt x="21404" y="15734"/>
                </a:lnTo>
                <a:lnTo>
                  <a:pt x="21046" y="14967"/>
                </a:lnTo>
                <a:lnTo>
                  <a:pt x="20638" y="14303"/>
                </a:lnTo>
                <a:lnTo>
                  <a:pt x="20229" y="13690"/>
                </a:lnTo>
                <a:lnTo>
                  <a:pt x="19769" y="13077"/>
                </a:lnTo>
                <a:lnTo>
                  <a:pt x="19361" y="12567"/>
                </a:lnTo>
                <a:lnTo>
                  <a:pt x="18901" y="12056"/>
                </a:lnTo>
                <a:lnTo>
                  <a:pt x="18441" y="11647"/>
                </a:lnTo>
                <a:lnTo>
                  <a:pt x="17930" y="11239"/>
                </a:lnTo>
                <a:lnTo>
                  <a:pt x="17471" y="10932"/>
                </a:lnTo>
                <a:lnTo>
                  <a:pt x="16960" y="10626"/>
                </a:lnTo>
                <a:lnTo>
                  <a:pt x="16449" y="10421"/>
                </a:lnTo>
                <a:lnTo>
                  <a:pt x="15938" y="10217"/>
                </a:lnTo>
                <a:lnTo>
                  <a:pt x="15427" y="10064"/>
                </a:lnTo>
                <a:lnTo>
                  <a:pt x="14917" y="10013"/>
                </a:lnTo>
                <a:lnTo>
                  <a:pt x="14355" y="9961"/>
                </a:lnTo>
                <a:close/>
                <a:moveTo>
                  <a:pt x="3117" y="10626"/>
                </a:moveTo>
                <a:lnTo>
                  <a:pt x="2810" y="10677"/>
                </a:lnTo>
                <a:lnTo>
                  <a:pt x="2299" y="10728"/>
                </a:lnTo>
                <a:lnTo>
                  <a:pt x="1840" y="10830"/>
                </a:lnTo>
                <a:lnTo>
                  <a:pt x="1431" y="10983"/>
                </a:lnTo>
                <a:lnTo>
                  <a:pt x="1022" y="11187"/>
                </a:lnTo>
                <a:lnTo>
                  <a:pt x="716" y="11494"/>
                </a:lnTo>
                <a:lnTo>
                  <a:pt x="460" y="11800"/>
                </a:lnTo>
                <a:lnTo>
                  <a:pt x="256" y="12158"/>
                </a:lnTo>
                <a:lnTo>
                  <a:pt x="103" y="12567"/>
                </a:lnTo>
                <a:lnTo>
                  <a:pt x="1" y="13026"/>
                </a:lnTo>
                <a:lnTo>
                  <a:pt x="1" y="13588"/>
                </a:lnTo>
                <a:lnTo>
                  <a:pt x="1" y="14150"/>
                </a:lnTo>
                <a:lnTo>
                  <a:pt x="103" y="14763"/>
                </a:lnTo>
                <a:lnTo>
                  <a:pt x="256" y="15427"/>
                </a:lnTo>
                <a:lnTo>
                  <a:pt x="460" y="16142"/>
                </a:lnTo>
                <a:lnTo>
                  <a:pt x="716" y="16909"/>
                </a:lnTo>
                <a:lnTo>
                  <a:pt x="1073" y="17726"/>
                </a:lnTo>
                <a:lnTo>
                  <a:pt x="1431" y="18492"/>
                </a:lnTo>
                <a:lnTo>
                  <a:pt x="1789" y="19258"/>
                </a:lnTo>
                <a:lnTo>
                  <a:pt x="2197" y="19922"/>
                </a:lnTo>
                <a:lnTo>
                  <a:pt x="2606" y="20586"/>
                </a:lnTo>
                <a:lnTo>
                  <a:pt x="3066" y="21148"/>
                </a:lnTo>
                <a:lnTo>
                  <a:pt x="3525" y="21710"/>
                </a:lnTo>
                <a:lnTo>
                  <a:pt x="3985" y="22221"/>
                </a:lnTo>
                <a:lnTo>
                  <a:pt x="4445" y="22630"/>
                </a:lnTo>
                <a:lnTo>
                  <a:pt x="4956" y="23038"/>
                </a:lnTo>
                <a:lnTo>
                  <a:pt x="5415" y="23396"/>
                </a:lnTo>
                <a:lnTo>
                  <a:pt x="5926" y="23651"/>
                </a:lnTo>
                <a:lnTo>
                  <a:pt x="6437" y="23907"/>
                </a:lnTo>
                <a:lnTo>
                  <a:pt x="6948" y="24111"/>
                </a:lnTo>
                <a:lnTo>
                  <a:pt x="7510" y="24213"/>
                </a:lnTo>
                <a:lnTo>
                  <a:pt x="8021" y="24315"/>
                </a:lnTo>
                <a:lnTo>
                  <a:pt x="8531" y="24366"/>
                </a:lnTo>
                <a:lnTo>
                  <a:pt x="8838" y="24315"/>
                </a:lnTo>
                <a:lnTo>
                  <a:pt x="9349" y="24264"/>
                </a:lnTo>
                <a:lnTo>
                  <a:pt x="9808" y="24162"/>
                </a:lnTo>
                <a:lnTo>
                  <a:pt x="10217" y="24009"/>
                </a:lnTo>
                <a:lnTo>
                  <a:pt x="10575" y="23753"/>
                </a:lnTo>
                <a:lnTo>
                  <a:pt x="10881" y="23498"/>
                </a:lnTo>
                <a:lnTo>
                  <a:pt x="11137" y="23192"/>
                </a:lnTo>
                <a:lnTo>
                  <a:pt x="11341" y="22783"/>
                </a:lnTo>
                <a:lnTo>
                  <a:pt x="11494" y="22374"/>
                </a:lnTo>
                <a:lnTo>
                  <a:pt x="11596" y="21863"/>
                </a:lnTo>
                <a:lnTo>
                  <a:pt x="11596" y="21353"/>
                </a:lnTo>
                <a:lnTo>
                  <a:pt x="11596" y="20740"/>
                </a:lnTo>
                <a:lnTo>
                  <a:pt x="11494" y="20127"/>
                </a:lnTo>
                <a:lnTo>
                  <a:pt x="11341" y="19463"/>
                </a:lnTo>
                <a:lnTo>
                  <a:pt x="11137" y="18747"/>
                </a:lnTo>
                <a:lnTo>
                  <a:pt x="10881" y="17981"/>
                </a:lnTo>
                <a:lnTo>
                  <a:pt x="10524" y="17164"/>
                </a:lnTo>
                <a:lnTo>
                  <a:pt x="10166" y="16398"/>
                </a:lnTo>
                <a:lnTo>
                  <a:pt x="9757" y="15631"/>
                </a:lnTo>
                <a:lnTo>
                  <a:pt x="9400" y="14967"/>
                </a:lnTo>
                <a:lnTo>
                  <a:pt x="8940" y="14354"/>
                </a:lnTo>
                <a:lnTo>
                  <a:pt x="8531" y="13741"/>
                </a:lnTo>
                <a:lnTo>
                  <a:pt x="8072" y="13231"/>
                </a:lnTo>
                <a:lnTo>
                  <a:pt x="7612" y="12720"/>
                </a:lnTo>
                <a:lnTo>
                  <a:pt x="7152" y="12311"/>
                </a:lnTo>
                <a:lnTo>
                  <a:pt x="6692" y="11903"/>
                </a:lnTo>
                <a:lnTo>
                  <a:pt x="6182" y="11596"/>
                </a:lnTo>
                <a:lnTo>
                  <a:pt x="5671" y="11290"/>
                </a:lnTo>
                <a:lnTo>
                  <a:pt x="5211" y="11034"/>
                </a:lnTo>
                <a:lnTo>
                  <a:pt x="4700" y="10881"/>
                </a:lnTo>
                <a:lnTo>
                  <a:pt x="4138" y="10728"/>
                </a:lnTo>
                <a:lnTo>
                  <a:pt x="3628" y="10677"/>
                </a:lnTo>
                <a:lnTo>
                  <a:pt x="3117" y="10626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0" name="Google Shape;590;p23"/>
          <p:cNvSpPr>
            <a:spLocks noGrp="1"/>
          </p:cNvSpPr>
          <p:nvPr/>
        </p:nvSpPr>
        <p:spPr>
          <a:xfrm flipH="1">
            <a:off x="9991592" y="2212963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10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1" y="1482"/>
                </a:lnTo>
                <a:lnTo>
                  <a:pt x="52" y="1175"/>
                </a:lnTo>
                <a:lnTo>
                  <a:pt x="52" y="869"/>
                </a:lnTo>
                <a:lnTo>
                  <a:pt x="154" y="665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80" y="1"/>
                </a:lnTo>
                <a:lnTo>
                  <a:pt x="1380" y="1"/>
                </a:lnTo>
                <a:lnTo>
                  <a:pt x="1840" y="52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25"/>
                </a:lnTo>
                <a:lnTo>
                  <a:pt x="5722" y="4802"/>
                </a:lnTo>
                <a:lnTo>
                  <a:pt x="5722" y="4802"/>
                </a:lnTo>
                <a:lnTo>
                  <a:pt x="6233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429"/>
                </a:lnTo>
                <a:lnTo>
                  <a:pt x="6794" y="8735"/>
                </a:lnTo>
                <a:lnTo>
                  <a:pt x="6743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437" y="9655"/>
                </a:lnTo>
                <a:lnTo>
                  <a:pt x="6233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20" y="9961"/>
                </a:lnTo>
                <a:lnTo>
                  <a:pt x="5620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1" name="Google Shape;591;p23"/>
          <p:cNvSpPr>
            <a:spLocks noGrp="1"/>
          </p:cNvSpPr>
          <p:nvPr/>
        </p:nvSpPr>
        <p:spPr>
          <a:xfrm flipH="1">
            <a:off x="10003840" y="2203321"/>
            <a:ext cx="59160" cy="70103"/>
          </a:xfrm>
          <a:custGeom>
            <a:avLst/>
            <a:gdLst/>
            <a:ahLst/>
            <a:cxnLst/>
            <a:rect l="l" t="t" r="r" b="b"/>
            <a:pathLst>
              <a:path w="11597" h="13742">
                <a:moveTo>
                  <a:pt x="3117" y="1"/>
                </a:moveTo>
                <a:lnTo>
                  <a:pt x="3117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22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03" y="1942"/>
                </a:lnTo>
                <a:lnTo>
                  <a:pt x="1" y="2401"/>
                </a:lnTo>
                <a:lnTo>
                  <a:pt x="1" y="2963"/>
                </a:lnTo>
                <a:lnTo>
                  <a:pt x="1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789" y="8633"/>
                </a:lnTo>
                <a:lnTo>
                  <a:pt x="2197" y="9297"/>
                </a:lnTo>
                <a:lnTo>
                  <a:pt x="2606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588"/>
                </a:lnTo>
                <a:lnTo>
                  <a:pt x="8021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5" y="13128"/>
                </a:lnTo>
                <a:lnTo>
                  <a:pt x="10881" y="12873"/>
                </a:lnTo>
                <a:lnTo>
                  <a:pt x="11137" y="12567"/>
                </a:lnTo>
                <a:lnTo>
                  <a:pt x="11341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838"/>
                </a:lnTo>
                <a:lnTo>
                  <a:pt x="11137" y="8122"/>
                </a:lnTo>
                <a:lnTo>
                  <a:pt x="10881" y="7356"/>
                </a:lnTo>
                <a:lnTo>
                  <a:pt x="10524" y="6539"/>
                </a:lnTo>
                <a:lnTo>
                  <a:pt x="10524" y="6539"/>
                </a:lnTo>
                <a:lnTo>
                  <a:pt x="10166" y="5773"/>
                </a:lnTo>
                <a:lnTo>
                  <a:pt x="9757" y="5006"/>
                </a:lnTo>
                <a:lnTo>
                  <a:pt x="9400" y="4342"/>
                </a:lnTo>
                <a:lnTo>
                  <a:pt x="8940" y="3729"/>
                </a:lnTo>
                <a:lnTo>
                  <a:pt x="8531" y="3116"/>
                </a:lnTo>
                <a:lnTo>
                  <a:pt x="8072" y="2606"/>
                </a:lnTo>
                <a:lnTo>
                  <a:pt x="7612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2" y="971"/>
                </a:lnTo>
                <a:lnTo>
                  <a:pt x="567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8" y="52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2" name="Google Shape;592;p23"/>
          <p:cNvSpPr>
            <a:spLocks noGrp="1"/>
          </p:cNvSpPr>
          <p:nvPr/>
        </p:nvSpPr>
        <p:spPr>
          <a:xfrm flipH="1">
            <a:off x="9934003" y="2209575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15" y="9961"/>
                </a:moveTo>
                <a:lnTo>
                  <a:pt x="5415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394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0"/>
                </a:lnTo>
                <a:lnTo>
                  <a:pt x="154" y="270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16" y="103"/>
                </a:lnTo>
                <a:lnTo>
                  <a:pt x="971" y="52"/>
                </a:lnTo>
                <a:lnTo>
                  <a:pt x="1175" y="0"/>
                </a:lnTo>
                <a:lnTo>
                  <a:pt x="1175" y="0"/>
                </a:lnTo>
                <a:lnTo>
                  <a:pt x="1329" y="0"/>
                </a:lnTo>
                <a:lnTo>
                  <a:pt x="1329" y="0"/>
                </a:lnTo>
                <a:lnTo>
                  <a:pt x="1840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3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8" y="9859"/>
                </a:lnTo>
                <a:lnTo>
                  <a:pt x="577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15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3" name="Google Shape;593;p23"/>
          <p:cNvSpPr>
            <a:spLocks noGrp="1"/>
          </p:cNvSpPr>
          <p:nvPr/>
        </p:nvSpPr>
        <p:spPr>
          <a:xfrm flipH="1">
            <a:off x="9946511" y="2199933"/>
            <a:ext cx="59420" cy="70103"/>
          </a:xfrm>
          <a:custGeom>
            <a:avLst/>
            <a:gdLst/>
            <a:ahLst/>
            <a:cxnLst/>
            <a:rect l="l" t="t" r="r" b="b"/>
            <a:pathLst>
              <a:path w="11648" h="13742">
                <a:moveTo>
                  <a:pt x="3117" y="0"/>
                </a:moveTo>
                <a:lnTo>
                  <a:pt x="3117" y="0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40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6" y="869"/>
                </a:lnTo>
                <a:lnTo>
                  <a:pt x="460" y="1175"/>
                </a:lnTo>
                <a:lnTo>
                  <a:pt x="256" y="1533"/>
                </a:lnTo>
                <a:lnTo>
                  <a:pt x="154" y="1942"/>
                </a:lnTo>
                <a:lnTo>
                  <a:pt x="52" y="2452"/>
                </a:lnTo>
                <a:lnTo>
                  <a:pt x="1" y="2963"/>
                </a:lnTo>
                <a:lnTo>
                  <a:pt x="52" y="3525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83"/>
                </a:lnTo>
                <a:lnTo>
                  <a:pt x="1073" y="7101"/>
                </a:lnTo>
                <a:lnTo>
                  <a:pt x="1073" y="7101"/>
                </a:lnTo>
                <a:lnTo>
                  <a:pt x="1431" y="7867"/>
                </a:lnTo>
                <a:lnTo>
                  <a:pt x="1840" y="8633"/>
                </a:lnTo>
                <a:lnTo>
                  <a:pt x="2248" y="9297"/>
                </a:lnTo>
                <a:lnTo>
                  <a:pt x="2657" y="9961"/>
                </a:lnTo>
                <a:lnTo>
                  <a:pt x="3066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5" y="12005"/>
                </a:lnTo>
                <a:lnTo>
                  <a:pt x="4956" y="12413"/>
                </a:lnTo>
                <a:lnTo>
                  <a:pt x="5466" y="12771"/>
                </a:lnTo>
                <a:lnTo>
                  <a:pt x="5926" y="13077"/>
                </a:lnTo>
                <a:lnTo>
                  <a:pt x="6437" y="13282"/>
                </a:lnTo>
                <a:lnTo>
                  <a:pt x="6948" y="13486"/>
                </a:lnTo>
                <a:lnTo>
                  <a:pt x="7510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626" y="13128"/>
                </a:lnTo>
                <a:lnTo>
                  <a:pt x="10932" y="12873"/>
                </a:lnTo>
                <a:lnTo>
                  <a:pt x="11188" y="12566"/>
                </a:lnTo>
                <a:lnTo>
                  <a:pt x="11392" y="12158"/>
                </a:lnTo>
                <a:lnTo>
                  <a:pt x="11494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4" y="9502"/>
                </a:lnTo>
                <a:lnTo>
                  <a:pt x="11341" y="8838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73"/>
                </a:lnTo>
                <a:lnTo>
                  <a:pt x="9808" y="5006"/>
                </a:lnTo>
                <a:lnTo>
                  <a:pt x="9400" y="4342"/>
                </a:lnTo>
                <a:lnTo>
                  <a:pt x="8991" y="3729"/>
                </a:lnTo>
                <a:lnTo>
                  <a:pt x="8531" y="3116"/>
                </a:lnTo>
                <a:lnTo>
                  <a:pt x="8123" y="2606"/>
                </a:lnTo>
                <a:lnTo>
                  <a:pt x="7663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3" y="971"/>
                </a:lnTo>
                <a:lnTo>
                  <a:pt x="5722" y="665"/>
                </a:lnTo>
                <a:lnTo>
                  <a:pt x="5211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9" y="52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4" name="Google Shape;594;p23"/>
          <p:cNvSpPr>
            <a:spLocks noGrp="1"/>
          </p:cNvSpPr>
          <p:nvPr/>
        </p:nvSpPr>
        <p:spPr>
          <a:xfrm flipH="1">
            <a:off x="9876673" y="2206188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225"/>
                </a:lnTo>
                <a:lnTo>
                  <a:pt x="2197" y="7356"/>
                </a:lnTo>
                <a:lnTo>
                  <a:pt x="1635" y="6335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5" y="2708"/>
                </a:lnTo>
                <a:lnTo>
                  <a:pt x="103" y="2248"/>
                </a:lnTo>
                <a:lnTo>
                  <a:pt x="1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0"/>
                </a:lnTo>
                <a:lnTo>
                  <a:pt x="1226" y="0"/>
                </a:lnTo>
                <a:lnTo>
                  <a:pt x="1329" y="0"/>
                </a:lnTo>
                <a:lnTo>
                  <a:pt x="1329" y="0"/>
                </a:lnTo>
                <a:lnTo>
                  <a:pt x="1839" y="52"/>
                </a:lnTo>
                <a:lnTo>
                  <a:pt x="2095" y="154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3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429"/>
                </a:lnTo>
                <a:lnTo>
                  <a:pt x="6743" y="8735"/>
                </a:lnTo>
                <a:lnTo>
                  <a:pt x="6692" y="9042"/>
                </a:lnTo>
                <a:lnTo>
                  <a:pt x="6641" y="9246"/>
                </a:lnTo>
                <a:lnTo>
                  <a:pt x="6539" y="9450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5" name="Google Shape;595;p23"/>
          <p:cNvSpPr>
            <a:spLocks noGrp="1"/>
          </p:cNvSpPr>
          <p:nvPr/>
        </p:nvSpPr>
        <p:spPr>
          <a:xfrm flipH="1">
            <a:off x="9889181" y="2196807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8" y="0"/>
                </a:moveTo>
                <a:lnTo>
                  <a:pt x="3168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2"/>
                </a:lnTo>
                <a:lnTo>
                  <a:pt x="1840" y="154"/>
                </a:lnTo>
                <a:lnTo>
                  <a:pt x="1431" y="307"/>
                </a:lnTo>
                <a:lnTo>
                  <a:pt x="1073" y="511"/>
                </a:lnTo>
                <a:lnTo>
                  <a:pt x="767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4" y="1891"/>
                </a:lnTo>
                <a:lnTo>
                  <a:pt x="52" y="2401"/>
                </a:lnTo>
                <a:lnTo>
                  <a:pt x="1" y="2912"/>
                </a:lnTo>
                <a:lnTo>
                  <a:pt x="52" y="3474"/>
                </a:lnTo>
                <a:lnTo>
                  <a:pt x="154" y="4087"/>
                </a:lnTo>
                <a:lnTo>
                  <a:pt x="256" y="4751"/>
                </a:lnTo>
                <a:lnTo>
                  <a:pt x="511" y="5466"/>
                </a:lnTo>
                <a:lnTo>
                  <a:pt x="767" y="6232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40" y="8582"/>
                </a:lnTo>
                <a:lnTo>
                  <a:pt x="2248" y="9246"/>
                </a:lnTo>
                <a:lnTo>
                  <a:pt x="2657" y="9910"/>
                </a:lnTo>
                <a:lnTo>
                  <a:pt x="3117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1954"/>
                </a:lnTo>
                <a:lnTo>
                  <a:pt x="4956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8" y="13231"/>
                </a:lnTo>
                <a:lnTo>
                  <a:pt x="6999" y="13435"/>
                </a:lnTo>
                <a:lnTo>
                  <a:pt x="7510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68" y="13333"/>
                </a:lnTo>
                <a:lnTo>
                  <a:pt x="10626" y="13077"/>
                </a:lnTo>
                <a:lnTo>
                  <a:pt x="10932" y="12822"/>
                </a:lnTo>
                <a:lnTo>
                  <a:pt x="11187" y="12515"/>
                </a:lnTo>
                <a:lnTo>
                  <a:pt x="11392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647" y="10676"/>
                </a:lnTo>
                <a:lnTo>
                  <a:pt x="11596" y="10115"/>
                </a:lnTo>
                <a:lnTo>
                  <a:pt x="11494" y="9451"/>
                </a:lnTo>
                <a:lnTo>
                  <a:pt x="11341" y="8786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4955"/>
                </a:lnTo>
                <a:lnTo>
                  <a:pt x="9400" y="4291"/>
                </a:lnTo>
                <a:lnTo>
                  <a:pt x="8991" y="3678"/>
                </a:lnTo>
                <a:lnTo>
                  <a:pt x="8582" y="3065"/>
                </a:lnTo>
                <a:lnTo>
                  <a:pt x="8123" y="2555"/>
                </a:lnTo>
                <a:lnTo>
                  <a:pt x="7663" y="2044"/>
                </a:lnTo>
                <a:lnTo>
                  <a:pt x="7203" y="1635"/>
                </a:lnTo>
                <a:lnTo>
                  <a:pt x="6692" y="1226"/>
                </a:lnTo>
                <a:lnTo>
                  <a:pt x="6233" y="920"/>
                </a:lnTo>
                <a:lnTo>
                  <a:pt x="5722" y="613"/>
                </a:lnTo>
                <a:lnTo>
                  <a:pt x="5211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0"/>
                </a:lnTo>
                <a:lnTo>
                  <a:pt x="316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6" name="Google Shape;596;p23"/>
          <p:cNvSpPr>
            <a:spLocks noGrp="1"/>
          </p:cNvSpPr>
          <p:nvPr/>
        </p:nvSpPr>
        <p:spPr>
          <a:xfrm flipH="1">
            <a:off x="9819344" y="2202800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1"/>
                </a:moveTo>
                <a:lnTo>
                  <a:pt x="5466" y="9961"/>
                </a:lnTo>
                <a:lnTo>
                  <a:pt x="5211" y="9961"/>
                </a:lnTo>
                <a:lnTo>
                  <a:pt x="4955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934" y="9348"/>
                </a:lnTo>
                <a:lnTo>
                  <a:pt x="3372" y="8889"/>
                </a:lnTo>
                <a:lnTo>
                  <a:pt x="2810" y="8224"/>
                </a:lnTo>
                <a:lnTo>
                  <a:pt x="2248" y="7356"/>
                </a:lnTo>
                <a:lnTo>
                  <a:pt x="1635" y="6334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80"/>
                </a:lnTo>
                <a:lnTo>
                  <a:pt x="205" y="2708"/>
                </a:lnTo>
                <a:lnTo>
                  <a:pt x="103" y="2248"/>
                </a:lnTo>
                <a:lnTo>
                  <a:pt x="52" y="1839"/>
                </a:lnTo>
                <a:lnTo>
                  <a:pt x="0" y="1482"/>
                </a:lnTo>
                <a:lnTo>
                  <a:pt x="0" y="1175"/>
                </a:lnTo>
                <a:lnTo>
                  <a:pt x="52" y="920"/>
                </a:lnTo>
                <a:lnTo>
                  <a:pt x="154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80" y="0"/>
                </a:lnTo>
                <a:lnTo>
                  <a:pt x="1380" y="0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54"/>
                </a:lnTo>
                <a:lnTo>
                  <a:pt x="5109" y="3576"/>
                </a:lnTo>
                <a:lnTo>
                  <a:pt x="5722" y="4802"/>
                </a:lnTo>
                <a:lnTo>
                  <a:pt x="5722" y="4802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71"/>
                </a:lnTo>
                <a:lnTo>
                  <a:pt x="6794" y="8429"/>
                </a:lnTo>
                <a:lnTo>
                  <a:pt x="6743" y="8735"/>
                </a:lnTo>
                <a:lnTo>
                  <a:pt x="6743" y="9042"/>
                </a:lnTo>
                <a:lnTo>
                  <a:pt x="6641" y="9297"/>
                </a:lnTo>
                <a:lnTo>
                  <a:pt x="6539" y="9501"/>
                </a:lnTo>
                <a:lnTo>
                  <a:pt x="6386" y="9655"/>
                </a:lnTo>
                <a:lnTo>
                  <a:pt x="6232" y="9757"/>
                </a:lnTo>
                <a:lnTo>
                  <a:pt x="6028" y="9859"/>
                </a:lnTo>
                <a:lnTo>
                  <a:pt x="5824" y="9910"/>
                </a:lnTo>
                <a:lnTo>
                  <a:pt x="5619" y="9961"/>
                </a:lnTo>
                <a:lnTo>
                  <a:pt x="5619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7" name="Google Shape;597;p23"/>
          <p:cNvSpPr>
            <a:spLocks noGrp="1"/>
          </p:cNvSpPr>
          <p:nvPr/>
        </p:nvSpPr>
        <p:spPr>
          <a:xfrm flipH="1">
            <a:off x="9831592" y="2193419"/>
            <a:ext cx="59160" cy="69843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0"/>
                </a:moveTo>
                <a:lnTo>
                  <a:pt x="3117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2"/>
                </a:lnTo>
                <a:lnTo>
                  <a:pt x="1840" y="154"/>
                </a:lnTo>
                <a:lnTo>
                  <a:pt x="1380" y="307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482"/>
                </a:lnTo>
                <a:lnTo>
                  <a:pt x="103" y="1942"/>
                </a:lnTo>
                <a:lnTo>
                  <a:pt x="1" y="2401"/>
                </a:lnTo>
                <a:lnTo>
                  <a:pt x="1" y="2912"/>
                </a:lnTo>
                <a:lnTo>
                  <a:pt x="1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6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16"/>
                </a:lnTo>
                <a:lnTo>
                  <a:pt x="1788" y="8582"/>
                </a:lnTo>
                <a:lnTo>
                  <a:pt x="2197" y="9246"/>
                </a:lnTo>
                <a:lnTo>
                  <a:pt x="2606" y="9910"/>
                </a:lnTo>
                <a:lnTo>
                  <a:pt x="3066" y="10472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6" y="12362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31"/>
                </a:lnTo>
                <a:lnTo>
                  <a:pt x="6948" y="13435"/>
                </a:lnTo>
                <a:lnTo>
                  <a:pt x="745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8" y="13690"/>
                </a:lnTo>
                <a:lnTo>
                  <a:pt x="8838" y="13690"/>
                </a:lnTo>
                <a:lnTo>
                  <a:pt x="9349" y="13588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22"/>
                </a:lnTo>
                <a:lnTo>
                  <a:pt x="11136" y="12515"/>
                </a:lnTo>
                <a:lnTo>
                  <a:pt x="11341" y="12107"/>
                </a:lnTo>
                <a:lnTo>
                  <a:pt x="11494" y="11698"/>
                </a:lnTo>
                <a:lnTo>
                  <a:pt x="11596" y="11187"/>
                </a:lnTo>
                <a:lnTo>
                  <a:pt x="11596" y="10676"/>
                </a:lnTo>
                <a:lnTo>
                  <a:pt x="11596" y="10115"/>
                </a:lnTo>
                <a:lnTo>
                  <a:pt x="11494" y="9450"/>
                </a:lnTo>
                <a:lnTo>
                  <a:pt x="11341" y="8786"/>
                </a:lnTo>
                <a:lnTo>
                  <a:pt x="11136" y="8071"/>
                </a:lnTo>
                <a:lnTo>
                  <a:pt x="10830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6"/>
                </a:lnTo>
                <a:lnTo>
                  <a:pt x="9349" y="4291"/>
                </a:lnTo>
                <a:lnTo>
                  <a:pt x="8940" y="3678"/>
                </a:lnTo>
                <a:lnTo>
                  <a:pt x="8531" y="3065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5"/>
                </a:lnTo>
                <a:lnTo>
                  <a:pt x="6692" y="1226"/>
                </a:lnTo>
                <a:lnTo>
                  <a:pt x="6181" y="920"/>
                </a:lnTo>
                <a:lnTo>
                  <a:pt x="5671" y="613"/>
                </a:lnTo>
                <a:lnTo>
                  <a:pt x="5160" y="409"/>
                </a:lnTo>
                <a:lnTo>
                  <a:pt x="4649" y="205"/>
                </a:lnTo>
                <a:lnTo>
                  <a:pt x="4138" y="103"/>
                </a:lnTo>
                <a:lnTo>
                  <a:pt x="3627" y="0"/>
                </a:lnTo>
                <a:lnTo>
                  <a:pt x="311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8" name="Google Shape;598;p23"/>
          <p:cNvSpPr>
            <a:spLocks noGrp="1"/>
          </p:cNvSpPr>
          <p:nvPr/>
        </p:nvSpPr>
        <p:spPr>
          <a:xfrm flipH="1">
            <a:off x="9739604" y="2198108"/>
            <a:ext cx="34663" cy="50819"/>
          </a:xfrm>
          <a:custGeom>
            <a:avLst/>
            <a:gdLst/>
            <a:ahLst/>
            <a:cxnLst/>
            <a:rect l="l" t="t" r="r" b="b"/>
            <a:pathLst>
              <a:path w="6795" h="9962">
                <a:moveTo>
                  <a:pt x="5466" y="9962"/>
                </a:moveTo>
                <a:lnTo>
                  <a:pt x="5466" y="9962"/>
                </a:lnTo>
                <a:lnTo>
                  <a:pt x="5211" y="9962"/>
                </a:lnTo>
                <a:lnTo>
                  <a:pt x="4955" y="9911"/>
                </a:lnTo>
                <a:lnTo>
                  <a:pt x="4700" y="9809"/>
                </a:lnTo>
                <a:lnTo>
                  <a:pt x="4444" y="9706"/>
                </a:lnTo>
                <a:lnTo>
                  <a:pt x="3934" y="9349"/>
                </a:lnTo>
                <a:lnTo>
                  <a:pt x="3372" y="8889"/>
                </a:lnTo>
                <a:lnTo>
                  <a:pt x="2810" y="8225"/>
                </a:lnTo>
                <a:lnTo>
                  <a:pt x="2248" y="7357"/>
                </a:lnTo>
                <a:lnTo>
                  <a:pt x="1635" y="6335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5" y="2708"/>
                </a:lnTo>
                <a:lnTo>
                  <a:pt x="103" y="2248"/>
                </a:lnTo>
                <a:lnTo>
                  <a:pt x="51" y="1840"/>
                </a:lnTo>
                <a:lnTo>
                  <a:pt x="0" y="1482"/>
                </a:lnTo>
                <a:lnTo>
                  <a:pt x="51" y="1176"/>
                </a:lnTo>
                <a:lnTo>
                  <a:pt x="51" y="920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205"/>
                </a:lnTo>
                <a:lnTo>
                  <a:pt x="767" y="103"/>
                </a:lnTo>
                <a:lnTo>
                  <a:pt x="971" y="52"/>
                </a:lnTo>
                <a:lnTo>
                  <a:pt x="1226" y="52"/>
                </a:lnTo>
                <a:lnTo>
                  <a:pt x="1226" y="52"/>
                </a:lnTo>
                <a:lnTo>
                  <a:pt x="1380" y="1"/>
                </a:lnTo>
                <a:lnTo>
                  <a:pt x="1380" y="1"/>
                </a:lnTo>
                <a:lnTo>
                  <a:pt x="1839" y="103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74"/>
                </a:lnTo>
                <a:lnTo>
                  <a:pt x="3985" y="1687"/>
                </a:lnTo>
                <a:lnTo>
                  <a:pt x="4547" y="2555"/>
                </a:lnTo>
                <a:lnTo>
                  <a:pt x="5109" y="3577"/>
                </a:lnTo>
                <a:lnTo>
                  <a:pt x="5722" y="4803"/>
                </a:lnTo>
                <a:lnTo>
                  <a:pt x="5722" y="4803"/>
                </a:lnTo>
                <a:lnTo>
                  <a:pt x="6232" y="6080"/>
                </a:lnTo>
                <a:lnTo>
                  <a:pt x="6590" y="7152"/>
                </a:lnTo>
                <a:lnTo>
                  <a:pt x="6743" y="8072"/>
                </a:lnTo>
                <a:lnTo>
                  <a:pt x="6794" y="8429"/>
                </a:lnTo>
                <a:lnTo>
                  <a:pt x="6794" y="8736"/>
                </a:lnTo>
                <a:lnTo>
                  <a:pt x="6743" y="9042"/>
                </a:lnTo>
                <a:lnTo>
                  <a:pt x="6641" y="9298"/>
                </a:lnTo>
                <a:lnTo>
                  <a:pt x="6539" y="9502"/>
                </a:lnTo>
                <a:lnTo>
                  <a:pt x="6437" y="9655"/>
                </a:lnTo>
                <a:lnTo>
                  <a:pt x="6232" y="9757"/>
                </a:lnTo>
                <a:lnTo>
                  <a:pt x="6079" y="9860"/>
                </a:lnTo>
                <a:lnTo>
                  <a:pt x="5824" y="9911"/>
                </a:lnTo>
                <a:lnTo>
                  <a:pt x="5619" y="9962"/>
                </a:lnTo>
                <a:lnTo>
                  <a:pt x="5619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9" name="Google Shape;599;p23"/>
          <p:cNvSpPr>
            <a:spLocks noGrp="1"/>
          </p:cNvSpPr>
          <p:nvPr/>
        </p:nvSpPr>
        <p:spPr>
          <a:xfrm flipH="1">
            <a:off x="9751853" y="2188725"/>
            <a:ext cx="59160" cy="69843"/>
          </a:xfrm>
          <a:custGeom>
            <a:avLst/>
            <a:gdLst/>
            <a:ahLst/>
            <a:cxnLst/>
            <a:rect l="l" t="t" r="r" b="b"/>
            <a:pathLst>
              <a:path w="11597" h="13691">
                <a:moveTo>
                  <a:pt x="3117" y="1"/>
                </a:moveTo>
                <a:lnTo>
                  <a:pt x="3117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22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1" y="2402"/>
                </a:lnTo>
                <a:lnTo>
                  <a:pt x="1" y="2913"/>
                </a:lnTo>
                <a:lnTo>
                  <a:pt x="1" y="3475"/>
                </a:lnTo>
                <a:lnTo>
                  <a:pt x="103" y="4087"/>
                </a:lnTo>
                <a:lnTo>
                  <a:pt x="256" y="4752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788" y="8583"/>
                </a:lnTo>
                <a:lnTo>
                  <a:pt x="2197" y="9247"/>
                </a:lnTo>
                <a:lnTo>
                  <a:pt x="2606" y="9911"/>
                </a:lnTo>
                <a:lnTo>
                  <a:pt x="3065" y="10524"/>
                </a:lnTo>
                <a:lnTo>
                  <a:pt x="3525" y="11035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15" y="12720"/>
                </a:lnTo>
                <a:lnTo>
                  <a:pt x="5926" y="13027"/>
                </a:lnTo>
                <a:lnTo>
                  <a:pt x="6437" y="13231"/>
                </a:lnTo>
                <a:lnTo>
                  <a:pt x="6948" y="13435"/>
                </a:lnTo>
                <a:lnTo>
                  <a:pt x="7458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596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757" y="5007"/>
                </a:lnTo>
                <a:lnTo>
                  <a:pt x="9400" y="4292"/>
                </a:lnTo>
                <a:lnTo>
                  <a:pt x="8940" y="3679"/>
                </a:lnTo>
                <a:lnTo>
                  <a:pt x="8531" y="3066"/>
                </a:lnTo>
                <a:lnTo>
                  <a:pt x="8071" y="2555"/>
                </a:lnTo>
                <a:lnTo>
                  <a:pt x="7612" y="2044"/>
                </a:lnTo>
                <a:lnTo>
                  <a:pt x="7152" y="1636"/>
                </a:lnTo>
                <a:lnTo>
                  <a:pt x="6692" y="1227"/>
                </a:lnTo>
                <a:lnTo>
                  <a:pt x="6181" y="920"/>
                </a:lnTo>
                <a:lnTo>
                  <a:pt x="5671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38" y="103"/>
                </a:lnTo>
                <a:lnTo>
                  <a:pt x="3627" y="1"/>
                </a:lnTo>
                <a:lnTo>
                  <a:pt x="311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0" name="Google Shape;600;p23"/>
          <p:cNvSpPr>
            <a:spLocks noGrp="1"/>
          </p:cNvSpPr>
          <p:nvPr/>
        </p:nvSpPr>
        <p:spPr>
          <a:xfrm flipH="1">
            <a:off x="9682015" y="2194980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15" y="9911"/>
                </a:moveTo>
                <a:lnTo>
                  <a:pt x="5415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393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6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154" y="2657"/>
                </a:lnTo>
                <a:lnTo>
                  <a:pt x="0" y="1789"/>
                </a:lnTo>
                <a:lnTo>
                  <a:pt x="0" y="1431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05" y="461"/>
                </a:lnTo>
                <a:lnTo>
                  <a:pt x="358" y="256"/>
                </a:lnTo>
                <a:lnTo>
                  <a:pt x="562" y="154"/>
                </a:lnTo>
                <a:lnTo>
                  <a:pt x="716" y="52"/>
                </a:lnTo>
                <a:lnTo>
                  <a:pt x="971" y="1"/>
                </a:lnTo>
                <a:lnTo>
                  <a:pt x="1175" y="1"/>
                </a:lnTo>
                <a:lnTo>
                  <a:pt x="1175" y="1"/>
                </a:lnTo>
                <a:lnTo>
                  <a:pt x="1329" y="1"/>
                </a:lnTo>
                <a:lnTo>
                  <a:pt x="1329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3"/>
                </a:lnTo>
                <a:lnTo>
                  <a:pt x="3934" y="1636"/>
                </a:lnTo>
                <a:lnTo>
                  <a:pt x="4496" y="2504"/>
                </a:lnTo>
                <a:lnTo>
                  <a:pt x="5109" y="3526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9"/>
                </a:lnTo>
                <a:lnTo>
                  <a:pt x="6539" y="7101"/>
                </a:lnTo>
                <a:lnTo>
                  <a:pt x="6692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488" y="9451"/>
                </a:lnTo>
                <a:lnTo>
                  <a:pt x="6386" y="9604"/>
                </a:lnTo>
                <a:lnTo>
                  <a:pt x="6232" y="9706"/>
                </a:lnTo>
                <a:lnTo>
                  <a:pt x="6028" y="9809"/>
                </a:lnTo>
                <a:lnTo>
                  <a:pt x="5773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15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1" name="Google Shape;601;p23"/>
          <p:cNvSpPr>
            <a:spLocks noGrp="1"/>
          </p:cNvSpPr>
          <p:nvPr/>
        </p:nvSpPr>
        <p:spPr>
          <a:xfrm flipH="1">
            <a:off x="9694524" y="2185339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07"/>
                </a:lnTo>
                <a:lnTo>
                  <a:pt x="1073" y="563"/>
                </a:lnTo>
                <a:lnTo>
                  <a:pt x="716" y="818"/>
                </a:lnTo>
                <a:lnTo>
                  <a:pt x="460" y="1125"/>
                </a:lnTo>
                <a:lnTo>
                  <a:pt x="256" y="1482"/>
                </a:lnTo>
                <a:lnTo>
                  <a:pt x="103" y="1942"/>
                </a:lnTo>
                <a:lnTo>
                  <a:pt x="52" y="2402"/>
                </a:lnTo>
                <a:lnTo>
                  <a:pt x="0" y="2913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16"/>
                </a:lnTo>
                <a:lnTo>
                  <a:pt x="1839" y="8583"/>
                </a:lnTo>
                <a:lnTo>
                  <a:pt x="2197" y="9247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45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26" y="13027"/>
                </a:lnTo>
                <a:lnTo>
                  <a:pt x="6437" y="13282"/>
                </a:lnTo>
                <a:lnTo>
                  <a:pt x="6948" y="13435"/>
                </a:lnTo>
                <a:lnTo>
                  <a:pt x="7509" y="13589"/>
                </a:lnTo>
                <a:lnTo>
                  <a:pt x="8020" y="13640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17" y="13333"/>
                </a:lnTo>
                <a:lnTo>
                  <a:pt x="10574" y="13129"/>
                </a:lnTo>
                <a:lnTo>
                  <a:pt x="10881" y="12822"/>
                </a:lnTo>
                <a:lnTo>
                  <a:pt x="11136" y="12516"/>
                </a:lnTo>
                <a:lnTo>
                  <a:pt x="11341" y="12107"/>
                </a:lnTo>
                <a:lnTo>
                  <a:pt x="11494" y="11699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6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152" y="1636"/>
                </a:lnTo>
                <a:lnTo>
                  <a:pt x="6692" y="1278"/>
                </a:lnTo>
                <a:lnTo>
                  <a:pt x="6181" y="920"/>
                </a:lnTo>
                <a:lnTo>
                  <a:pt x="5722" y="614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27" y="1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2" name="Google Shape;602;p23"/>
          <p:cNvSpPr>
            <a:spLocks noGrp="1"/>
          </p:cNvSpPr>
          <p:nvPr/>
        </p:nvSpPr>
        <p:spPr>
          <a:xfrm flipH="1">
            <a:off x="9624685" y="2191593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757"/>
                </a:lnTo>
                <a:lnTo>
                  <a:pt x="4444" y="9655"/>
                </a:lnTo>
                <a:lnTo>
                  <a:pt x="3883" y="9349"/>
                </a:lnTo>
                <a:lnTo>
                  <a:pt x="3321" y="8838"/>
                </a:lnTo>
                <a:lnTo>
                  <a:pt x="2759" y="8174"/>
                </a:lnTo>
                <a:lnTo>
                  <a:pt x="2197" y="7305"/>
                </a:lnTo>
                <a:lnTo>
                  <a:pt x="1635" y="6284"/>
                </a:lnTo>
                <a:lnTo>
                  <a:pt x="1022" y="5007"/>
                </a:lnTo>
                <a:lnTo>
                  <a:pt x="1022" y="5007"/>
                </a:lnTo>
                <a:lnTo>
                  <a:pt x="511" y="3730"/>
                </a:lnTo>
                <a:lnTo>
                  <a:pt x="205" y="2657"/>
                </a:lnTo>
                <a:lnTo>
                  <a:pt x="51" y="2248"/>
                </a:lnTo>
                <a:lnTo>
                  <a:pt x="0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03" y="614"/>
                </a:lnTo>
                <a:lnTo>
                  <a:pt x="256" y="461"/>
                </a:lnTo>
                <a:lnTo>
                  <a:pt x="358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34" y="1687"/>
                </a:lnTo>
                <a:lnTo>
                  <a:pt x="4496" y="2504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28"/>
                </a:lnTo>
                <a:lnTo>
                  <a:pt x="6539" y="7101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685"/>
                </a:lnTo>
                <a:lnTo>
                  <a:pt x="6692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6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3" name="Google Shape;603;p23"/>
          <p:cNvSpPr>
            <a:spLocks noGrp="1"/>
          </p:cNvSpPr>
          <p:nvPr/>
        </p:nvSpPr>
        <p:spPr>
          <a:xfrm flipH="1">
            <a:off x="9637195" y="2181951"/>
            <a:ext cx="59420" cy="69843"/>
          </a:xfrm>
          <a:custGeom>
            <a:avLst/>
            <a:gdLst/>
            <a:ahLst/>
            <a:cxnLst/>
            <a:rect l="l" t="t" r="r" b="b"/>
            <a:pathLst>
              <a:path w="11648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2" y="2402"/>
                </a:lnTo>
                <a:lnTo>
                  <a:pt x="0" y="2912"/>
                </a:lnTo>
                <a:lnTo>
                  <a:pt x="52" y="3474"/>
                </a:lnTo>
                <a:lnTo>
                  <a:pt x="103" y="4087"/>
                </a:lnTo>
                <a:lnTo>
                  <a:pt x="256" y="4751"/>
                </a:lnTo>
                <a:lnTo>
                  <a:pt x="460" y="5467"/>
                </a:lnTo>
                <a:lnTo>
                  <a:pt x="71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3"/>
                </a:lnTo>
                <a:lnTo>
                  <a:pt x="2248" y="9298"/>
                </a:lnTo>
                <a:lnTo>
                  <a:pt x="2657" y="9911"/>
                </a:lnTo>
                <a:lnTo>
                  <a:pt x="3065" y="10524"/>
                </a:lnTo>
                <a:lnTo>
                  <a:pt x="3525" y="11034"/>
                </a:lnTo>
                <a:lnTo>
                  <a:pt x="3985" y="11545"/>
                </a:lnTo>
                <a:lnTo>
                  <a:pt x="4496" y="12005"/>
                </a:lnTo>
                <a:lnTo>
                  <a:pt x="4955" y="12363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8" y="13691"/>
                </a:lnTo>
                <a:lnTo>
                  <a:pt x="8838" y="13691"/>
                </a:lnTo>
                <a:lnTo>
                  <a:pt x="9348" y="13640"/>
                </a:lnTo>
                <a:lnTo>
                  <a:pt x="9808" y="13486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494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596" y="10115"/>
                </a:lnTo>
                <a:lnTo>
                  <a:pt x="11494" y="9502"/>
                </a:lnTo>
                <a:lnTo>
                  <a:pt x="11341" y="8787"/>
                </a:lnTo>
                <a:lnTo>
                  <a:pt x="11136" y="8072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2"/>
                </a:lnTo>
                <a:lnTo>
                  <a:pt x="9808" y="5007"/>
                </a:lnTo>
                <a:lnTo>
                  <a:pt x="9399" y="4292"/>
                </a:lnTo>
                <a:lnTo>
                  <a:pt x="8991" y="3679"/>
                </a:lnTo>
                <a:lnTo>
                  <a:pt x="8531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692" y="1278"/>
                </a:lnTo>
                <a:lnTo>
                  <a:pt x="6232" y="920"/>
                </a:lnTo>
                <a:lnTo>
                  <a:pt x="5722" y="665"/>
                </a:lnTo>
                <a:lnTo>
                  <a:pt x="5211" y="410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4" name="Google Shape;604;p23"/>
          <p:cNvSpPr>
            <a:spLocks noGrp="1"/>
          </p:cNvSpPr>
          <p:nvPr/>
        </p:nvSpPr>
        <p:spPr>
          <a:xfrm flipH="1">
            <a:off x="9567357" y="2188205"/>
            <a:ext cx="34403" cy="50559"/>
          </a:xfrm>
          <a:custGeom>
            <a:avLst/>
            <a:gdLst/>
            <a:ahLst/>
            <a:cxnLst/>
            <a:rect l="l" t="t" r="r" b="b"/>
            <a:pathLst>
              <a:path w="6744" h="9911">
                <a:moveTo>
                  <a:pt x="5466" y="9911"/>
                </a:moveTo>
                <a:lnTo>
                  <a:pt x="5466" y="9911"/>
                </a:lnTo>
                <a:lnTo>
                  <a:pt x="5211" y="9911"/>
                </a:lnTo>
                <a:lnTo>
                  <a:pt x="4955" y="9860"/>
                </a:lnTo>
                <a:lnTo>
                  <a:pt x="4700" y="9808"/>
                </a:lnTo>
                <a:lnTo>
                  <a:pt x="4444" y="9655"/>
                </a:lnTo>
                <a:lnTo>
                  <a:pt x="3882" y="9349"/>
                </a:lnTo>
                <a:lnTo>
                  <a:pt x="3372" y="8838"/>
                </a:lnTo>
                <a:lnTo>
                  <a:pt x="2810" y="8174"/>
                </a:lnTo>
                <a:lnTo>
                  <a:pt x="2248" y="7305"/>
                </a:lnTo>
                <a:lnTo>
                  <a:pt x="1635" y="6284"/>
                </a:lnTo>
                <a:lnTo>
                  <a:pt x="1073" y="5007"/>
                </a:lnTo>
                <a:lnTo>
                  <a:pt x="1073" y="5007"/>
                </a:lnTo>
                <a:lnTo>
                  <a:pt x="511" y="3730"/>
                </a:lnTo>
                <a:lnTo>
                  <a:pt x="205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25"/>
                </a:lnTo>
                <a:lnTo>
                  <a:pt x="51" y="869"/>
                </a:lnTo>
                <a:lnTo>
                  <a:pt x="154" y="665"/>
                </a:lnTo>
                <a:lnTo>
                  <a:pt x="256" y="461"/>
                </a:lnTo>
                <a:lnTo>
                  <a:pt x="409" y="307"/>
                </a:lnTo>
                <a:lnTo>
                  <a:pt x="562" y="154"/>
                </a:lnTo>
                <a:lnTo>
                  <a:pt x="767" y="52"/>
                </a:lnTo>
                <a:lnTo>
                  <a:pt x="971" y="1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5" y="103"/>
                </a:lnTo>
                <a:lnTo>
                  <a:pt x="2350" y="205"/>
                </a:lnTo>
                <a:lnTo>
                  <a:pt x="2861" y="563"/>
                </a:lnTo>
                <a:lnTo>
                  <a:pt x="3423" y="1022"/>
                </a:lnTo>
                <a:lnTo>
                  <a:pt x="3985" y="1686"/>
                </a:lnTo>
                <a:lnTo>
                  <a:pt x="4547" y="2504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39" y="7152"/>
                </a:lnTo>
                <a:lnTo>
                  <a:pt x="6743" y="8021"/>
                </a:lnTo>
                <a:lnTo>
                  <a:pt x="6743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7"/>
                </a:lnTo>
                <a:lnTo>
                  <a:pt x="6539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08"/>
                </a:lnTo>
                <a:lnTo>
                  <a:pt x="5824" y="9911"/>
                </a:lnTo>
                <a:lnTo>
                  <a:pt x="5568" y="9911"/>
                </a:lnTo>
                <a:lnTo>
                  <a:pt x="5568" y="9911"/>
                </a:lnTo>
                <a:lnTo>
                  <a:pt x="5466" y="991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5" name="Google Shape;605;p23"/>
          <p:cNvSpPr>
            <a:spLocks noGrp="1"/>
          </p:cNvSpPr>
          <p:nvPr/>
        </p:nvSpPr>
        <p:spPr>
          <a:xfrm flipH="1">
            <a:off x="9579865" y="2178564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1" y="358"/>
                </a:lnTo>
                <a:lnTo>
                  <a:pt x="1073" y="563"/>
                </a:lnTo>
                <a:lnTo>
                  <a:pt x="767" y="818"/>
                </a:lnTo>
                <a:lnTo>
                  <a:pt x="511" y="1125"/>
                </a:lnTo>
                <a:lnTo>
                  <a:pt x="307" y="1533"/>
                </a:lnTo>
                <a:lnTo>
                  <a:pt x="154" y="1942"/>
                </a:lnTo>
                <a:lnTo>
                  <a:pt x="51" y="2402"/>
                </a:lnTo>
                <a:lnTo>
                  <a:pt x="0" y="2912"/>
                </a:lnTo>
                <a:lnTo>
                  <a:pt x="51" y="3474"/>
                </a:lnTo>
                <a:lnTo>
                  <a:pt x="154" y="4087"/>
                </a:lnTo>
                <a:lnTo>
                  <a:pt x="256" y="4802"/>
                </a:lnTo>
                <a:lnTo>
                  <a:pt x="511" y="5518"/>
                </a:lnTo>
                <a:lnTo>
                  <a:pt x="767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8"/>
                </a:lnTo>
                <a:lnTo>
                  <a:pt x="2657" y="9911"/>
                </a:lnTo>
                <a:lnTo>
                  <a:pt x="3116" y="10524"/>
                </a:lnTo>
                <a:lnTo>
                  <a:pt x="3525" y="11034"/>
                </a:lnTo>
                <a:lnTo>
                  <a:pt x="4036" y="11545"/>
                </a:lnTo>
                <a:lnTo>
                  <a:pt x="4496" y="12005"/>
                </a:lnTo>
                <a:lnTo>
                  <a:pt x="4955" y="12414"/>
                </a:lnTo>
                <a:lnTo>
                  <a:pt x="5466" y="12720"/>
                </a:lnTo>
                <a:lnTo>
                  <a:pt x="5977" y="13027"/>
                </a:lnTo>
                <a:lnTo>
                  <a:pt x="6488" y="13282"/>
                </a:lnTo>
                <a:lnTo>
                  <a:pt x="6999" y="13435"/>
                </a:lnTo>
                <a:lnTo>
                  <a:pt x="7509" y="13588"/>
                </a:lnTo>
                <a:lnTo>
                  <a:pt x="8020" y="13691"/>
                </a:lnTo>
                <a:lnTo>
                  <a:pt x="8531" y="13691"/>
                </a:lnTo>
                <a:lnTo>
                  <a:pt x="8531" y="13691"/>
                </a:lnTo>
                <a:lnTo>
                  <a:pt x="8837" y="13691"/>
                </a:lnTo>
                <a:lnTo>
                  <a:pt x="8837" y="13691"/>
                </a:lnTo>
                <a:lnTo>
                  <a:pt x="9348" y="13640"/>
                </a:lnTo>
                <a:lnTo>
                  <a:pt x="9859" y="13537"/>
                </a:lnTo>
                <a:lnTo>
                  <a:pt x="10268" y="13333"/>
                </a:lnTo>
                <a:lnTo>
                  <a:pt x="10625" y="13129"/>
                </a:lnTo>
                <a:lnTo>
                  <a:pt x="10932" y="12822"/>
                </a:lnTo>
                <a:lnTo>
                  <a:pt x="11187" y="12516"/>
                </a:lnTo>
                <a:lnTo>
                  <a:pt x="11392" y="12158"/>
                </a:lnTo>
                <a:lnTo>
                  <a:pt x="11545" y="11698"/>
                </a:lnTo>
                <a:lnTo>
                  <a:pt x="11596" y="11239"/>
                </a:lnTo>
                <a:lnTo>
                  <a:pt x="11647" y="10677"/>
                </a:lnTo>
                <a:lnTo>
                  <a:pt x="11647" y="10115"/>
                </a:lnTo>
                <a:lnTo>
                  <a:pt x="11545" y="9502"/>
                </a:lnTo>
                <a:lnTo>
                  <a:pt x="11392" y="8838"/>
                </a:lnTo>
                <a:lnTo>
                  <a:pt x="11187" y="8072"/>
                </a:lnTo>
                <a:lnTo>
                  <a:pt x="10881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7" y="5722"/>
                </a:lnTo>
                <a:lnTo>
                  <a:pt x="9808" y="5007"/>
                </a:lnTo>
                <a:lnTo>
                  <a:pt x="9399" y="4343"/>
                </a:lnTo>
                <a:lnTo>
                  <a:pt x="8991" y="3679"/>
                </a:lnTo>
                <a:lnTo>
                  <a:pt x="8582" y="3117"/>
                </a:lnTo>
                <a:lnTo>
                  <a:pt x="8122" y="2555"/>
                </a:lnTo>
                <a:lnTo>
                  <a:pt x="7663" y="2095"/>
                </a:lnTo>
                <a:lnTo>
                  <a:pt x="7203" y="1635"/>
                </a:lnTo>
                <a:lnTo>
                  <a:pt x="6743" y="1278"/>
                </a:lnTo>
                <a:lnTo>
                  <a:pt x="6232" y="920"/>
                </a:lnTo>
                <a:lnTo>
                  <a:pt x="5721" y="665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6" name="Google Shape;606;p23"/>
          <p:cNvSpPr>
            <a:spLocks noGrp="1"/>
          </p:cNvSpPr>
          <p:nvPr/>
        </p:nvSpPr>
        <p:spPr>
          <a:xfrm flipH="1">
            <a:off x="9487617" y="2183517"/>
            <a:ext cx="34663" cy="50559"/>
          </a:xfrm>
          <a:custGeom>
            <a:avLst/>
            <a:gdLst/>
            <a:ahLst/>
            <a:cxnLst/>
            <a:rect l="l" t="t" r="r" b="b"/>
            <a:pathLst>
              <a:path w="6795" h="9911">
                <a:moveTo>
                  <a:pt x="5466" y="9910"/>
                </a:moveTo>
                <a:lnTo>
                  <a:pt x="5466" y="9910"/>
                </a:lnTo>
                <a:lnTo>
                  <a:pt x="5211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655"/>
                </a:lnTo>
                <a:lnTo>
                  <a:pt x="3933" y="9348"/>
                </a:lnTo>
                <a:lnTo>
                  <a:pt x="3372" y="8837"/>
                </a:lnTo>
                <a:lnTo>
                  <a:pt x="2810" y="8173"/>
                </a:lnTo>
                <a:lnTo>
                  <a:pt x="2248" y="7305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62" y="3729"/>
                </a:lnTo>
                <a:lnTo>
                  <a:pt x="205" y="2708"/>
                </a:lnTo>
                <a:lnTo>
                  <a:pt x="102" y="2248"/>
                </a:lnTo>
                <a:lnTo>
                  <a:pt x="51" y="1839"/>
                </a:lnTo>
                <a:lnTo>
                  <a:pt x="0" y="1482"/>
                </a:lnTo>
                <a:lnTo>
                  <a:pt x="51" y="1124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154"/>
                </a:lnTo>
                <a:lnTo>
                  <a:pt x="766" y="103"/>
                </a:lnTo>
                <a:lnTo>
                  <a:pt x="971" y="0"/>
                </a:lnTo>
                <a:lnTo>
                  <a:pt x="1226" y="0"/>
                </a:lnTo>
                <a:lnTo>
                  <a:pt x="1226" y="0"/>
                </a:lnTo>
                <a:lnTo>
                  <a:pt x="1379" y="0"/>
                </a:lnTo>
                <a:lnTo>
                  <a:pt x="1379" y="0"/>
                </a:lnTo>
                <a:lnTo>
                  <a:pt x="1839" y="51"/>
                </a:lnTo>
                <a:lnTo>
                  <a:pt x="2350" y="205"/>
                </a:lnTo>
                <a:lnTo>
                  <a:pt x="2912" y="562"/>
                </a:lnTo>
                <a:lnTo>
                  <a:pt x="3423" y="1022"/>
                </a:lnTo>
                <a:lnTo>
                  <a:pt x="3985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28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94" y="8735"/>
                </a:lnTo>
                <a:lnTo>
                  <a:pt x="6743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436" y="9604"/>
                </a:lnTo>
                <a:lnTo>
                  <a:pt x="6232" y="9757"/>
                </a:lnTo>
                <a:lnTo>
                  <a:pt x="6079" y="9859"/>
                </a:lnTo>
                <a:lnTo>
                  <a:pt x="5824" y="9910"/>
                </a:lnTo>
                <a:lnTo>
                  <a:pt x="5619" y="9910"/>
                </a:lnTo>
                <a:lnTo>
                  <a:pt x="5619" y="9910"/>
                </a:lnTo>
                <a:lnTo>
                  <a:pt x="5466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7" name="Google Shape;607;p23"/>
          <p:cNvSpPr>
            <a:spLocks noGrp="1"/>
          </p:cNvSpPr>
          <p:nvPr/>
        </p:nvSpPr>
        <p:spPr>
          <a:xfrm flipH="1">
            <a:off x="9499865" y="2173876"/>
            <a:ext cx="59155" cy="69843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154"/>
                </a:lnTo>
                <a:lnTo>
                  <a:pt x="1380" y="358"/>
                </a:lnTo>
                <a:lnTo>
                  <a:pt x="1022" y="562"/>
                </a:lnTo>
                <a:lnTo>
                  <a:pt x="716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3" y="1941"/>
                </a:lnTo>
                <a:lnTo>
                  <a:pt x="0" y="2401"/>
                </a:lnTo>
                <a:lnTo>
                  <a:pt x="0" y="2912"/>
                </a:lnTo>
                <a:lnTo>
                  <a:pt x="0" y="3474"/>
                </a:lnTo>
                <a:lnTo>
                  <a:pt x="103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6" y="6232"/>
                </a:lnTo>
                <a:lnTo>
                  <a:pt x="1022" y="7050"/>
                </a:lnTo>
                <a:lnTo>
                  <a:pt x="1022" y="7050"/>
                </a:lnTo>
                <a:lnTo>
                  <a:pt x="1431" y="7867"/>
                </a:lnTo>
                <a:lnTo>
                  <a:pt x="1788" y="8582"/>
                </a:lnTo>
                <a:lnTo>
                  <a:pt x="2197" y="9297"/>
                </a:lnTo>
                <a:lnTo>
                  <a:pt x="260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04" y="12413"/>
                </a:lnTo>
                <a:lnTo>
                  <a:pt x="5415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35"/>
                </a:lnTo>
                <a:lnTo>
                  <a:pt x="7458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596" y="10676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071"/>
                </a:lnTo>
                <a:lnTo>
                  <a:pt x="10881" y="7305"/>
                </a:lnTo>
                <a:lnTo>
                  <a:pt x="10523" y="6488"/>
                </a:lnTo>
                <a:lnTo>
                  <a:pt x="10523" y="6488"/>
                </a:lnTo>
                <a:lnTo>
                  <a:pt x="10166" y="5721"/>
                </a:lnTo>
                <a:lnTo>
                  <a:pt x="9757" y="5006"/>
                </a:lnTo>
                <a:lnTo>
                  <a:pt x="9399" y="4342"/>
                </a:lnTo>
                <a:lnTo>
                  <a:pt x="8940" y="3678"/>
                </a:lnTo>
                <a:lnTo>
                  <a:pt x="8531" y="3116"/>
                </a:lnTo>
                <a:lnTo>
                  <a:pt x="8071" y="2554"/>
                </a:lnTo>
                <a:lnTo>
                  <a:pt x="7612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670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38" y="102"/>
                </a:lnTo>
                <a:lnTo>
                  <a:pt x="3627" y="0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8" name="Google Shape;608;p23"/>
          <p:cNvSpPr>
            <a:spLocks noGrp="1"/>
          </p:cNvSpPr>
          <p:nvPr/>
        </p:nvSpPr>
        <p:spPr>
          <a:xfrm flipH="1">
            <a:off x="9430028" y="2180131"/>
            <a:ext cx="34397" cy="50559"/>
          </a:xfrm>
          <a:custGeom>
            <a:avLst/>
            <a:gdLst/>
            <a:ahLst/>
            <a:cxnLst/>
            <a:rect l="l" t="t" r="r" b="b"/>
            <a:pathLst>
              <a:path w="6743" h="9911">
                <a:moveTo>
                  <a:pt x="5415" y="9910"/>
                </a:moveTo>
                <a:lnTo>
                  <a:pt x="5415" y="9910"/>
                </a:lnTo>
                <a:lnTo>
                  <a:pt x="5159" y="9910"/>
                </a:lnTo>
                <a:lnTo>
                  <a:pt x="4904" y="9859"/>
                </a:lnTo>
                <a:lnTo>
                  <a:pt x="4649" y="9808"/>
                </a:lnTo>
                <a:lnTo>
                  <a:pt x="4393" y="9655"/>
                </a:lnTo>
                <a:lnTo>
                  <a:pt x="3882" y="9348"/>
                </a:lnTo>
                <a:lnTo>
                  <a:pt x="3321" y="8837"/>
                </a:lnTo>
                <a:lnTo>
                  <a:pt x="2759" y="8173"/>
                </a:lnTo>
                <a:lnTo>
                  <a:pt x="2197" y="7305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153" y="270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05" y="460"/>
                </a:lnTo>
                <a:lnTo>
                  <a:pt x="358" y="307"/>
                </a:lnTo>
                <a:lnTo>
                  <a:pt x="511" y="154"/>
                </a:lnTo>
                <a:lnTo>
                  <a:pt x="715" y="102"/>
                </a:lnTo>
                <a:lnTo>
                  <a:pt x="920" y="0"/>
                </a:lnTo>
                <a:lnTo>
                  <a:pt x="1175" y="0"/>
                </a:lnTo>
                <a:lnTo>
                  <a:pt x="1175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095" y="102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4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488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15" y="991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9" name="Google Shape;609;p23"/>
          <p:cNvSpPr>
            <a:spLocks noGrp="1"/>
          </p:cNvSpPr>
          <p:nvPr/>
        </p:nvSpPr>
        <p:spPr>
          <a:xfrm flipH="1">
            <a:off x="9442536" y="2170488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16" y="0"/>
                </a:moveTo>
                <a:lnTo>
                  <a:pt x="3116" y="0"/>
                </a:lnTo>
                <a:lnTo>
                  <a:pt x="2810" y="0"/>
                </a:lnTo>
                <a:lnTo>
                  <a:pt x="2810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15" y="818"/>
                </a:lnTo>
                <a:lnTo>
                  <a:pt x="460" y="1124"/>
                </a:lnTo>
                <a:lnTo>
                  <a:pt x="256" y="1533"/>
                </a:lnTo>
                <a:lnTo>
                  <a:pt x="102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50"/>
                </a:lnTo>
                <a:lnTo>
                  <a:pt x="1073" y="7050"/>
                </a:lnTo>
                <a:lnTo>
                  <a:pt x="1431" y="7867"/>
                </a:lnTo>
                <a:lnTo>
                  <a:pt x="1839" y="8582"/>
                </a:lnTo>
                <a:lnTo>
                  <a:pt x="2197" y="9297"/>
                </a:lnTo>
                <a:lnTo>
                  <a:pt x="2657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44" y="12004"/>
                </a:lnTo>
                <a:lnTo>
                  <a:pt x="4955" y="12413"/>
                </a:lnTo>
                <a:lnTo>
                  <a:pt x="5466" y="12720"/>
                </a:lnTo>
                <a:lnTo>
                  <a:pt x="5926" y="13026"/>
                </a:lnTo>
                <a:lnTo>
                  <a:pt x="6437" y="13281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33"/>
                </a:lnTo>
                <a:lnTo>
                  <a:pt x="10574" y="13128"/>
                </a:lnTo>
                <a:lnTo>
                  <a:pt x="10881" y="12873"/>
                </a:lnTo>
                <a:lnTo>
                  <a:pt x="11136" y="12515"/>
                </a:lnTo>
                <a:lnTo>
                  <a:pt x="11340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05"/>
                </a:lnTo>
                <a:lnTo>
                  <a:pt x="10523" y="6539"/>
                </a:lnTo>
                <a:lnTo>
                  <a:pt x="10523" y="6539"/>
                </a:lnTo>
                <a:lnTo>
                  <a:pt x="1016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3" y="2095"/>
                </a:lnTo>
                <a:lnTo>
                  <a:pt x="7152" y="1635"/>
                </a:lnTo>
                <a:lnTo>
                  <a:pt x="6692" y="1277"/>
                </a:lnTo>
                <a:lnTo>
                  <a:pt x="6181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27" y="51"/>
                </a:lnTo>
                <a:lnTo>
                  <a:pt x="311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0" name="Google Shape;610;p23"/>
          <p:cNvSpPr>
            <a:spLocks noGrp="1"/>
          </p:cNvSpPr>
          <p:nvPr/>
        </p:nvSpPr>
        <p:spPr>
          <a:xfrm flipH="1">
            <a:off x="9372699" y="2176743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20" y="8837"/>
                </a:lnTo>
                <a:lnTo>
                  <a:pt x="2759" y="8173"/>
                </a:lnTo>
                <a:lnTo>
                  <a:pt x="2197" y="7356"/>
                </a:lnTo>
                <a:lnTo>
                  <a:pt x="1635" y="6283"/>
                </a:lnTo>
                <a:lnTo>
                  <a:pt x="1022" y="5057"/>
                </a:lnTo>
                <a:lnTo>
                  <a:pt x="1022" y="5057"/>
                </a:lnTo>
                <a:lnTo>
                  <a:pt x="511" y="3780"/>
                </a:lnTo>
                <a:lnTo>
                  <a:pt x="204" y="2708"/>
                </a:lnTo>
                <a:lnTo>
                  <a:pt x="51" y="2248"/>
                </a:lnTo>
                <a:lnTo>
                  <a:pt x="0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02" y="664"/>
                </a:lnTo>
                <a:lnTo>
                  <a:pt x="256" y="460"/>
                </a:lnTo>
                <a:lnTo>
                  <a:pt x="358" y="307"/>
                </a:lnTo>
                <a:lnTo>
                  <a:pt x="562" y="153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3"/>
                </a:lnTo>
                <a:lnTo>
                  <a:pt x="5108" y="3525"/>
                </a:lnTo>
                <a:lnTo>
                  <a:pt x="5670" y="4751"/>
                </a:lnTo>
                <a:lnTo>
                  <a:pt x="5670" y="4751"/>
                </a:lnTo>
                <a:lnTo>
                  <a:pt x="6181" y="6079"/>
                </a:lnTo>
                <a:lnTo>
                  <a:pt x="6539" y="7152"/>
                </a:lnTo>
                <a:lnTo>
                  <a:pt x="6692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1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10"/>
                </a:lnTo>
                <a:lnTo>
                  <a:pt x="5568" y="9910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1" name="Google Shape;611;p23"/>
          <p:cNvSpPr>
            <a:spLocks noGrp="1"/>
          </p:cNvSpPr>
          <p:nvPr/>
        </p:nvSpPr>
        <p:spPr>
          <a:xfrm flipH="1">
            <a:off x="9385207" y="2167101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51"/>
                </a:lnTo>
                <a:lnTo>
                  <a:pt x="1839" y="205"/>
                </a:lnTo>
                <a:lnTo>
                  <a:pt x="1431" y="358"/>
                </a:lnTo>
                <a:lnTo>
                  <a:pt x="1073" y="562"/>
                </a:lnTo>
                <a:lnTo>
                  <a:pt x="766" y="818"/>
                </a:lnTo>
                <a:lnTo>
                  <a:pt x="511" y="1175"/>
                </a:lnTo>
                <a:lnTo>
                  <a:pt x="307" y="1533"/>
                </a:lnTo>
                <a:lnTo>
                  <a:pt x="154" y="1941"/>
                </a:lnTo>
                <a:lnTo>
                  <a:pt x="51" y="2401"/>
                </a:lnTo>
                <a:lnTo>
                  <a:pt x="0" y="2912"/>
                </a:lnTo>
                <a:lnTo>
                  <a:pt x="51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3"/>
                </a:lnTo>
                <a:lnTo>
                  <a:pt x="1073" y="7049"/>
                </a:lnTo>
                <a:lnTo>
                  <a:pt x="1073" y="7049"/>
                </a:lnTo>
                <a:lnTo>
                  <a:pt x="1431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8" y="13332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494" y="11698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494" y="9501"/>
                </a:lnTo>
                <a:lnTo>
                  <a:pt x="11340" y="8837"/>
                </a:lnTo>
                <a:lnTo>
                  <a:pt x="11136" y="8122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31" y="3116"/>
                </a:lnTo>
                <a:lnTo>
                  <a:pt x="8122" y="2554"/>
                </a:lnTo>
                <a:lnTo>
                  <a:pt x="7662" y="2095"/>
                </a:lnTo>
                <a:lnTo>
                  <a:pt x="7203" y="1635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2" name="Google Shape;612;p23"/>
          <p:cNvSpPr>
            <a:spLocks noGrp="1"/>
          </p:cNvSpPr>
          <p:nvPr/>
        </p:nvSpPr>
        <p:spPr>
          <a:xfrm flipH="1">
            <a:off x="9315369" y="2173356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66" y="9961"/>
                </a:moveTo>
                <a:lnTo>
                  <a:pt x="5466" y="9961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882" y="9348"/>
                </a:lnTo>
                <a:lnTo>
                  <a:pt x="3371" y="8837"/>
                </a:lnTo>
                <a:lnTo>
                  <a:pt x="2810" y="8173"/>
                </a:lnTo>
                <a:lnTo>
                  <a:pt x="2248" y="7356"/>
                </a:lnTo>
                <a:lnTo>
                  <a:pt x="1635" y="6283"/>
                </a:lnTo>
                <a:lnTo>
                  <a:pt x="1073" y="5057"/>
                </a:lnTo>
                <a:lnTo>
                  <a:pt x="1073" y="5057"/>
                </a:lnTo>
                <a:lnTo>
                  <a:pt x="511" y="3780"/>
                </a:lnTo>
                <a:lnTo>
                  <a:pt x="204" y="2707"/>
                </a:lnTo>
                <a:lnTo>
                  <a:pt x="51" y="1839"/>
                </a:lnTo>
                <a:lnTo>
                  <a:pt x="0" y="1482"/>
                </a:lnTo>
                <a:lnTo>
                  <a:pt x="0" y="1175"/>
                </a:lnTo>
                <a:lnTo>
                  <a:pt x="51" y="869"/>
                </a:lnTo>
                <a:lnTo>
                  <a:pt x="153" y="664"/>
                </a:lnTo>
                <a:lnTo>
                  <a:pt x="256" y="460"/>
                </a:lnTo>
                <a:lnTo>
                  <a:pt x="409" y="307"/>
                </a:lnTo>
                <a:lnTo>
                  <a:pt x="562" y="204"/>
                </a:lnTo>
                <a:lnTo>
                  <a:pt x="766" y="102"/>
                </a:lnTo>
                <a:lnTo>
                  <a:pt x="971" y="51"/>
                </a:lnTo>
                <a:lnTo>
                  <a:pt x="1226" y="0"/>
                </a:lnTo>
                <a:lnTo>
                  <a:pt x="1226" y="0"/>
                </a:lnTo>
                <a:lnTo>
                  <a:pt x="1328" y="0"/>
                </a:lnTo>
                <a:lnTo>
                  <a:pt x="1328" y="0"/>
                </a:lnTo>
                <a:lnTo>
                  <a:pt x="1839" y="51"/>
                </a:lnTo>
                <a:lnTo>
                  <a:pt x="2350" y="256"/>
                </a:lnTo>
                <a:lnTo>
                  <a:pt x="2861" y="562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3"/>
                </a:lnTo>
                <a:lnTo>
                  <a:pt x="5108" y="3525"/>
                </a:lnTo>
                <a:lnTo>
                  <a:pt x="5721" y="4751"/>
                </a:lnTo>
                <a:lnTo>
                  <a:pt x="5721" y="4751"/>
                </a:lnTo>
                <a:lnTo>
                  <a:pt x="6232" y="6079"/>
                </a:lnTo>
                <a:lnTo>
                  <a:pt x="6539" y="7152"/>
                </a:lnTo>
                <a:lnTo>
                  <a:pt x="6743" y="8020"/>
                </a:lnTo>
                <a:lnTo>
                  <a:pt x="6743" y="8378"/>
                </a:lnTo>
                <a:lnTo>
                  <a:pt x="6743" y="8735"/>
                </a:lnTo>
                <a:lnTo>
                  <a:pt x="6692" y="8990"/>
                </a:lnTo>
                <a:lnTo>
                  <a:pt x="6641" y="9246"/>
                </a:lnTo>
                <a:lnTo>
                  <a:pt x="6539" y="9450"/>
                </a:lnTo>
                <a:lnTo>
                  <a:pt x="6385" y="9603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1"/>
                </a:lnTo>
                <a:lnTo>
                  <a:pt x="5568" y="9961"/>
                </a:lnTo>
                <a:lnTo>
                  <a:pt x="5466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3" name="Google Shape;613;p23"/>
          <p:cNvSpPr>
            <a:spLocks noGrp="1"/>
          </p:cNvSpPr>
          <p:nvPr/>
        </p:nvSpPr>
        <p:spPr>
          <a:xfrm flipH="1">
            <a:off x="9327877" y="2163713"/>
            <a:ext cx="59415" cy="69837"/>
          </a:xfrm>
          <a:custGeom>
            <a:avLst/>
            <a:gdLst/>
            <a:ahLst/>
            <a:cxnLst/>
            <a:rect l="l" t="t" r="r" b="b"/>
            <a:pathLst>
              <a:path w="11647" h="13690">
                <a:moveTo>
                  <a:pt x="3167" y="0"/>
                </a:moveTo>
                <a:lnTo>
                  <a:pt x="3167" y="0"/>
                </a:lnTo>
                <a:lnTo>
                  <a:pt x="2861" y="0"/>
                </a:lnTo>
                <a:lnTo>
                  <a:pt x="2861" y="0"/>
                </a:lnTo>
                <a:lnTo>
                  <a:pt x="2299" y="102"/>
                </a:lnTo>
                <a:lnTo>
                  <a:pt x="1839" y="204"/>
                </a:lnTo>
                <a:lnTo>
                  <a:pt x="1430" y="358"/>
                </a:lnTo>
                <a:lnTo>
                  <a:pt x="1073" y="562"/>
                </a:lnTo>
                <a:lnTo>
                  <a:pt x="766" y="817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1"/>
                </a:lnTo>
                <a:lnTo>
                  <a:pt x="51" y="2401"/>
                </a:lnTo>
                <a:lnTo>
                  <a:pt x="0" y="2963"/>
                </a:lnTo>
                <a:lnTo>
                  <a:pt x="51" y="3525"/>
                </a:lnTo>
                <a:lnTo>
                  <a:pt x="153" y="4138"/>
                </a:lnTo>
                <a:lnTo>
                  <a:pt x="256" y="4802"/>
                </a:lnTo>
                <a:lnTo>
                  <a:pt x="511" y="5517"/>
                </a:lnTo>
                <a:lnTo>
                  <a:pt x="766" y="6283"/>
                </a:lnTo>
                <a:lnTo>
                  <a:pt x="1073" y="7100"/>
                </a:lnTo>
                <a:lnTo>
                  <a:pt x="1073" y="7100"/>
                </a:lnTo>
                <a:lnTo>
                  <a:pt x="1430" y="7867"/>
                </a:lnTo>
                <a:lnTo>
                  <a:pt x="1839" y="8582"/>
                </a:lnTo>
                <a:lnTo>
                  <a:pt x="2248" y="9297"/>
                </a:lnTo>
                <a:lnTo>
                  <a:pt x="2656" y="9910"/>
                </a:lnTo>
                <a:lnTo>
                  <a:pt x="3116" y="10523"/>
                </a:lnTo>
                <a:lnTo>
                  <a:pt x="3525" y="11085"/>
                </a:lnTo>
                <a:lnTo>
                  <a:pt x="3985" y="11545"/>
                </a:lnTo>
                <a:lnTo>
                  <a:pt x="4495" y="12004"/>
                </a:lnTo>
                <a:lnTo>
                  <a:pt x="4955" y="12413"/>
                </a:lnTo>
                <a:lnTo>
                  <a:pt x="5466" y="12770"/>
                </a:lnTo>
                <a:lnTo>
                  <a:pt x="5977" y="13026"/>
                </a:lnTo>
                <a:lnTo>
                  <a:pt x="6488" y="13281"/>
                </a:lnTo>
                <a:lnTo>
                  <a:pt x="6998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59" y="13537"/>
                </a:lnTo>
                <a:lnTo>
                  <a:pt x="10268" y="13383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15"/>
                </a:lnTo>
                <a:lnTo>
                  <a:pt x="11391" y="12158"/>
                </a:lnTo>
                <a:lnTo>
                  <a:pt x="11545" y="11749"/>
                </a:lnTo>
                <a:lnTo>
                  <a:pt x="11596" y="11238"/>
                </a:lnTo>
                <a:lnTo>
                  <a:pt x="11647" y="10727"/>
                </a:lnTo>
                <a:lnTo>
                  <a:pt x="11596" y="10114"/>
                </a:lnTo>
                <a:lnTo>
                  <a:pt x="11545" y="9501"/>
                </a:lnTo>
                <a:lnTo>
                  <a:pt x="11391" y="8837"/>
                </a:lnTo>
                <a:lnTo>
                  <a:pt x="11187" y="8122"/>
                </a:lnTo>
                <a:lnTo>
                  <a:pt x="10881" y="7356"/>
                </a:lnTo>
                <a:lnTo>
                  <a:pt x="10574" y="6539"/>
                </a:lnTo>
                <a:lnTo>
                  <a:pt x="10574" y="6539"/>
                </a:lnTo>
                <a:lnTo>
                  <a:pt x="10216" y="5721"/>
                </a:lnTo>
                <a:lnTo>
                  <a:pt x="9808" y="5006"/>
                </a:lnTo>
                <a:lnTo>
                  <a:pt x="9399" y="4342"/>
                </a:lnTo>
                <a:lnTo>
                  <a:pt x="8991" y="3678"/>
                </a:lnTo>
                <a:lnTo>
                  <a:pt x="8582" y="3116"/>
                </a:lnTo>
                <a:lnTo>
                  <a:pt x="8122" y="2605"/>
                </a:lnTo>
                <a:lnTo>
                  <a:pt x="7662" y="2094"/>
                </a:lnTo>
                <a:lnTo>
                  <a:pt x="7203" y="1686"/>
                </a:lnTo>
                <a:lnTo>
                  <a:pt x="6692" y="1277"/>
                </a:lnTo>
                <a:lnTo>
                  <a:pt x="6232" y="920"/>
                </a:lnTo>
                <a:lnTo>
                  <a:pt x="5721" y="664"/>
                </a:lnTo>
                <a:lnTo>
                  <a:pt x="5211" y="409"/>
                </a:lnTo>
                <a:lnTo>
                  <a:pt x="4700" y="256"/>
                </a:lnTo>
                <a:lnTo>
                  <a:pt x="4189" y="102"/>
                </a:lnTo>
                <a:lnTo>
                  <a:pt x="3678" y="51"/>
                </a:lnTo>
                <a:lnTo>
                  <a:pt x="3167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4" name="Google Shape;614;p23"/>
          <p:cNvSpPr>
            <a:spLocks noGrp="1"/>
          </p:cNvSpPr>
          <p:nvPr/>
        </p:nvSpPr>
        <p:spPr>
          <a:xfrm flipH="1">
            <a:off x="9235629" y="2168663"/>
            <a:ext cx="34659" cy="50819"/>
          </a:xfrm>
          <a:custGeom>
            <a:avLst/>
            <a:gdLst/>
            <a:ahLst/>
            <a:cxnLst/>
            <a:rect l="l" t="t" r="r" b="b"/>
            <a:pathLst>
              <a:path w="6794" h="9962">
                <a:moveTo>
                  <a:pt x="5466" y="9962"/>
                </a:moveTo>
                <a:lnTo>
                  <a:pt x="5466" y="9962"/>
                </a:lnTo>
                <a:lnTo>
                  <a:pt x="5210" y="9910"/>
                </a:lnTo>
                <a:lnTo>
                  <a:pt x="4955" y="9859"/>
                </a:lnTo>
                <a:lnTo>
                  <a:pt x="4700" y="9808"/>
                </a:lnTo>
                <a:lnTo>
                  <a:pt x="4444" y="9706"/>
                </a:lnTo>
                <a:lnTo>
                  <a:pt x="3933" y="9349"/>
                </a:lnTo>
                <a:lnTo>
                  <a:pt x="3371" y="8838"/>
                </a:lnTo>
                <a:lnTo>
                  <a:pt x="2810" y="8174"/>
                </a:lnTo>
                <a:lnTo>
                  <a:pt x="2248" y="7356"/>
                </a:lnTo>
                <a:lnTo>
                  <a:pt x="1635" y="6284"/>
                </a:lnTo>
                <a:lnTo>
                  <a:pt x="1073" y="5058"/>
                </a:lnTo>
                <a:lnTo>
                  <a:pt x="1073" y="5058"/>
                </a:lnTo>
                <a:lnTo>
                  <a:pt x="562" y="3781"/>
                </a:lnTo>
                <a:lnTo>
                  <a:pt x="204" y="2708"/>
                </a:lnTo>
                <a:lnTo>
                  <a:pt x="51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869"/>
                </a:lnTo>
                <a:lnTo>
                  <a:pt x="153" y="665"/>
                </a:lnTo>
                <a:lnTo>
                  <a:pt x="255" y="460"/>
                </a:lnTo>
                <a:lnTo>
                  <a:pt x="409" y="307"/>
                </a:lnTo>
                <a:lnTo>
                  <a:pt x="562" y="205"/>
                </a:lnTo>
                <a:lnTo>
                  <a:pt x="766" y="103"/>
                </a:lnTo>
                <a:lnTo>
                  <a:pt x="971" y="52"/>
                </a:lnTo>
                <a:lnTo>
                  <a:pt x="1226" y="1"/>
                </a:lnTo>
                <a:lnTo>
                  <a:pt x="1226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912" y="563"/>
                </a:lnTo>
                <a:lnTo>
                  <a:pt x="3423" y="1022"/>
                </a:lnTo>
                <a:lnTo>
                  <a:pt x="3984" y="1686"/>
                </a:lnTo>
                <a:lnTo>
                  <a:pt x="4546" y="2504"/>
                </a:lnTo>
                <a:lnTo>
                  <a:pt x="5108" y="3525"/>
                </a:lnTo>
                <a:lnTo>
                  <a:pt x="5721" y="4802"/>
                </a:lnTo>
                <a:lnTo>
                  <a:pt x="5721" y="4802"/>
                </a:lnTo>
                <a:lnTo>
                  <a:pt x="6232" y="6079"/>
                </a:lnTo>
                <a:lnTo>
                  <a:pt x="6590" y="7152"/>
                </a:lnTo>
                <a:lnTo>
                  <a:pt x="6743" y="8020"/>
                </a:lnTo>
                <a:lnTo>
                  <a:pt x="6794" y="8378"/>
                </a:lnTo>
                <a:lnTo>
                  <a:pt x="6743" y="8736"/>
                </a:lnTo>
                <a:lnTo>
                  <a:pt x="6743" y="8991"/>
                </a:lnTo>
                <a:lnTo>
                  <a:pt x="6641" y="9246"/>
                </a:lnTo>
                <a:lnTo>
                  <a:pt x="6538" y="9451"/>
                </a:lnTo>
                <a:lnTo>
                  <a:pt x="6385" y="9604"/>
                </a:lnTo>
                <a:lnTo>
                  <a:pt x="6232" y="9757"/>
                </a:lnTo>
                <a:lnTo>
                  <a:pt x="6028" y="9859"/>
                </a:lnTo>
                <a:lnTo>
                  <a:pt x="5823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66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5" name="Google Shape;615;p23"/>
          <p:cNvSpPr>
            <a:spLocks noGrp="1"/>
          </p:cNvSpPr>
          <p:nvPr/>
        </p:nvSpPr>
        <p:spPr>
          <a:xfrm flipH="1">
            <a:off x="9247879" y="2159020"/>
            <a:ext cx="59155" cy="69843"/>
          </a:xfrm>
          <a:custGeom>
            <a:avLst/>
            <a:gdLst/>
            <a:ahLst/>
            <a:cxnLst/>
            <a:rect l="l" t="t" r="r" b="b"/>
            <a:pathLst>
              <a:path w="11596" h="13691">
                <a:moveTo>
                  <a:pt x="3116" y="1"/>
                </a:moveTo>
                <a:lnTo>
                  <a:pt x="3116" y="1"/>
                </a:lnTo>
                <a:lnTo>
                  <a:pt x="2810" y="1"/>
                </a:lnTo>
                <a:lnTo>
                  <a:pt x="2810" y="1"/>
                </a:lnTo>
                <a:lnTo>
                  <a:pt x="2299" y="103"/>
                </a:lnTo>
                <a:lnTo>
                  <a:pt x="1788" y="205"/>
                </a:lnTo>
                <a:lnTo>
                  <a:pt x="1379" y="358"/>
                </a:lnTo>
                <a:lnTo>
                  <a:pt x="1022" y="563"/>
                </a:lnTo>
                <a:lnTo>
                  <a:pt x="715" y="818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0" y="2402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22" y="7101"/>
                </a:lnTo>
                <a:lnTo>
                  <a:pt x="1022" y="7101"/>
                </a:lnTo>
                <a:lnTo>
                  <a:pt x="1430" y="7867"/>
                </a:lnTo>
                <a:lnTo>
                  <a:pt x="1788" y="8582"/>
                </a:lnTo>
                <a:lnTo>
                  <a:pt x="2197" y="9298"/>
                </a:lnTo>
                <a:lnTo>
                  <a:pt x="2605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04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458" y="13588"/>
                </a:lnTo>
                <a:lnTo>
                  <a:pt x="7969" y="13690"/>
                </a:lnTo>
                <a:lnTo>
                  <a:pt x="8531" y="13690"/>
                </a:lnTo>
                <a:lnTo>
                  <a:pt x="8531" y="13690"/>
                </a:lnTo>
                <a:lnTo>
                  <a:pt x="8786" y="13690"/>
                </a:lnTo>
                <a:lnTo>
                  <a:pt x="8786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7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16"/>
                </a:lnTo>
                <a:lnTo>
                  <a:pt x="11340" y="12158"/>
                </a:lnTo>
                <a:lnTo>
                  <a:pt x="11494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15"/>
                </a:lnTo>
                <a:lnTo>
                  <a:pt x="11494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29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22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679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159" y="409"/>
                </a:lnTo>
                <a:lnTo>
                  <a:pt x="4649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6" name="Google Shape;616;p23"/>
          <p:cNvSpPr>
            <a:spLocks noGrp="1"/>
          </p:cNvSpPr>
          <p:nvPr/>
        </p:nvSpPr>
        <p:spPr>
          <a:xfrm flipH="1">
            <a:off x="9178040" y="2165275"/>
            <a:ext cx="34397" cy="50819"/>
          </a:xfrm>
          <a:custGeom>
            <a:avLst/>
            <a:gdLst/>
            <a:ahLst/>
            <a:cxnLst/>
            <a:rect l="l" t="t" r="r" b="b"/>
            <a:pathLst>
              <a:path w="6743" h="9962">
                <a:moveTo>
                  <a:pt x="5415" y="9962"/>
                </a:moveTo>
                <a:lnTo>
                  <a:pt x="5415" y="9962"/>
                </a:lnTo>
                <a:lnTo>
                  <a:pt x="5159" y="9910"/>
                </a:lnTo>
                <a:lnTo>
                  <a:pt x="4904" y="9910"/>
                </a:lnTo>
                <a:lnTo>
                  <a:pt x="4648" y="9808"/>
                </a:lnTo>
                <a:lnTo>
                  <a:pt x="4393" y="9706"/>
                </a:lnTo>
                <a:lnTo>
                  <a:pt x="3882" y="9349"/>
                </a:lnTo>
                <a:lnTo>
                  <a:pt x="3320" y="8838"/>
                </a:lnTo>
                <a:lnTo>
                  <a:pt x="2758" y="8174"/>
                </a:lnTo>
                <a:lnTo>
                  <a:pt x="2197" y="7356"/>
                </a:lnTo>
                <a:lnTo>
                  <a:pt x="1635" y="6284"/>
                </a:lnTo>
                <a:lnTo>
                  <a:pt x="1022" y="5058"/>
                </a:lnTo>
                <a:lnTo>
                  <a:pt x="1022" y="5058"/>
                </a:lnTo>
                <a:lnTo>
                  <a:pt x="511" y="3781"/>
                </a:lnTo>
                <a:lnTo>
                  <a:pt x="153" y="2708"/>
                </a:lnTo>
                <a:lnTo>
                  <a:pt x="0" y="1840"/>
                </a:lnTo>
                <a:lnTo>
                  <a:pt x="0" y="1482"/>
                </a:lnTo>
                <a:lnTo>
                  <a:pt x="0" y="1176"/>
                </a:lnTo>
                <a:lnTo>
                  <a:pt x="51" y="920"/>
                </a:lnTo>
                <a:lnTo>
                  <a:pt x="102" y="665"/>
                </a:lnTo>
                <a:lnTo>
                  <a:pt x="204" y="460"/>
                </a:lnTo>
                <a:lnTo>
                  <a:pt x="358" y="307"/>
                </a:lnTo>
                <a:lnTo>
                  <a:pt x="511" y="205"/>
                </a:lnTo>
                <a:lnTo>
                  <a:pt x="715" y="103"/>
                </a:lnTo>
                <a:lnTo>
                  <a:pt x="920" y="52"/>
                </a:lnTo>
                <a:lnTo>
                  <a:pt x="1175" y="1"/>
                </a:lnTo>
                <a:lnTo>
                  <a:pt x="1175" y="1"/>
                </a:lnTo>
                <a:lnTo>
                  <a:pt x="1328" y="1"/>
                </a:lnTo>
                <a:lnTo>
                  <a:pt x="1328" y="1"/>
                </a:lnTo>
                <a:lnTo>
                  <a:pt x="1839" y="52"/>
                </a:lnTo>
                <a:lnTo>
                  <a:pt x="2094" y="154"/>
                </a:lnTo>
                <a:lnTo>
                  <a:pt x="2350" y="256"/>
                </a:lnTo>
                <a:lnTo>
                  <a:pt x="2861" y="563"/>
                </a:lnTo>
                <a:lnTo>
                  <a:pt x="3423" y="1022"/>
                </a:lnTo>
                <a:lnTo>
                  <a:pt x="3933" y="1686"/>
                </a:lnTo>
                <a:lnTo>
                  <a:pt x="4495" y="2504"/>
                </a:lnTo>
                <a:lnTo>
                  <a:pt x="5108" y="3525"/>
                </a:lnTo>
                <a:lnTo>
                  <a:pt x="5670" y="4802"/>
                </a:lnTo>
                <a:lnTo>
                  <a:pt x="5670" y="4802"/>
                </a:lnTo>
                <a:lnTo>
                  <a:pt x="6181" y="6079"/>
                </a:lnTo>
                <a:lnTo>
                  <a:pt x="6538" y="7152"/>
                </a:lnTo>
                <a:lnTo>
                  <a:pt x="6692" y="8020"/>
                </a:lnTo>
                <a:lnTo>
                  <a:pt x="6743" y="8429"/>
                </a:lnTo>
                <a:lnTo>
                  <a:pt x="6743" y="8736"/>
                </a:lnTo>
                <a:lnTo>
                  <a:pt x="6692" y="9042"/>
                </a:lnTo>
                <a:lnTo>
                  <a:pt x="6641" y="9246"/>
                </a:lnTo>
                <a:lnTo>
                  <a:pt x="6487" y="9451"/>
                </a:lnTo>
                <a:lnTo>
                  <a:pt x="6385" y="9655"/>
                </a:lnTo>
                <a:lnTo>
                  <a:pt x="6181" y="9757"/>
                </a:lnTo>
                <a:lnTo>
                  <a:pt x="6028" y="9859"/>
                </a:lnTo>
                <a:lnTo>
                  <a:pt x="5772" y="9910"/>
                </a:lnTo>
                <a:lnTo>
                  <a:pt x="5568" y="9962"/>
                </a:lnTo>
                <a:lnTo>
                  <a:pt x="5568" y="9962"/>
                </a:lnTo>
                <a:lnTo>
                  <a:pt x="5415" y="9962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7" name="Google Shape;617;p23"/>
          <p:cNvSpPr>
            <a:spLocks noGrp="1"/>
          </p:cNvSpPr>
          <p:nvPr/>
        </p:nvSpPr>
        <p:spPr>
          <a:xfrm flipH="1">
            <a:off x="9190549" y="2155633"/>
            <a:ext cx="59155" cy="70103"/>
          </a:xfrm>
          <a:custGeom>
            <a:avLst/>
            <a:gdLst/>
            <a:ahLst/>
            <a:cxnLst/>
            <a:rect l="l" t="t" r="r" b="b"/>
            <a:pathLst>
              <a:path w="11596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3"/>
                </a:lnTo>
                <a:lnTo>
                  <a:pt x="715" y="869"/>
                </a:lnTo>
                <a:lnTo>
                  <a:pt x="460" y="1176"/>
                </a:lnTo>
                <a:lnTo>
                  <a:pt x="256" y="1533"/>
                </a:lnTo>
                <a:lnTo>
                  <a:pt x="102" y="1942"/>
                </a:lnTo>
                <a:lnTo>
                  <a:pt x="51" y="2401"/>
                </a:lnTo>
                <a:lnTo>
                  <a:pt x="0" y="2963"/>
                </a:lnTo>
                <a:lnTo>
                  <a:pt x="0" y="3525"/>
                </a:lnTo>
                <a:lnTo>
                  <a:pt x="102" y="4138"/>
                </a:lnTo>
                <a:lnTo>
                  <a:pt x="256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197" y="9297"/>
                </a:lnTo>
                <a:lnTo>
                  <a:pt x="2656" y="9962"/>
                </a:lnTo>
                <a:lnTo>
                  <a:pt x="3065" y="10523"/>
                </a:lnTo>
                <a:lnTo>
                  <a:pt x="3525" y="11085"/>
                </a:lnTo>
                <a:lnTo>
                  <a:pt x="3985" y="11596"/>
                </a:lnTo>
                <a:lnTo>
                  <a:pt x="4444" y="12005"/>
                </a:lnTo>
                <a:lnTo>
                  <a:pt x="4955" y="12413"/>
                </a:lnTo>
                <a:lnTo>
                  <a:pt x="5415" y="12771"/>
                </a:lnTo>
                <a:lnTo>
                  <a:pt x="5926" y="13026"/>
                </a:lnTo>
                <a:lnTo>
                  <a:pt x="6436" y="13282"/>
                </a:lnTo>
                <a:lnTo>
                  <a:pt x="6947" y="13486"/>
                </a:lnTo>
                <a:lnTo>
                  <a:pt x="7509" y="13588"/>
                </a:lnTo>
                <a:lnTo>
                  <a:pt x="8020" y="13690"/>
                </a:lnTo>
                <a:lnTo>
                  <a:pt x="8531" y="13742"/>
                </a:lnTo>
                <a:lnTo>
                  <a:pt x="8531" y="13742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16" y="13384"/>
                </a:lnTo>
                <a:lnTo>
                  <a:pt x="10574" y="13129"/>
                </a:lnTo>
                <a:lnTo>
                  <a:pt x="10881" y="12873"/>
                </a:lnTo>
                <a:lnTo>
                  <a:pt x="11136" y="12567"/>
                </a:lnTo>
                <a:lnTo>
                  <a:pt x="11340" y="12158"/>
                </a:lnTo>
                <a:lnTo>
                  <a:pt x="11493" y="11749"/>
                </a:lnTo>
                <a:lnTo>
                  <a:pt x="11596" y="11239"/>
                </a:lnTo>
                <a:lnTo>
                  <a:pt x="11596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1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757" y="5007"/>
                </a:lnTo>
                <a:lnTo>
                  <a:pt x="9399" y="4343"/>
                </a:lnTo>
                <a:lnTo>
                  <a:pt x="8939" y="3730"/>
                </a:lnTo>
                <a:lnTo>
                  <a:pt x="8531" y="3117"/>
                </a:lnTo>
                <a:lnTo>
                  <a:pt x="8071" y="2606"/>
                </a:lnTo>
                <a:lnTo>
                  <a:pt x="7611" y="2095"/>
                </a:lnTo>
                <a:lnTo>
                  <a:pt x="7152" y="1686"/>
                </a:lnTo>
                <a:lnTo>
                  <a:pt x="6692" y="1278"/>
                </a:lnTo>
                <a:lnTo>
                  <a:pt x="6181" y="971"/>
                </a:lnTo>
                <a:lnTo>
                  <a:pt x="5670" y="665"/>
                </a:lnTo>
                <a:lnTo>
                  <a:pt x="5210" y="409"/>
                </a:lnTo>
                <a:lnTo>
                  <a:pt x="4700" y="256"/>
                </a:lnTo>
                <a:lnTo>
                  <a:pt x="4138" y="103"/>
                </a:lnTo>
                <a:lnTo>
                  <a:pt x="3627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8" name="Google Shape;618;p23"/>
          <p:cNvSpPr>
            <a:spLocks noGrp="1"/>
          </p:cNvSpPr>
          <p:nvPr/>
        </p:nvSpPr>
        <p:spPr>
          <a:xfrm flipH="1">
            <a:off x="9120716" y="2161888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21" y="8889"/>
                </a:lnTo>
                <a:lnTo>
                  <a:pt x="2759" y="8174"/>
                </a:lnTo>
                <a:lnTo>
                  <a:pt x="2198" y="7356"/>
                </a:lnTo>
                <a:lnTo>
                  <a:pt x="1636" y="6284"/>
                </a:lnTo>
                <a:lnTo>
                  <a:pt x="1023" y="5058"/>
                </a:lnTo>
                <a:lnTo>
                  <a:pt x="1023" y="5058"/>
                </a:lnTo>
                <a:lnTo>
                  <a:pt x="512" y="3781"/>
                </a:lnTo>
                <a:lnTo>
                  <a:pt x="154" y="2708"/>
                </a:lnTo>
                <a:lnTo>
                  <a:pt x="52" y="2248"/>
                </a:lnTo>
                <a:lnTo>
                  <a:pt x="1" y="1840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03" y="665"/>
                </a:lnTo>
                <a:lnTo>
                  <a:pt x="256" y="460"/>
                </a:lnTo>
                <a:lnTo>
                  <a:pt x="359" y="307"/>
                </a:lnTo>
                <a:lnTo>
                  <a:pt x="563" y="205"/>
                </a:lnTo>
                <a:lnTo>
                  <a:pt x="767" y="103"/>
                </a:lnTo>
                <a:lnTo>
                  <a:pt x="972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351" y="256"/>
                </a:lnTo>
                <a:lnTo>
                  <a:pt x="2862" y="562"/>
                </a:lnTo>
                <a:lnTo>
                  <a:pt x="3423" y="1073"/>
                </a:lnTo>
                <a:lnTo>
                  <a:pt x="3934" y="1686"/>
                </a:lnTo>
                <a:lnTo>
                  <a:pt x="4496" y="2504"/>
                </a:lnTo>
                <a:lnTo>
                  <a:pt x="5109" y="3525"/>
                </a:lnTo>
                <a:lnTo>
                  <a:pt x="5671" y="4802"/>
                </a:lnTo>
                <a:lnTo>
                  <a:pt x="5671" y="4802"/>
                </a:lnTo>
                <a:lnTo>
                  <a:pt x="6182" y="6079"/>
                </a:lnTo>
                <a:lnTo>
                  <a:pt x="6539" y="7152"/>
                </a:lnTo>
                <a:lnTo>
                  <a:pt x="6693" y="8020"/>
                </a:lnTo>
                <a:lnTo>
                  <a:pt x="6744" y="8429"/>
                </a:lnTo>
                <a:lnTo>
                  <a:pt x="6744" y="8736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9" name="Google Shape;619;p23"/>
          <p:cNvSpPr>
            <a:spLocks noGrp="1"/>
          </p:cNvSpPr>
          <p:nvPr/>
        </p:nvSpPr>
        <p:spPr>
          <a:xfrm flipH="1">
            <a:off x="9133220" y="2152247"/>
            <a:ext cx="59415" cy="70103"/>
          </a:xfrm>
          <a:custGeom>
            <a:avLst/>
            <a:gdLst/>
            <a:ahLst/>
            <a:cxnLst/>
            <a:rect l="l" t="t" r="r" b="b"/>
            <a:pathLst>
              <a:path w="11647" h="13742">
                <a:moveTo>
                  <a:pt x="3116" y="1"/>
                </a:moveTo>
                <a:lnTo>
                  <a:pt x="3116" y="1"/>
                </a:lnTo>
                <a:lnTo>
                  <a:pt x="2810" y="52"/>
                </a:lnTo>
                <a:lnTo>
                  <a:pt x="2810" y="52"/>
                </a:lnTo>
                <a:lnTo>
                  <a:pt x="2299" y="103"/>
                </a:lnTo>
                <a:lnTo>
                  <a:pt x="1839" y="205"/>
                </a:lnTo>
                <a:lnTo>
                  <a:pt x="1430" y="358"/>
                </a:lnTo>
                <a:lnTo>
                  <a:pt x="1073" y="562"/>
                </a:lnTo>
                <a:lnTo>
                  <a:pt x="766" y="869"/>
                </a:lnTo>
                <a:lnTo>
                  <a:pt x="511" y="1175"/>
                </a:lnTo>
                <a:lnTo>
                  <a:pt x="307" y="1533"/>
                </a:lnTo>
                <a:lnTo>
                  <a:pt x="153" y="1942"/>
                </a:lnTo>
                <a:lnTo>
                  <a:pt x="51" y="2452"/>
                </a:lnTo>
                <a:lnTo>
                  <a:pt x="0" y="2963"/>
                </a:lnTo>
                <a:lnTo>
                  <a:pt x="51" y="3525"/>
                </a:lnTo>
                <a:lnTo>
                  <a:pt x="102" y="4138"/>
                </a:lnTo>
                <a:lnTo>
                  <a:pt x="255" y="4802"/>
                </a:lnTo>
                <a:lnTo>
                  <a:pt x="460" y="5517"/>
                </a:lnTo>
                <a:lnTo>
                  <a:pt x="715" y="6284"/>
                </a:lnTo>
                <a:lnTo>
                  <a:pt x="1073" y="7101"/>
                </a:lnTo>
                <a:lnTo>
                  <a:pt x="1073" y="7101"/>
                </a:lnTo>
                <a:lnTo>
                  <a:pt x="1430" y="7867"/>
                </a:lnTo>
                <a:lnTo>
                  <a:pt x="1839" y="8633"/>
                </a:lnTo>
                <a:lnTo>
                  <a:pt x="2248" y="9297"/>
                </a:lnTo>
                <a:lnTo>
                  <a:pt x="2656" y="9961"/>
                </a:lnTo>
                <a:lnTo>
                  <a:pt x="3065" y="10523"/>
                </a:lnTo>
                <a:lnTo>
                  <a:pt x="3525" y="11085"/>
                </a:lnTo>
                <a:lnTo>
                  <a:pt x="3984" y="11596"/>
                </a:lnTo>
                <a:lnTo>
                  <a:pt x="4495" y="12005"/>
                </a:lnTo>
                <a:lnTo>
                  <a:pt x="4955" y="12413"/>
                </a:lnTo>
                <a:lnTo>
                  <a:pt x="5466" y="12771"/>
                </a:lnTo>
                <a:lnTo>
                  <a:pt x="5977" y="13077"/>
                </a:lnTo>
                <a:lnTo>
                  <a:pt x="6487" y="13282"/>
                </a:lnTo>
                <a:lnTo>
                  <a:pt x="6998" y="13486"/>
                </a:lnTo>
                <a:lnTo>
                  <a:pt x="7509" y="13639"/>
                </a:lnTo>
                <a:lnTo>
                  <a:pt x="8020" y="13690"/>
                </a:lnTo>
                <a:lnTo>
                  <a:pt x="8531" y="13741"/>
                </a:lnTo>
                <a:lnTo>
                  <a:pt x="8531" y="13741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639"/>
                </a:lnTo>
                <a:lnTo>
                  <a:pt x="9808" y="13537"/>
                </a:lnTo>
                <a:lnTo>
                  <a:pt x="10267" y="13384"/>
                </a:lnTo>
                <a:lnTo>
                  <a:pt x="10625" y="13128"/>
                </a:lnTo>
                <a:lnTo>
                  <a:pt x="10932" y="12873"/>
                </a:lnTo>
                <a:lnTo>
                  <a:pt x="11187" y="12567"/>
                </a:lnTo>
                <a:lnTo>
                  <a:pt x="11391" y="12158"/>
                </a:lnTo>
                <a:lnTo>
                  <a:pt x="11493" y="11749"/>
                </a:lnTo>
                <a:lnTo>
                  <a:pt x="11596" y="11238"/>
                </a:lnTo>
                <a:lnTo>
                  <a:pt x="11647" y="10728"/>
                </a:lnTo>
                <a:lnTo>
                  <a:pt x="11596" y="10166"/>
                </a:lnTo>
                <a:lnTo>
                  <a:pt x="11493" y="9502"/>
                </a:lnTo>
                <a:lnTo>
                  <a:pt x="11340" y="8838"/>
                </a:lnTo>
                <a:lnTo>
                  <a:pt x="11136" y="8123"/>
                </a:lnTo>
                <a:lnTo>
                  <a:pt x="10880" y="7356"/>
                </a:lnTo>
                <a:lnTo>
                  <a:pt x="10523" y="6539"/>
                </a:lnTo>
                <a:lnTo>
                  <a:pt x="10523" y="6539"/>
                </a:lnTo>
                <a:lnTo>
                  <a:pt x="10165" y="5773"/>
                </a:lnTo>
                <a:lnTo>
                  <a:pt x="9808" y="5007"/>
                </a:lnTo>
                <a:lnTo>
                  <a:pt x="9399" y="4342"/>
                </a:lnTo>
                <a:lnTo>
                  <a:pt x="8990" y="3730"/>
                </a:lnTo>
                <a:lnTo>
                  <a:pt x="8531" y="3117"/>
                </a:lnTo>
                <a:lnTo>
                  <a:pt x="8122" y="2606"/>
                </a:lnTo>
                <a:lnTo>
                  <a:pt x="7662" y="2095"/>
                </a:lnTo>
                <a:lnTo>
                  <a:pt x="7203" y="1686"/>
                </a:lnTo>
                <a:lnTo>
                  <a:pt x="6692" y="1278"/>
                </a:lnTo>
                <a:lnTo>
                  <a:pt x="6232" y="971"/>
                </a:lnTo>
                <a:lnTo>
                  <a:pt x="5721" y="665"/>
                </a:lnTo>
                <a:lnTo>
                  <a:pt x="5210" y="460"/>
                </a:lnTo>
                <a:lnTo>
                  <a:pt x="4700" y="256"/>
                </a:lnTo>
                <a:lnTo>
                  <a:pt x="4189" y="103"/>
                </a:lnTo>
                <a:lnTo>
                  <a:pt x="3678" y="52"/>
                </a:lnTo>
                <a:lnTo>
                  <a:pt x="3116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0" name="Google Shape;620;p23"/>
          <p:cNvSpPr>
            <a:spLocks noGrp="1"/>
          </p:cNvSpPr>
          <p:nvPr/>
        </p:nvSpPr>
        <p:spPr>
          <a:xfrm flipH="1">
            <a:off x="9063387" y="2158500"/>
            <a:ext cx="34403" cy="50819"/>
          </a:xfrm>
          <a:custGeom>
            <a:avLst/>
            <a:gdLst/>
            <a:ahLst/>
            <a:cxnLst/>
            <a:rect l="l" t="t" r="r" b="b"/>
            <a:pathLst>
              <a:path w="6744" h="9962">
                <a:moveTo>
                  <a:pt x="5467" y="9961"/>
                </a:moveTo>
                <a:lnTo>
                  <a:pt x="5467" y="9961"/>
                </a:lnTo>
                <a:lnTo>
                  <a:pt x="5211" y="9961"/>
                </a:lnTo>
                <a:lnTo>
                  <a:pt x="4956" y="9910"/>
                </a:lnTo>
                <a:lnTo>
                  <a:pt x="4700" y="9808"/>
                </a:lnTo>
                <a:lnTo>
                  <a:pt x="4445" y="9706"/>
                </a:lnTo>
                <a:lnTo>
                  <a:pt x="3883" y="9348"/>
                </a:lnTo>
                <a:lnTo>
                  <a:pt x="3372" y="8889"/>
                </a:lnTo>
                <a:lnTo>
                  <a:pt x="2810" y="8225"/>
                </a:lnTo>
                <a:lnTo>
                  <a:pt x="2249" y="7356"/>
                </a:lnTo>
                <a:lnTo>
                  <a:pt x="1636" y="6335"/>
                </a:lnTo>
                <a:lnTo>
                  <a:pt x="1074" y="5058"/>
                </a:lnTo>
                <a:lnTo>
                  <a:pt x="1074" y="5058"/>
                </a:lnTo>
                <a:lnTo>
                  <a:pt x="512" y="3781"/>
                </a:lnTo>
                <a:lnTo>
                  <a:pt x="205" y="2708"/>
                </a:lnTo>
                <a:lnTo>
                  <a:pt x="52" y="1839"/>
                </a:lnTo>
                <a:lnTo>
                  <a:pt x="1" y="1482"/>
                </a:lnTo>
                <a:lnTo>
                  <a:pt x="1" y="1175"/>
                </a:lnTo>
                <a:lnTo>
                  <a:pt x="52" y="920"/>
                </a:lnTo>
                <a:lnTo>
                  <a:pt x="154" y="665"/>
                </a:lnTo>
                <a:lnTo>
                  <a:pt x="256" y="460"/>
                </a:lnTo>
                <a:lnTo>
                  <a:pt x="410" y="307"/>
                </a:lnTo>
                <a:lnTo>
                  <a:pt x="563" y="205"/>
                </a:lnTo>
                <a:lnTo>
                  <a:pt x="767" y="103"/>
                </a:lnTo>
                <a:lnTo>
                  <a:pt x="971" y="52"/>
                </a:lnTo>
                <a:lnTo>
                  <a:pt x="1227" y="1"/>
                </a:lnTo>
                <a:lnTo>
                  <a:pt x="1227" y="1"/>
                </a:lnTo>
                <a:lnTo>
                  <a:pt x="1329" y="1"/>
                </a:lnTo>
                <a:lnTo>
                  <a:pt x="1329" y="1"/>
                </a:lnTo>
                <a:lnTo>
                  <a:pt x="1840" y="52"/>
                </a:lnTo>
                <a:lnTo>
                  <a:pt x="2095" y="154"/>
                </a:lnTo>
                <a:lnTo>
                  <a:pt x="2351" y="256"/>
                </a:lnTo>
                <a:lnTo>
                  <a:pt x="2861" y="562"/>
                </a:lnTo>
                <a:lnTo>
                  <a:pt x="3423" y="1073"/>
                </a:lnTo>
                <a:lnTo>
                  <a:pt x="3985" y="1686"/>
                </a:lnTo>
                <a:lnTo>
                  <a:pt x="4547" y="2504"/>
                </a:lnTo>
                <a:lnTo>
                  <a:pt x="5109" y="3576"/>
                </a:lnTo>
                <a:lnTo>
                  <a:pt x="5671" y="4802"/>
                </a:lnTo>
                <a:lnTo>
                  <a:pt x="5671" y="4802"/>
                </a:lnTo>
                <a:lnTo>
                  <a:pt x="6233" y="6079"/>
                </a:lnTo>
                <a:lnTo>
                  <a:pt x="6539" y="7152"/>
                </a:lnTo>
                <a:lnTo>
                  <a:pt x="6744" y="8020"/>
                </a:lnTo>
                <a:lnTo>
                  <a:pt x="6744" y="8429"/>
                </a:lnTo>
                <a:lnTo>
                  <a:pt x="6744" y="8735"/>
                </a:lnTo>
                <a:lnTo>
                  <a:pt x="6693" y="9042"/>
                </a:lnTo>
                <a:lnTo>
                  <a:pt x="6642" y="9246"/>
                </a:lnTo>
                <a:lnTo>
                  <a:pt x="6539" y="9451"/>
                </a:lnTo>
                <a:lnTo>
                  <a:pt x="6386" y="9655"/>
                </a:lnTo>
                <a:lnTo>
                  <a:pt x="6233" y="9757"/>
                </a:lnTo>
                <a:lnTo>
                  <a:pt x="6029" y="9859"/>
                </a:lnTo>
                <a:lnTo>
                  <a:pt x="5824" y="9910"/>
                </a:lnTo>
                <a:lnTo>
                  <a:pt x="5569" y="9961"/>
                </a:lnTo>
                <a:lnTo>
                  <a:pt x="5569" y="9961"/>
                </a:lnTo>
                <a:lnTo>
                  <a:pt x="5467" y="996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1" name="Google Shape;621;p23"/>
          <p:cNvSpPr>
            <a:spLocks noGrp="1"/>
          </p:cNvSpPr>
          <p:nvPr/>
        </p:nvSpPr>
        <p:spPr>
          <a:xfrm flipH="1">
            <a:off x="9075891" y="2149119"/>
            <a:ext cx="59415" cy="69843"/>
          </a:xfrm>
          <a:custGeom>
            <a:avLst/>
            <a:gdLst/>
            <a:ahLst/>
            <a:cxnLst/>
            <a:rect l="l" t="t" r="r" b="b"/>
            <a:pathLst>
              <a:path w="11647" h="13691">
                <a:moveTo>
                  <a:pt x="3167" y="1"/>
                </a:moveTo>
                <a:lnTo>
                  <a:pt x="3167" y="1"/>
                </a:lnTo>
                <a:lnTo>
                  <a:pt x="2861" y="1"/>
                </a:lnTo>
                <a:lnTo>
                  <a:pt x="2861" y="1"/>
                </a:lnTo>
                <a:lnTo>
                  <a:pt x="2299" y="52"/>
                </a:lnTo>
                <a:lnTo>
                  <a:pt x="1839" y="154"/>
                </a:lnTo>
                <a:lnTo>
                  <a:pt x="1430" y="307"/>
                </a:lnTo>
                <a:lnTo>
                  <a:pt x="1073" y="511"/>
                </a:lnTo>
                <a:lnTo>
                  <a:pt x="766" y="818"/>
                </a:lnTo>
                <a:lnTo>
                  <a:pt x="511" y="1124"/>
                </a:lnTo>
                <a:lnTo>
                  <a:pt x="307" y="1482"/>
                </a:lnTo>
                <a:lnTo>
                  <a:pt x="153" y="1891"/>
                </a:lnTo>
                <a:lnTo>
                  <a:pt x="51" y="2401"/>
                </a:lnTo>
                <a:lnTo>
                  <a:pt x="0" y="2912"/>
                </a:lnTo>
                <a:lnTo>
                  <a:pt x="51" y="3474"/>
                </a:lnTo>
                <a:lnTo>
                  <a:pt x="153" y="4087"/>
                </a:lnTo>
                <a:lnTo>
                  <a:pt x="255" y="4751"/>
                </a:lnTo>
                <a:lnTo>
                  <a:pt x="460" y="5466"/>
                </a:lnTo>
                <a:lnTo>
                  <a:pt x="766" y="6233"/>
                </a:lnTo>
                <a:lnTo>
                  <a:pt x="1073" y="7050"/>
                </a:lnTo>
                <a:lnTo>
                  <a:pt x="1073" y="7050"/>
                </a:lnTo>
                <a:lnTo>
                  <a:pt x="1430" y="7816"/>
                </a:lnTo>
                <a:lnTo>
                  <a:pt x="1839" y="8582"/>
                </a:lnTo>
                <a:lnTo>
                  <a:pt x="2248" y="9246"/>
                </a:lnTo>
                <a:lnTo>
                  <a:pt x="2656" y="9910"/>
                </a:lnTo>
                <a:lnTo>
                  <a:pt x="3116" y="10472"/>
                </a:lnTo>
                <a:lnTo>
                  <a:pt x="3525" y="11034"/>
                </a:lnTo>
                <a:lnTo>
                  <a:pt x="3984" y="11545"/>
                </a:lnTo>
                <a:lnTo>
                  <a:pt x="4495" y="11954"/>
                </a:lnTo>
                <a:lnTo>
                  <a:pt x="4955" y="12362"/>
                </a:lnTo>
                <a:lnTo>
                  <a:pt x="5466" y="12720"/>
                </a:lnTo>
                <a:lnTo>
                  <a:pt x="5977" y="13026"/>
                </a:lnTo>
                <a:lnTo>
                  <a:pt x="6487" y="13231"/>
                </a:lnTo>
                <a:lnTo>
                  <a:pt x="6998" y="13435"/>
                </a:lnTo>
                <a:lnTo>
                  <a:pt x="7509" y="13588"/>
                </a:lnTo>
                <a:lnTo>
                  <a:pt x="8020" y="13639"/>
                </a:lnTo>
                <a:lnTo>
                  <a:pt x="8531" y="13690"/>
                </a:lnTo>
                <a:lnTo>
                  <a:pt x="8531" y="13690"/>
                </a:lnTo>
                <a:lnTo>
                  <a:pt x="8837" y="13690"/>
                </a:lnTo>
                <a:lnTo>
                  <a:pt x="8837" y="13690"/>
                </a:lnTo>
                <a:lnTo>
                  <a:pt x="9348" y="13588"/>
                </a:lnTo>
                <a:lnTo>
                  <a:pt x="9808" y="13486"/>
                </a:lnTo>
                <a:lnTo>
                  <a:pt x="10267" y="13333"/>
                </a:lnTo>
                <a:lnTo>
                  <a:pt x="10625" y="13077"/>
                </a:lnTo>
                <a:lnTo>
                  <a:pt x="10931" y="12822"/>
                </a:lnTo>
                <a:lnTo>
                  <a:pt x="11187" y="12516"/>
                </a:lnTo>
                <a:lnTo>
                  <a:pt x="11391" y="12107"/>
                </a:lnTo>
                <a:lnTo>
                  <a:pt x="11544" y="11698"/>
                </a:lnTo>
                <a:lnTo>
                  <a:pt x="11596" y="11187"/>
                </a:lnTo>
                <a:lnTo>
                  <a:pt x="11647" y="10677"/>
                </a:lnTo>
                <a:lnTo>
                  <a:pt x="11596" y="10115"/>
                </a:lnTo>
                <a:lnTo>
                  <a:pt x="11544" y="9451"/>
                </a:lnTo>
                <a:lnTo>
                  <a:pt x="11391" y="8787"/>
                </a:lnTo>
                <a:lnTo>
                  <a:pt x="11187" y="8071"/>
                </a:lnTo>
                <a:lnTo>
                  <a:pt x="10880" y="7305"/>
                </a:lnTo>
                <a:lnTo>
                  <a:pt x="10574" y="6488"/>
                </a:lnTo>
                <a:lnTo>
                  <a:pt x="10574" y="6488"/>
                </a:lnTo>
                <a:lnTo>
                  <a:pt x="10216" y="5722"/>
                </a:lnTo>
                <a:lnTo>
                  <a:pt x="9808" y="4955"/>
                </a:lnTo>
                <a:lnTo>
                  <a:pt x="9399" y="4291"/>
                </a:lnTo>
                <a:lnTo>
                  <a:pt x="8990" y="3678"/>
                </a:lnTo>
                <a:lnTo>
                  <a:pt x="8582" y="3065"/>
                </a:lnTo>
                <a:lnTo>
                  <a:pt x="8122" y="2555"/>
                </a:lnTo>
                <a:lnTo>
                  <a:pt x="7662" y="2044"/>
                </a:lnTo>
                <a:lnTo>
                  <a:pt x="7203" y="1635"/>
                </a:lnTo>
                <a:lnTo>
                  <a:pt x="6692" y="1227"/>
                </a:lnTo>
                <a:lnTo>
                  <a:pt x="6232" y="920"/>
                </a:lnTo>
                <a:lnTo>
                  <a:pt x="5721" y="614"/>
                </a:lnTo>
                <a:lnTo>
                  <a:pt x="5210" y="409"/>
                </a:lnTo>
                <a:lnTo>
                  <a:pt x="4700" y="205"/>
                </a:lnTo>
                <a:lnTo>
                  <a:pt x="4189" y="103"/>
                </a:lnTo>
                <a:lnTo>
                  <a:pt x="3678" y="1"/>
                </a:lnTo>
                <a:lnTo>
                  <a:pt x="3167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2" name="Google Shape;622;p23"/>
          <p:cNvSpPr>
            <a:spLocks noGrp="1"/>
          </p:cNvSpPr>
          <p:nvPr/>
        </p:nvSpPr>
        <p:spPr>
          <a:xfrm flipH="1">
            <a:off x="10178689" y="1792640"/>
            <a:ext cx="236616" cy="71403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6830" y="0"/>
                </a:move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3" name="Google Shape;623;p23"/>
          <p:cNvSpPr>
            <a:spLocks noGrp="1"/>
          </p:cNvSpPr>
          <p:nvPr/>
        </p:nvSpPr>
        <p:spPr>
          <a:xfrm flipH="1">
            <a:off x="10178689" y="1792640"/>
            <a:ext cx="236616" cy="71403"/>
          </a:xfrm>
          <a:custGeom>
            <a:avLst/>
            <a:gdLst/>
            <a:ahLst/>
            <a:cxnLst/>
            <a:rect l="l" t="t" r="r" b="b"/>
            <a:pathLst>
              <a:path w="46383" h="13997">
                <a:moveTo>
                  <a:pt x="37238" y="0"/>
                </a:moveTo>
                <a:lnTo>
                  <a:pt x="37238" y="0"/>
                </a:lnTo>
                <a:lnTo>
                  <a:pt x="36830" y="0"/>
                </a:lnTo>
                <a:lnTo>
                  <a:pt x="4240" y="1941"/>
                </a:lnTo>
                <a:lnTo>
                  <a:pt x="4240" y="1941"/>
                </a:lnTo>
                <a:lnTo>
                  <a:pt x="3627" y="1992"/>
                </a:lnTo>
                <a:lnTo>
                  <a:pt x="3014" y="2146"/>
                </a:lnTo>
                <a:lnTo>
                  <a:pt x="2452" y="2299"/>
                </a:lnTo>
                <a:lnTo>
                  <a:pt x="1992" y="2554"/>
                </a:lnTo>
                <a:lnTo>
                  <a:pt x="1532" y="2810"/>
                </a:lnTo>
                <a:lnTo>
                  <a:pt x="1124" y="3167"/>
                </a:lnTo>
                <a:lnTo>
                  <a:pt x="766" y="3525"/>
                </a:lnTo>
                <a:lnTo>
                  <a:pt x="511" y="3934"/>
                </a:lnTo>
                <a:lnTo>
                  <a:pt x="255" y="4393"/>
                </a:lnTo>
                <a:lnTo>
                  <a:pt x="102" y="4904"/>
                </a:lnTo>
                <a:lnTo>
                  <a:pt x="0" y="5415"/>
                </a:lnTo>
                <a:lnTo>
                  <a:pt x="0" y="5926"/>
                </a:lnTo>
                <a:lnTo>
                  <a:pt x="0" y="6488"/>
                </a:lnTo>
                <a:lnTo>
                  <a:pt x="102" y="7101"/>
                </a:lnTo>
                <a:lnTo>
                  <a:pt x="255" y="7714"/>
                </a:lnTo>
                <a:lnTo>
                  <a:pt x="511" y="8327"/>
                </a:lnTo>
                <a:lnTo>
                  <a:pt x="511" y="8327"/>
                </a:lnTo>
                <a:lnTo>
                  <a:pt x="817" y="8888"/>
                </a:lnTo>
                <a:lnTo>
                  <a:pt x="1124" y="9501"/>
                </a:lnTo>
                <a:lnTo>
                  <a:pt x="1532" y="10012"/>
                </a:lnTo>
                <a:lnTo>
                  <a:pt x="1941" y="10574"/>
                </a:lnTo>
                <a:lnTo>
                  <a:pt x="2452" y="11034"/>
                </a:lnTo>
                <a:lnTo>
                  <a:pt x="2963" y="11545"/>
                </a:lnTo>
                <a:lnTo>
                  <a:pt x="3474" y="11953"/>
                </a:lnTo>
                <a:lnTo>
                  <a:pt x="4087" y="12362"/>
                </a:lnTo>
                <a:lnTo>
                  <a:pt x="4648" y="12720"/>
                </a:lnTo>
                <a:lnTo>
                  <a:pt x="5261" y="13026"/>
                </a:lnTo>
                <a:lnTo>
                  <a:pt x="5874" y="13333"/>
                </a:lnTo>
                <a:lnTo>
                  <a:pt x="6538" y="13537"/>
                </a:lnTo>
                <a:lnTo>
                  <a:pt x="7203" y="13741"/>
                </a:lnTo>
                <a:lnTo>
                  <a:pt x="7816" y="13894"/>
                </a:lnTo>
                <a:lnTo>
                  <a:pt x="8480" y="13946"/>
                </a:lnTo>
                <a:lnTo>
                  <a:pt x="9144" y="13997"/>
                </a:lnTo>
                <a:lnTo>
                  <a:pt x="9144" y="13997"/>
                </a:lnTo>
                <a:lnTo>
                  <a:pt x="9552" y="13946"/>
                </a:lnTo>
                <a:lnTo>
                  <a:pt x="42091" y="12056"/>
                </a:lnTo>
                <a:lnTo>
                  <a:pt x="42091" y="12056"/>
                </a:lnTo>
                <a:lnTo>
                  <a:pt x="42755" y="12004"/>
                </a:lnTo>
                <a:lnTo>
                  <a:pt x="43317" y="11851"/>
                </a:lnTo>
                <a:lnTo>
                  <a:pt x="43879" y="11698"/>
                </a:lnTo>
                <a:lnTo>
                  <a:pt x="44390" y="11443"/>
                </a:lnTo>
                <a:lnTo>
                  <a:pt x="44850" y="11136"/>
                </a:lnTo>
                <a:lnTo>
                  <a:pt x="45207" y="10830"/>
                </a:lnTo>
                <a:lnTo>
                  <a:pt x="45565" y="10472"/>
                </a:lnTo>
                <a:lnTo>
                  <a:pt x="45820" y="10012"/>
                </a:lnTo>
                <a:lnTo>
                  <a:pt x="46076" y="9604"/>
                </a:lnTo>
                <a:lnTo>
                  <a:pt x="46229" y="9093"/>
                </a:lnTo>
                <a:lnTo>
                  <a:pt x="46331" y="8582"/>
                </a:lnTo>
                <a:lnTo>
                  <a:pt x="46382" y="8020"/>
                </a:lnTo>
                <a:lnTo>
                  <a:pt x="46331" y="7458"/>
                </a:lnTo>
                <a:lnTo>
                  <a:pt x="46229" y="6896"/>
                </a:lnTo>
                <a:lnTo>
                  <a:pt x="46076" y="6283"/>
                </a:lnTo>
                <a:lnTo>
                  <a:pt x="45820" y="5670"/>
                </a:lnTo>
                <a:lnTo>
                  <a:pt x="45820" y="5670"/>
                </a:lnTo>
                <a:lnTo>
                  <a:pt x="45565" y="5057"/>
                </a:lnTo>
                <a:lnTo>
                  <a:pt x="45207" y="4495"/>
                </a:lnTo>
                <a:lnTo>
                  <a:pt x="44799" y="3934"/>
                </a:lnTo>
                <a:lnTo>
                  <a:pt x="44390" y="3423"/>
                </a:lnTo>
                <a:lnTo>
                  <a:pt x="43879" y="2912"/>
                </a:lnTo>
                <a:lnTo>
                  <a:pt x="43419" y="2452"/>
                </a:lnTo>
                <a:lnTo>
                  <a:pt x="42857" y="2044"/>
                </a:lnTo>
                <a:lnTo>
                  <a:pt x="42296" y="1635"/>
                </a:lnTo>
                <a:lnTo>
                  <a:pt x="41683" y="1277"/>
                </a:lnTo>
                <a:lnTo>
                  <a:pt x="41070" y="971"/>
                </a:lnTo>
                <a:lnTo>
                  <a:pt x="40457" y="664"/>
                </a:lnTo>
                <a:lnTo>
                  <a:pt x="39793" y="460"/>
                </a:lnTo>
                <a:lnTo>
                  <a:pt x="39180" y="256"/>
                </a:lnTo>
                <a:lnTo>
                  <a:pt x="38516" y="102"/>
                </a:lnTo>
                <a:lnTo>
                  <a:pt x="37851" y="51"/>
                </a:lnTo>
                <a:lnTo>
                  <a:pt x="37238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4" name="Google Shape;624;p23"/>
          <p:cNvSpPr>
            <a:spLocks noGrp="1"/>
          </p:cNvSpPr>
          <p:nvPr/>
        </p:nvSpPr>
        <p:spPr>
          <a:xfrm flipH="1">
            <a:off x="10123968" y="1907299"/>
            <a:ext cx="296027" cy="226709"/>
          </a:xfrm>
          <a:custGeom>
            <a:avLst/>
            <a:gdLst/>
            <a:ahLst/>
            <a:cxnLst/>
            <a:rect l="l" t="t" r="r" b="b"/>
            <a:pathLst>
              <a:path w="58029" h="44441">
                <a:moveTo>
                  <a:pt x="26256" y="409"/>
                </a:moveTo>
                <a:lnTo>
                  <a:pt x="12924" y="1175"/>
                </a:lnTo>
                <a:lnTo>
                  <a:pt x="27073" y="33407"/>
                </a:lnTo>
                <a:lnTo>
                  <a:pt x="40406" y="32590"/>
                </a:lnTo>
                <a:lnTo>
                  <a:pt x="26256" y="409"/>
                </a:lnTo>
                <a:close/>
                <a:moveTo>
                  <a:pt x="33101" y="0"/>
                </a:moveTo>
                <a:lnTo>
                  <a:pt x="28044" y="307"/>
                </a:lnTo>
                <a:lnTo>
                  <a:pt x="46892" y="43111"/>
                </a:lnTo>
                <a:lnTo>
                  <a:pt x="46892" y="43111"/>
                </a:lnTo>
                <a:lnTo>
                  <a:pt x="51899" y="42806"/>
                </a:lnTo>
                <a:lnTo>
                  <a:pt x="52818" y="42704"/>
                </a:lnTo>
                <a:lnTo>
                  <a:pt x="53687" y="42551"/>
                </a:lnTo>
                <a:lnTo>
                  <a:pt x="54453" y="42295"/>
                </a:lnTo>
                <a:lnTo>
                  <a:pt x="55168" y="41938"/>
                </a:lnTo>
                <a:lnTo>
                  <a:pt x="55832" y="41529"/>
                </a:lnTo>
                <a:lnTo>
                  <a:pt x="56394" y="41018"/>
                </a:lnTo>
                <a:lnTo>
                  <a:pt x="56854" y="40508"/>
                </a:lnTo>
                <a:lnTo>
                  <a:pt x="57263" y="39895"/>
                </a:lnTo>
                <a:lnTo>
                  <a:pt x="57569" y="39231"/>
                </a:lnTo>
                <a:lnTo>
                  <a:pt x="57824" y="38567"/>
                </a:lnTo>
                <a:lnTo>
                  <a:pt x="57978" y="37800"/>
                </a:lnTo>
                <a:lnTo>
                  <a:pt x="58029" y="37034"/>
                </a:lnTo>
                <a:lnTo>
                  <a:pt x="57978" y="36217"/>
                </a:lnTo>
                <a:lnTo>
                  <a:pt x="57824" y="35348"/>
                </a:lnTo>
                <a:lnTo>
                  <a:pt x="57620" y="34480"/>
                </a:lnTo>
                <a:lnTo>
                  <a:pt x="57263" y="33612"/>
                </a:lnTo>
                <a:lnTo>
                  <a:pt x="46076" y="8122"/>
                </a:lnTo>
                <a:lnTo>
                  <a:pt x="45667" y="7254"/>
                </a:lnTo>
                <a:lnTo>
                  <a:pt x="45156" y="6436"/>
                </a:lnTo>
                <a:lnTo>
                  <a:pt x="44594" y="5670"/>
                </a:lnTo>
                <a:lnTo>
                  <a:pt x="43981" y="4904"/>
                </a:lnTo>
                <a:lnTo>
                  <a:pt x="43266" y="4189"/>
                </a:lnTo>
                <a:lnTo>
                  <a:pt x="42551" y="3525"/>
                </a:lnTo>
                <a:lnTo>
                  <a:pt x="41785" y="2912"/>
                </a:lnTo>
                <a:lnTo>
                  <a:pt x="40968" y="2350"/>
                </a:lnTo>
                <a:lnTo>
                  <a:pt x="40099" y="1788"/>
                </a:lnTo>
                <a:lnTo>
                  <a:pt x="39231" y="1328"/>
                </a:lnTo>
                <a:lnTo>
                  <a:pt x="38311" y="920"/>
                </a:lnTo>
                <a:lnTo>
                  <a:pt x="37392" y="613"/>
                </a:lnTo>
                <a:lnTo>
                  <a:pt x="36472" y="358"/>
                </a:lnTo>
                <a:lnTo>
                  <a:pt x="35553" y="153"/>
                </a:lnTo>
                <a:lnTo>
                  <a:pt x="34582" y="0"/>
                </a:lnTo>
                <a:close/>
                <a:moveTo>
                  <a:pt x="46892" y="43111"/>
                </a:moveTo>
                <a:lnTo>
                  <a:pt x="46025" y="43164"/>
                </a:lnTo>
                <a:lnTo>
                  <a:pt x="46893" y="43113"/>
                </a:lnTo>
                <a:lnTo>
                  <a:pt x="46892" y="43111"/>
                </a:lnTo>
                <a:close/>
                <a:moveTo>
                  <a:pt x="41172" y="34276"/>
                </a:moveTo>
                <a:lnTo>
                  <a:pt x="27789" y="35093"/>
                </a:lnTo>
                <a:lnTo>
                  <a:pt x="31722" y="44032"/>
                </a:lnTo>
                <a:lnTo>
                  <a:pt x="45105" y="43215"/>
                </a:lnTo>
                <a:lnTo>
                  <a:pt x="41172" y="34276"/>
                </a:lnTo>
                <a:close/>
                <a:moveTo>
                  <a:pt x="11136" y="1277"/>
                </a:moveTo>
                <a:lnTo>
                  <a:pt x="6130" y="1584"/>
                </a:lnTo>
                <a:lnTo>
                  <a:pt x="5210" y="1686"/>
                </a:lnTo>
                <a:lnTo>
                  <a:pt x="4342" y="1839"/>
                </a:lnTo>
                <a:lnTo>
                  <a:pt x="3576" y="2146"/>
                </a:lnTo>
                <a:lnTo>
                  <a:pt x="2861" y="2452"/>
                </a:lnTo>
                <a:lnTo>
                  <a:pt x="2197" y="2861"/>
                </a:lnTo>
                <a:lnTo>
                  <a:pt x="1635" y="3371"/>
                </a:lnTo>
                <a:lnTo>
                  <a:pt x="1124" y="3882"/>
                </a:lnTo>
                <a:lnTo>
                  <a:pt x="715" y="4495"/>
                </a:lnTo>
                <a:lnTo>
                  <a:pt x="409" y="5159"/>
                </a:lnTo>
                <a:lnTo>
                  <a:pt x="153" y="5874"/>
                </a:lnTo>
                <a:lnTo>
                  <a:pt x="51" y="6590"/>
                </a:lnTo>
                <a:lnTo>
                  <a:pt x="0" y="7356"/>
                </a:lnTo>
                <a:lnTo>
                  <a:pt x="0" y="8173"/>
                </a:lnTo>
                <a:lnTo>
                  <a:pt x="153" y="9042"/>
                </a:lnTo>
                <a:lnTo>
                  <a:pt x="409" y="9910"/>
                </a:lnTo>
                <a:lnTo>
                  <a:pt x="715" y="10778"/>
                </a:lnTo>
                <a:lnTo>
                  <a:pt x="11902" y="36268"/>
                </a:lnTo>
                <a:lnTo>
                  <a:pt x="12362" y="37136"/>
                </a:lnTo>
                <a:lnTo>
                  <a:pt x="12822" y="37954"/>
                </a:lnTo>
                <a:lnTo>
                  <a:pt x="13384" y="38720"/>
                </a:lnTo>
                <a:lnTo>
                  <a:pt x="14048" y="39486"/>
                </a:lnTo>
                <a:lnTo>
                  <a:pt x="14712" y="40201"/>
                </a:lnTo>
                <a:lnTo>
                  <a:pt x="15427" y="40865"/>
                </a:lnTo>
                <a:lnTo>
                  <a:pt x="16244" y="41478"/>
                </a:lnTo>
                <a:lnTo>
                  <a:pt x="17061" y="42091"/>
                </a:lnTo>
                <a:lnTo>
                  <a:pt x="17879" y="42602"/>
                </a:lnTo>
                <a:lnTo>
                  <a:pt x="18798" y="43062"/>
                </a:lnTo>
                <a:lnTo>
                  <a:pt x="19667" y="43470"/>
                </a:lnTo>
                <a:lnTo>
                  <a:pt x="20586" y="43777"/>
                </a:lnTo>
                <a:lnTo>
                  <a:pt x="21557" y="44083"/>
                </a:lnTo>
                <a:lnTo>
                  <a:pt x="22476" y="44288"/>
                </a:lnTo>
                <a:lnTo>
                  <a:pt x="23395" y="44390"/>
                </a:lnTo>
                <a:lnTo>
                  <a:pt x="24366" y="44441"/>
                </a:lnTo>
                <a:lnTo>
                  <a:pt x="24928" y="44390"/>
                </a:lnTo>
                <a:lnTo>
                  <a:pt x="29934" y="44134"/>
                </a:lnTo>
                <a:lnTo>
                  <a:pt x="11136" y="1277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5" name="Google Shape;625;p23"/>
          <p:cNvSpPr>
            <a:spLocks noGrp="1"/>
          </p:cNvSpPr>
          <p:nvPr/>
        </p:nvSpPr>
        <p:spPr>
          <a:xfrm flipH="1">
            <a:off x="9971268" y="2131923"/>
            <a:ext cx="9125" cy="525"/>
          </a:xfrm>
          <a:custGeom>
            <a:avLst/>
            <a:gdLst/>
            <a:ahLst/>
            <a:cxnLst/>
            <a:rect l="l" t="t" r="r" b="b"/>
            <a:pathLst>
              <a:path w="1789" h="103">
                <a:moveTo>
                  <a:pt x="1789" y="0"/>
                </a:moveTo>
                <a:lnTo>
                  <a:pt x="1" y="102"/>
                </a:lnTo>
                <a:lnTo>
                  <a:pt x="1" y="102"/>
                </a:lnTo>
                <a:lnTo>
                  <a:pt x="1789" y="0"/>
                </a:lnTo>
                <a:lnTo>
                  <a:pt x="1789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6" name="Google Shape;626;p23"/>
          <p:cNvSpPr>
            <a:spLocks noGrp="1"/>
          </p:cNvSpPr>
          <p:nvPr/>
        </p:nvSpPr>
        <p:spPr>
          <a:xfrm flipH="1">
            <a:off x="9893871" y="2127489"/>
            <a:ext cx="4692" cy="264"/>
          </a:xfrm>
          <a:custGeom>
            <a:avLst/>
            <a:gdLst/>
            <a:ahLst/>
            <a:cxnLst/>
            <a:rect l="l" t="t" r="r" b="b"/>
            <a:pathLst>
              <a:path w="920" h="52">
                <a:moveTo>
                  <a:pt x="920" y="1"/>
                </a:moveTo>
                <a:lnTo>
                  <a:pt x="0" y="52"/>
                </a:lnTo>
                <a:lnTo>
                  <a:pt x="0" y="52"/>
                </a:lnTo>
                <a:lnTo>
                  <a:pt x="920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7" name="Google Shape;627;p23"/>
          <p:cNvSpPr>
            <a:spLocks noGrp="1"/>
          </p:cNvSpPr>
          <p:nvPr/>
        </p:nvSpPr>
        <p:spPr>
          <a:xfrm flipH="1">
            <a:off x="9982211" y="2082148"/>
            <a:ext cx="88345" cy="49779"/>
          </a:xfrm>
          <a:custGeom>
            <a:avLst/>
            <a:gdLst/>
            <a:ahLst/>
            <a:cxnLst/>
            <a:rect l="l" t="t" r="r" b="b"/>
            <a:pathLst>
              <a:path w="17318" h="9758">
                <a:moveTo>
                  <a:pt x="13384" y="1"/>
                </a:moveTo>
                <a:lnTo>
                  <a:pt x="1" y="818"/>
                </a:lnTo>
                <a:lnTo>
                  <a:pt x="3934" y="9757"/>
                </a:lnTo>
                <a:lnTo>
                  <a:pt x="17317" y="8940"/>
                </a:lnTo>
                <a:lnTo>
                  <a:pt x="13384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8" name="Google Shape;628;p23"/>
          <p:cNvSpPr>
            <a:spLocks noGrp="1"/>
          </p:cNvSpPr>
          <p:nvPr/>
        </p:nvSpPr>
        <p:spPr>
          <a:xfrm flipH="1">
            <a:off x="10123968" y="1913813"/>
            <a:ext cx="152704" cy="220195"/>
          </a:xfrm>
          <a:custGeom>
            <a:avLst/>
            <a:gdLst/>
            <a:ahLst/>
            <a:cxnLst/>
            <a:rect l="l" t="t" r="r" b="b"/>
            <a:pathLst>
              <a:path w="29934" h="43164">
                <a:moveTo>
                  <a:pt x="11136" y="0"/>
                </a:moveTo>
                <a:lnTo>
                  <a:pt x="6130" y="307"/>
                </a:lnTo>
                <a:lnTo>
                  <a:pt x="6130" y="307"/>
                </a:lnTo>
                <a:lnTo>
                  <a:pt x="5210" y="409"/>
                </a:lnTo>
                <a:lnTo>
                  <a:pt x="4342" y="562"/>
                </a:lnTo>
                <a:lnTo>
                  <a:pt x="3576" y="869"/>
                </a:lnTo>
                <a:lnTo>
                  <a:pt x="2861" y="1175"/>
                </a:lnTo>
                <a:lnTo>
                  <a:pt x="2197" y="1584"/>
                </a:lnTo>
                <a:lnTo>
                  <a:pt x="1635" y="2094"/>
                </a:lnTo>
                <a:lnTo>
                  <a:pt x="1124" y="2605"/>
                </a:lnTo>
                <a:lnTo>
                  <a:pt x="715" y="3218"/>
                </a:lnTo>
                <a:lnTo>
                  <a:pt x="409" y="3882"/>
                </a:lnTo>
                <a:lnTo>
                  <a:pt x="153" y="4597"/>
                </a:lnTo>
                <a:lnTo>
                  <a:pt x="51" y="5313"/>
                </a:lnTo>
                <a:lnTo>
                  <a:pt x="0" y="6079"/>
                </a:lnTo>
                <a:lnTo>
                  <a:pt x="0" y="6896"/>
                </a:lnTo>
                <a:lnTo>
                  <a:pt x="153" y="7765"/>
                </a:lnTo>
                <a:lnTo>
                  <a:pt x="409" y="8633"/>
                </a:lnTo>
                <a:lnTo>
                  <a:pt x="715" y="9501"/>
                </a:lnTo>
                <a:lnTo>
                  <a:pt x="11902" y="34991"/>
                </a:lnTo>
                <a:lnTo>
                  <a:pt x="11902" y="34991"/>
                </a:lnTo>
                <a:lnTo>
                  <a:pt x="12362" y="35859"/>
                </a:lnTo>
                <a:lnTo>
                  <a:pt x="12822" y="36677"/>
                </a:lnTo>
                <a:lnTo>
                  <a:pt x="13384" y="37443"/>
                </a:lnTo>
                <a:lnTo>
                  <a:pt x="14048" y="38209"/>
                </a:lnTo>
                <a:lnTo>
                  <a:pt x="14712" y="38924"/>
                </a:lnTo>
                <a:lnTo>
                  <a:pt x="15427" y="39588"/>
                </a:lnTo>
                <a:lnTo>
                  <a:pt x="16244" y="40201"/>
                </a:lnTo>
                <a:lnTo>
                  <a:pt x="17061" y="40814"/>
                </a:lnTo>
                <a:lnTo>
                  <a:pt x="17879" y="41325"/>
                </a:lnTo>
                <a:lnTo>
                  <a:pt x="18798" y="41785"/>
                </a:lnTo>
                <a:lnTo>
                  <a:pt x="19667" y="42193"/>
                </a:lnTo>
                <a:lnTo>
                  <a:pt x="20586" y="42500"/>
                </a:lnTo>
                <a:lnTo>
                  <a:pt x="21557" y="42806"/>
                </a:lnTo>
                <a:lnTo>
                  <a:pt x="22476" y="43011"/>
                </a:lnTo>
                <a:lnTo>
                  <a:pt x="23395" y="43113"/>
                </a:lnTo>
                <a:lnTo>
                  <a:pt x="24366" y="43164"/>
                </a:lnTo>
                <a:lnTo>
                  <a:pt x="24366" y="43164"/>
                </a:lnTo>
                <a:lnTo>
                  <a:pt x="24928" y="43113"/>
                </a:lnTo>
                <a:lnTo>
                  <a:pt x="29934" y="42857"/>
                </a:lnTo>
                <a:lnTo>
                  <a:pt x="11136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9" name="Google Shape;629;p23"/>
          <p:cNvSpPr>
            <a:spLocks noGrp="1"/>
          </p:cNvSpPr>
          <p:nvPr/>
        </p:nvSpPr>
        <p:spPr>
          <a:xfrm flipH="1">
            <a:off x="10058043" y="1909380"/>
            <a:ext cx="140200" cy="168344"/>
          </a:xfrm>
          <a:custGeom>
            <a:avLst/>
            <a:gdLst/>
            <a:ahLst/>
            <a:cxnLst/>
            <a:rect l="l" t="t" r="r" b="b"/>
            <a:pathLst>
              <a:path w="27483" h="33000">
                <a:moveTo>
                  <a:pt x="13333" y="1"/>
                </a:moveTo>
                <a:lnTo>
                  <a:pt x="1" y="767"/>
                </a:lnTo>
                <a:lnTo>
                  <a:pt x="14150" y="32999"/>
                </a:lnTo>
                <a:lnTo>
                  <a:pt x="27483" y="32182"/>
                </a:lnTo>
                <a:lnTo>
                  <a:pt x="13333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0" name="Google Shape;630;p23"/>
          <p:cNvSpPr>
            <a:spLocks noGrp="1"/>
          </p:cNvSpPr>
          <p:nvPr/>
        </p:nvSpPr>
        <p:spPr>
          <a:xfrm flipH="1">
            <a:off x="9980909" y="1907299"/>
            <a:ext cx="152969" cy="220195"/>
          </a:xfrm>
          <a:custGeom>
            <a:avLst/>
            <a:gdLst/>
            <a:ahLst/>
            <a:cxnLst/>
            <a:rect l="l" t="t" r="r" b="b"/>
            <a:pathLst>
              <a:path w="29986" h="43164">
                <a:moveTo>
                  <a:pt x="5620" y="0"/>
                </a:moveTo>
                <a:lnTo>
                  <a:pt x="5620" y="0"/>
                </a:lnTo>
                <a:lnTo>
                  <a:pt x="5058" y="0"/>
                </a:lnTo>
                <a:lnTo>
                  <a:pt x="1" y="307"/>
                </a:lnTo>
                <a:lnTo>
                  <a:pt x="18850" y="43113"/>
                </a:lnTo>
                <a:lnTo>
                  <a:pt x="17982" y="43164"/>
                </a:lnTo>
                <a:lnTo>
                  <a:pt x="23856" y="42806"/>
                </a:lnTo>
                <a:lnTo>
                  <a:pt x="23856" y="42806"/>
                </a:lnTo>
                <a:lnTo>
                  <a:pt x="24775" y="42704"/>
                </a:lnTo>
                <a:lnTo>
                  <a:pt x="25644" y="42551"/>
                </a:lnTo>
                <a:lnTo>
                  <a:pt x="26410" y="42295"/>
                </a:lnTo>
                <a:lnTo>
                  <a:pt x="27125" y="41938"/>
                </a:lnTo>
                <a:lnTo>
                  <a:pt x="27789" y="41529"/>
                </a:lnTo>
                <a:lnTo>
                  <a:pt x="28351" y="41018"/>
                </a:lnTo>
                <a:lnTo>
                  <a:pt x="28811" y="40508"/>
                </a:lnTo>
                <a:lnTo>
                  <a:pt x="29220" y="39895"/>
                </a:lnTo>
                <a:lnTo>
                  <a:pt x="29526" y="39231"/>
                </a:lnTo>
                <a:lnTo>
                  <a:pt x="29781" y="38567"/>
                </a:lnTo>
                <a:lnTo>
                  <a:pt x="29935" y="37800"/>
                </a:lnTo>
                <a:lnTo>
                  <a:pt x="29986" y="37034"/>
                </a:lnTo>
                <a:lnTo>
                  <a:pt x="29935" y="36217"/>
                </a:lnTo>
                <a:lnTo>
                  <a:pt x="29781" y="35348"/>
                </a:lnTo>
                <a:lnTo>
                  <a:pt x="29577" y="34480"/>
                </a:lnTo>
                <a:lnTo>
                  <a:pt x="29220" y="33612"/>
                </a:lnTo>
                <a:lnTo>
                  <a:pt x="18033" y="8122"/>
                </a:lnTo>
                <a:lnTo>
                  <a:pt x="18033" y="8122"/>
                </a:lnTo>
                <a:lnTo>
                  <a:pt x="17624" y="7254"/>
                </a:lnTo>
                <a:lnTo>
                  <a:pt x="17113" y="6436"/>
                </a:lnTo>
                <a:lnTo>
                  <a:pt x="16551" y="5670"/>
                </a:lnTo>
                <a:lnTo>
                  <a:pt x="15938" y="4904"/>
                </a:lnTo>
                <a:lnTo>
                  <a:pt x="15223" y="4189"/>
                </a:lnTo>
                <a:lnTo>
                  <a:pt x="14508" y="3525"/>
                </a:lnTo>
                <a:lnTo>
                  <a:pt x="13742" y="2912"/>
                </a:lnTo>
                <a:lnTo>
                  <a:pt x="12925" y="2350"/>
                </a:lnTo>
                <a:lnTo>
                  <a:pt x="12056" y="1788"/>
                </a:lnTo>
                <a:lnTo>
                  <a:pt x="11188" y="1328"/>
                </a:lnTo>
                <a:lnTo>
                  <a:pt x="10268" y="920"/>
                </a:lnTo>
                <a:lnTo>
                  <a:pt x="9349" y="613"/>
                </a:lnTo>
                <a:lnTo>
                  <a:pt x="8429" y="358"/>
                </a:lnTo>
                <a:lnTo>
                  <a:pt x="7510" y="153"/>
                </a:lnTo>
                <a:lnTo>
                  <a:pt x="6539" y="0"/>
                </a:lnTo>
                <a:lnTo>
                  <a:pt x="5620" y="0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1" name="Google Shape;631;p23"/>
          <p:cNvSpPr>
            <a:spLocks noGrp="1"/>
          </p:cNvSpPr>
          <p:nvPr/>
        </p:nvSpPr>
        <p:spPr>
          <a:xfrm flipH="1">
            <a:off x="10067164" y="1908860"/>
            <a:ext cx="182415" cy="223588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  <a:close/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2" name="Google Shape;632;p23"/>
          <p:cNvSpPr>
            <a:spLocks noGrp="1"/>
          </p:cNvSpPr>
          <p:nvPr/>
        </p:nvSpPr>
        <p:spPr>
          <a:xfrm flipH="1">
            <a:off x="10067164" y="1908860"/>
            <a:ext cx="182415" cy="223588"/>
          </a:xfrm>
          <a:custGeom>
            <a:avLst/>
            <a:gdLst/>
            <a:ahLst/>
            <a:cxnLst/>
            <a:rect l="l" t="t" r="r" b="b"/>
            <a:pathLst>
              <a:path w="35758" h="43829">
                <a:moveTo>
                  <a:pt x="16909" y="1"/>
                </a:moveTo>
                <a:lnTo>
                  <a:pt x="15121" y="103"/>
                </a:lnTo>
                <a:lnTo>
                  <a:pt x="29271" y="32284"/>
                </a:lnTo>
                <a:lnTo>
                  <a:pt x="15938" y="33101"/>
                </a:lnTo>
                <a:lnTo>
                  <a:pt x="1789" y="869"/>
                </a:lnTo>
                <a:lnTo>
                  <a:pt x="1" y="971"/>
                </a:lnTo>
                <a:lnTo>
                  <a:pt x="18799" y="43828"/>
                </a:lnTo>
                <a:lnTo>
                  <a:pt x="20587" y="43726"/>
                </a:lnTo>
                <a:lnTo>
                  <a:pt x="16654" y="34787"/>
                </a:lnTo>
                <a:lnTo>
                  <a:pt x="30037" y="33970"/>
                </a:lnTo>
                <a:lnTo>
                  <a:pt x="33970" y="42909"/>
                </a:lnTo>
                <a:lnTo>
                  <a:pt x="35758" y="42807"/>
                </a:lnTo>
                <a:lnTo>
                  <a:pt x="16909" y="1"/>
                </a:lnTo>
              </a:path>
            </a:pathLst>
          </a:custGeom>
          <a:solidFill>
            <a:srgbClr val="160B04">
              <a:alpha val="27730"/>
            </a:srgbClr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3" name="Google Shape;633;p23"/>
          <p:cNvSpPr>
            <a:spLocks noGrp="1"/>
          </p:cNvSpPr>
          <p:nvPr/>
        </p:nvSpPr>
        <p:spPr>
          <a:xfrm flipH="1">
            <a:off x="10329048" y="1725409"/>
            <a:ext cx="1452768" cy="655633"/>
          </a:xfrm>
          <a:custGeom>
            <a:avLst/>
            <a:gdLst/>
            <a:ahLst/>
            <a:cxnLst/>
            <a:rect l="l" t="t" r="r" b="b"/>
            <a:pathLst>
              <a:path w="284780" h="128521">
                <a:moveTo>
                  <a:pt x="1788" y="0"/>
                </a:moveTo>
                <a:lnTo>
                  <a:pt x="919" y="1277"/>
                </a:lnTo>
                <a:lnTo>
                  <a:pt x="511" y="1941"/>
                </a:lnTo>
                <a:lnTo>
                  <a:pt x="255" y="2708"/>
                </a:lnTo>
                <a:lnTo>
                  <a:pt x="51" y="3474"/>
                </a:lnTo>
                <a:lnTo>
                  <a:pt x="0" y="4291"/>
                </a:lnTo>
                <a:lnTo>
                  <a:pt x="0" y="5108"/>
                </a:lnTo>
                <a:lnTo>
                  <a:pt x="153" y="6028"/>
                </a:lnTo>
                <a:lnTo>
                  <a:pt x="358" y="6947"/>
                </a:lnTo>
                <a:lnTo>
                  <a:pt x="715" y="7867"/>
                </a:lnTo>
                <a:lnTo>
                  <a:pt x="50162" y="120348"/>
                </a:lnTo>
                <a:lnTo>
                  <a:pt x="50571" y="121216"/>
                </a:lnTo>
                <a:lnTo>
                  <a:pt x="51082" y="122085"/>
                </a:lnTo>
                <a:lnTo>
                  <a:pt x="51490" y="122596"/>
                </a:lnTo>
                <a:lnTo>
                  <a:pt x="51899" y="123157"/>
                </a:lnTo>
                <a:lnTo>
                  <a:pt x="52307" y="123668"/>
                </a:lnTo>
                <a:lnTo>
                  <a:pt x="52359" y="123668"/>
                </a:lnTo>
                <a:lnTo>
                  <a:pt x="52767" y="124128"/>
                </a:lnTo>
                <a:lnTo>
                  <a:pt x="53278" y="124588"/>
                </a:lnTo>
                <a:lnTo>
                  <a:pt x="54249" y="125405"/>
                </a:lnTo>
                <a:lnTo>
                  <a:pt x="54453" y="125609"/>
                </a:lnTo>
                <a:lnTo>
                  <a:pt x="55321" y="126171"/>
                </a:lnTo>
                <a:lnTo>
                  <a:pt x="55628" y="126376"/>
                </a:lnTo>
                <a:lnTo>
                  <a:pt x="56343" y="126784"/>
                </a:lnTo>
                <a:lnTo>
                  <a:pt x="57109" y="127193"/>
                </a:lnTo>
                <a:lnTo>
                  <a:pt x="57262" y="127244"/>
                </a:lnTo>
                <a:lnTo>
                  <a:pt x="57722" y="127448"/>
                </a:lnTo>
                <a:lnTo>
                  <a:pt x="58335" y="127704"/>
                </a:lnTo>
                <a:lnTo>
                  <a:pt x="58999" y="127908"/>
                </a:lnTo>
                <a:lnTo>
                  <a:pt x="59612" y="128112"/>
                </a:lnTo>
                <a:lnTo>
                  <a:pt x="60225" y="128266"/>
                </a:lnTo>
                <a:lnTo>
                  <a:pt x="60838" y="128368"/>
                </a:lnTo>
                <a:lnTo>
                  <a:pt x="61400" y="128419"/>
                </a:lnTo>
                <a:lnTo>
                  <a:pt x="62268" y="128521"/>
                </a:lnTo>
                <a:lnTo>
                  <a:pt x="63137" y="128521"/>
                </a:lnTo>
                <a:lnTo>
                  <a:pt x="278752" y="115853"/>
                </a:lnTo>
                <a:lnTo>
                  <a:pt x="279569" y="115751"/>
                </a:lnTo>
                <a:lnTo>
                  <a:pt x="280335" y="115597"/>
                </a:lnTo>
                <a:lnTo>
                  <a:pt x="280795" y="115444"/>
                </a:lnTo>
                <a:lnTo>
                  <a:pt x="281204" y="115342"/>
                </a:lnTo>
                <a:lnTo>
                  <a:pt x="281561" y="115189"/>
                </a:lnTo>
                <a:lnTo>
                  <a:pt x="281715" y="115087"/>
                </a:lnTo>
                <a:lnTo>
                  <a:pt x="282072" y="114933"/>
                </a:lnTo>
                <a:lnTo>
                  <a:pt x="282481" y="114678"/>
                </a:lnTo>
                <a:lnTo>
                  <a:pt x="282838" y="114371"/>
                </a:lnTo>
                <a:lnTo>
                  <a:pt x="283145" y="114116"/>
                </a:lnTo>
                <a:lnTo>
                  <a:pt x="283349" y="113963"/>
                </a:lnTo>
                <a:lnTo>
                  <a:pt x="283656" y="113605"/>
                </a:lnTo>
                <a:lnTo>
                  <a:pt x="283911" y="113197"/>
                </a:lnTo>
                <a:lnTo>
                  <a:pt x="284779" y="111920"/>
                </a:lnTo>
                <a:lnTo>
                  <a:pt x="284422" y="112379"/>
                </a:lnTo>
                <a:lnTo>
                  <a:pt x="284013" y="112839"/>
                </a:lnTo>
                <a:lnTo>
                  <a:pt x="283707" y="113094"/>
                </a:lnTo>
                <a:lnTo>
                  <a:pt x="283349" y="113350"/>
                </a:lnTo>
                <a:lnTo>
                  <a:pt x="282941" y="113605"/>
                </a:lnTo>
                <a:lnTo>
                  <a:pt x="282583" y="113810"/>
                </a:lnTo>
                <a:lnTo>
                  <a:pt x="282123" y="114014"/>
                </a:lnTo>
                <a:lnTo>
                  <a:pt x="281663" y="114167"/>
                </a:lnTo>
                <a:lnTo>
                  <a:pt x="281204" y="114320"/>
                </a:lnTo>
                <a:lnTo>
                  <a:pt x="280438" y="114474"/>
                </a:lnTo>
                <a:lnTo>
                  <a:pt x="279620" y="114576"/>
                </a:lnTo>
                <a:lnTo>
                  <a:pt x="64005" y="127193"/>
                </a:lnTo>
                <a:lnTo>
                  <a:pt x="63137" y="127193"/>
                </a:lnTo>
                <a:lnTo>
                  <a:pt x="62268" y="127142"/>
                </a:lnTo>
                <a:lnTo>
                  <a:pt x="61706" y="127040"/>
                </a:lnTo>
                <a:lnTo>
                  <a:pt x="61093" y="126937"/>
                </a:lnTo>
                <a:lnTo>
                  <a:pt x="60481" y="126784"/>
                </a:lnTo>
                <a:lnTo>
                  <a:pt x="59868" y="126631"/>
                </a:lnTo>
                <a:lnTo>
                  <a:pt x="59203" y="126427"/>
                </a:lnTo>
                <a:lnTo>
                  <a:pt x="58591" y="126171"/>
                </a:lnTo>
                <a:lnTo>
                  <a:pt x="58131" y="125967"/>
                </a:lnTo>
                <a:lnTo>
                  <a:pt x="57313" y="125558"/>
                </a:lnTo>
                <a:lnTo>
                  <a:pt x="56496" y="125099"/>
                </a:lnTo>
                <a:lnTo>
                  <a:pt x="56139" y="124843"/>
                </a:lnTo>
                <a:lnTo>
                  <a:pt x="55117" y="124128"/>
                </a:lnTo>
                <a:lnTo>
                  <a:pt x="54146" y="123260"/>
                </a:lnTo>
                <a:lnTo>
                  <a:pt x="53636" y="122851"/>
                </a:lnTo>
                <a:lnTo>
                  <a:pt x="53227" y="122391"/>
                </a:lnTo>
                <a:lnTo>
                  <a:pt x="52767" y="121880"/>
                </a:lnTo>
                <a:lnTo>
                  <a:pt x="52410" y="121319"/>
                </a:lnTo>
                <a:lnTo>
                  <a:pt x="51950" y="120808"/>
                </a:lnTo>
                <a:lnTo>
                  <a:pt x="51439" y="119939"/>
                </a:lnTo>
                <a:lnTo>
                  <a:pt x="51030" y="119071"/>
                </a:lnTo>
                <a:lnTo>
                  <a:pt x="1584" y="6539"/>
                </a:lnTo>
                <a:lnTo>
                  <a:pt x="1226" y="5619"/>
                </a:lnTo>
                <a:lnTo>
                  <a:pt x="1022" y="4700"/>
                </a:lnTo>
                <a:lnTo>
                  <a:pt x="868" y="3831"/>
                </a:lnTo>
                <a:lnTo>
                  <a:pt x="868" y="2963"/>
                </a:lnTo>
                <a:lnTo>
                  <a:pt x="919" y="2146"/>
                </a:lnTo>
                <a:lnTo>
                  <a:pt x="1124" y="1380"/>
                </a:lnTo>
                <a:lnTo>
                  <a:pt x="1379" y="664"/>
                </a:lnTo>
                <a:lnTo>
                  <a:pt x="1788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42875" dist="95250" dir="72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4.xml"/><Relationship Id="rId2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6.xml"/><Relationship Id="rId2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2700006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57000" y="487680"/>
            <a:ext cx="10278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3735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466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923600" y="1802500"/>
            <a:ext cx="10282400" cy="4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1219200" lvl="1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828800" lvl="2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2438400" lvl="3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3048000" lvl="4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3657600" lvl="5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4267200" lvl="6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4876800" lvl="7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5486400" lvl="8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2700006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57000" y="487680"/>
            <a:ext cx="10278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3735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4665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923600" y="1802500"/>
            <a:ext cx="10282400" cy="4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1219200" lvl="1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828800" lvl="2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2438400" lvl="3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3048000" lvl="4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3657600" lvl="5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4267200" lvl="6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4876800" lvl="7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5486400" lvl="8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Black coffees" charset="0"/>
          <a:ea typeface="Black coffees" charset="0"/>
          <a:cs typeface="Black coffees" charset="0"/>
          <a:sym typeface="Black coffees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SWAstro" panose="02000400000000000000" charset="0"/>
          <a:ea typeface="SWAstro" panose="02000400000000000000" charset="0"/>
          <a:cs typeface="SWAstro" panose="02000400000000000000" charset="0"/>
          <a:sym typeface="SWAstro" panose="02000400000000000000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2"/>
            </a:gs>
          </a:gsLst>
          <a:lin ang="2700006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957000" y="487680"/>
            <a:ext cx="102780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3735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>
                <a:solidFill>
                  <a:schemeClr val="dk1"/>
                </a:solidFill>
                <a:latin typeface="Anton"/>
                <a:ea typeface="Anton"/>
                <a:cs typeface="Anton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4665">
                <a:solidFill>
                  <a:schemeClr val="dk1"/>
                </a:solidFill>
                <a:latin typeface="Anton"/>
                <a:ea typeface="Anton"/>
                <a:cs typeface="Anton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923600" y="1802500"/>
            <a:ext cx="10282400" cy="4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6096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1pPr>
            <a:lvl2pPr marL="12192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2pPr>
            <a:lvl3pPr marL="18288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3pPr>
            <a:lvl4pPr marL="24384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4pPr>
            <a:lvl5pPr marL="30480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5pPr>
            <a:lvl6pPr marL="36576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6pPr>
            <a:lvl7pPr marL="42672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7pPr>
            <a:lvl8pPr marL="48768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8pPr>
            <a:lvl9pPr marL="5486400" indent="-406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600">
                <a:solidFill>
                  <a:schemeClr val="dk1"/>
                </a:solidFill>
                <a:latin typeface="Hind"/>
                <a:ea typeface="Hind"/>
                <a:cs typeface="Hind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Relationship Id="rId10" Type="http://schemas.openxmlformats.org/officeDocument/2006/relationships/tags" Target="../tags/tag8.xml"/><Relationship Id="rId11" Type="http://schemas.openxmlformats.org/officeDocument/2006/relationships/tags" Target="../tags/tag9.xml"/><Relationship Id="rId12" Type="http://schemas.openxmlformats.org/officeDocument/2006/relationships/tags" Target="../tags/tag10.xml"/><Relationship Id="rId13" Type="http://schemas.openxmlformats.org/officeDocument/2006/relationships/tags" Target="../tags/tag11.xml"/><Relationship Id="rId14" Type="http://schemas.openxmlformats.org/officeDocument/2006/relationships/tags" Target="../tags/tag12.xml"/><Relationship Id="rId15" Type="http://schemas.openxmlformats.org/officeDocument/2006/relationships/slideLayout" Target="../slideLayouts/slideLayout14.xml"/><Relationship Id="rId1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Relationship Id="rId9" Type="http://schemas.openxmlformats.org/officeDocument/2006/relationships/tags" Target="../tags/tag20.xml"/><Relationship Id="rId10" Type="http://schemas.openxmlformats.org/officeDocument/2006/relationships/tags" Target="../tags/tag21.xml"/><Relationship Id="rId11" Type="http://schemas.openxmlformats.org/officeDocument/2006/relationships/tags" Target="../tags/tag22.xml"/><Relationship Id="rId12" Type="http://schemas.openxmlformats.org/officeDocument/2006/relationships/tags" Target="../tags/tag23.xml"/><Relationship Id="rId13" Type="http://schemas.openxmlformats.org/officeDocument/2006/relationships/tags" Target="../tags/tag24.xml"/><Relationship Id="rId14" Type="http://schemas.openxmlformats.org/officeDocument/2006/relationships/tags" Target="../tags/tag25.xml"/><Relationship Id="rId15" Type="http://schemas.openxmlformats.org/officeDocument/2006/relationships/tags" Target="../tags/tag26.xml"/><Relationship Id="rId16" Type="http://schemas.openxmlformats.org/officeDocument/2006/relationships/slideLayout" Target="../slideLayouts/slideLayout15.xml"/><Relationship Id="rId1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Relationship Id="rId8" Type="http://schemas.openxmlformats.org/officeDocument/2006/relationships/tags" Target="../tags/tag34.xml"/><Relationship Id="rId9" Type="http://schemas.openxmlformats.org/officeDocument/2006/relationships/tags" Target="../tags/tag35.xml"/><Relationship Id="rId10" Type="http://schemas.openxmlformats.org/officeDocument/2006/relationships/tags" Target="../tags/tag36.xml"/><Relationship Id="rId11" Type="http://schemas.openxmlformats.org/officeDocument/2006/relationships/image" Target="../media/image10.png"/><Relationship Id="rId12" Type="http://schemas.openxmlformats.org/officeDocument/2006/relationships/slideLayout" Target="../slideLayouts/slideLayout13.xml"/><Relationship Id="rId1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image" Target="../media/image1.png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tags" Target="../tags/tag44.xml"/><Relationship Id="rId10" Type="http://schemas.openxmlformats.org/officeDocument/2006/relationships/tags" Target="../tags/tag45.xml"/><Relationship Id="rId11" Type="http://schemas.openxmlformats.org/officeDocument/2006/relationships/tags" Target="../tags/tag46.xml"/><Relationship Id="rId12" Type="http://schemas.openxmlformats.org/officeDocument/2006/relationships/tags" Target="../tags/tag47.xml"/><Relationship Id="rId13" Type="http://schemas.openxmlformats.org/officeDocument/2006/relationships/tags" Target="../tags/tag48.xml"/><Relationship Id="rId14" Type="http://schemas.openxmlformats.org/officeDocument/2006/relationships/tags" Target="../tags/tag49.xml"/><Relationship Id="rId15" Type="http://schemas.openxmlformats.org/officeDocument/2006/relationships/tags" Target="../tags/tag50.xml"/><Relationship Id="rId16" Type="http://schemas.openxmlformats.org/officeDocument/2006/relationships/tags" Target="../tags/tag51.xml"/><Relationship Id="rId17" Type="http://schemas.openxmlformats.org/officeDocument/2006/relationships/tags" Target="../tags/tag52.xml"/><Relationship Id="rId18" Type="http://schemas.openxmlformats.org/officeDocument/2006/relationships/tags" Target="../tags/tag53.xml"/><Relationship Id="rId19" Type="http://schemas.openxmlformats.org/officeDocument/2006/relationships/tags" Target="../tags/tag54.xml"/><Relationship Id="rId20" Type="http://schemas.openxmlformats.org/officeDocument/2006/relationships/tags" Target="../tags/tag55.xml"/><Relationship Id="rId21" Type="http://schemas.openxmlformats.org/officeDocument/2006/relationships/tags" Target="../tags/tag56.xml"/><Relationship Id="rId22" Type="http://schemas.openxmlformats.org/officeDocument/2006/relationships/tags" Target="../tags/tag57.xml"/><Relationship Id="rId23" Type="http://schemas.openxmlformats.org/officeDocument/2006/relationships/slideLayout" Target="../slideLayouts/slideLayout59.xml"/><Relationship Id="rId2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7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7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tags" Target="../tags/tag63.xml"/><Relationship Id="rId7" Type="http://schemas.openxmlformats.org/officeDocument/2006/relationships/tags" Target="../tags/tag64.xml"/><Relationship Id="rId8" Type="http://schemas.openxmlformats.org/officeDocument/2006/relationships/tags" Target="../tags/tag65.xml"/><Relationship Id="rId9" Type="http://schemas.openxmlformats.org/officeDocument/2006/relationships/tags" Target="../tags/tag66.xml"/><Relationship Id="rId10" Type="http://schemas.openxmlformats.org/officeDocument/2006/relationships/tags" Target="../tags/tag67.xml"/><Relationship Id="rId11" Type="http://schemas.openxmlformats.org/officeDocument/2006/relationships/tags" Target="../tags/tag68.xml"/><Relationship Id="rId12" Type="http://schemas.openxmlformats.org/officeDocument/2006/relationships/tags" Target="../tags/tag69.xml"/><Relationship Id="rId13" Type="http://schemas.openxmlformats.org/officeDocument/2006/relationships/tags" Target="../tags/tag70.xml"/><Relationship Id="rId14" Type="http://schemas.openxmlformats.org/officeDocument/2006/relationships/tags" Target="../tags/tag71.xml"/><Relationship Id="rId15" Type="http://schemas.openxmlformats.org/officeDocument/2006/relationships/tags" Target="../tags/tag72.xml"/><Relationship Id="rId16" Type="http://schemas.openxmlformats.org/officeDocument/2006/relationships/tags" Target="../tags/tag73.xml"/><Relationship Id="rId17" Type="http://schemas.openxmlformats.org/officeDocument/2006/relationships/tags" Target="../tags/tag74.xml"/><Relationship Id="rId18" Type="http://schemas.openxmlformats.org/officeDocument/2006/relationships/tags" Target="../tags/tag75.xml"/><Relationship Id="rId19" Type="http://schemas.openxmlformats.org/officeDocument/2006/relationships/tags" Target="../tags/tag76.xml"/><Relationship Id="rId20" Type="http://schemas.openxmlformats.org/officeDocument/2006/relationships/tags" Target="../tags/tag77.xml"/><Relationship Id="rId21" Type="http://schemas.openxmlformats.org/officeDocument/2006/relationships/tags" Target="../tags/tag78.xml"/><Relationship Id="rId22" Type="http://schemas.openxmlformats.org/officeDocument/2006/relationships/tags" Target="../tags/tag79.xml"/><Relationship Id="rId23" Type="http://schemas.openxmlformats.org/officeDocument/2006/relationships/tags" Target="../tags/tag80.xml"/><Relationship Id="rId24" Type="http://schemas.openxmlformats.org/officeDocument/2006/relationships/tags" Target="../tags/tag81.xml"/><Relationship Id="rId25" Type="http://schemas.openxmlformats.org/officeDocument/2006/relationships/tags" Target="../tags/tag82.xml"/><Relationship Id="rId26" Type="http://schemas.openxmlformats.org/officeDocument/2006/relationships/tags" Target="../tags/tag83.xml"/><Relationship Id="rId27" Type="http://schemas.openxmlformats.org/officeDocument/2006/relationships/tags" Target="../tags/tag84.xml"/><Relationship Id="rId28" Type="http://schemas.openxmlformats.org/officeDocument/2006/relationships/tags" Target="../tags/tag85.xml"/><Relationship Id="rId29" Type="http://schemas.openxmlformats.org/officeDocument/2006/relationships/tags" Target="../tags/tag86.xml"/><Relationship Id="rId30" Type="http://schemas.openxmlformats.org/officeDocument/2006/relationships/tags" Target="../tags/tag87.xml"/><Relationship Id="rId31" Type="http://schemas.openxmlformats.org/officeDocument/2006/relationships/tags" Target="../tags/tag88.xml"/><Relationship Id="rId32" Type="http://schemas.openxmlformats.org/officeDocument/2006/relationships/tags" Target="../tags/tag89.xml"/><Relationship Id="rId33" Type="http://schemas.openxmlformats.org/officeDocument/2006/relationships/tags" Target="../tags/tag90.xml"/><Relationship Id="rId34" Type="http://schemas.openxmlformats.org/officeDocument/2006/relationships/tags" Target="../tags/tag91.xml"/><Relationship Id="rId35" Type="http://schemas.openxmlformats.org/officeDocument/2006/relationships/tags" Target="../tags/tag92.xml"/><Relationship Id="rId36" Type="http://schemas.openxmlformats.org/officeDocument/2006/relationships/tags" Target="../tags/tag93.xml"/><Relationship Id="rId37" Type="http://schemas.openxmlformats.org/officeDocument/2006/relationships/tags" Target="../tags/tag94.xml"/><Relationship Id="rId38" Type="http://schemas.openxmlformats.org/officeDocument/2006/relationships/tags" Target="../tags/tag95.xml"/><Relationship Id="rId39" Type="http://schemas.openxmlformats.org/officeDocument/2006/relationships/tags" Target="../tags/tag96.xml"/><Relationship Id="rId40" Type="http://schemas.openxmlformats.org/officeDocument/2006/relationships/tags" Target="../tags/tag97.xml"/><Relationship Id="rId41" Type="http://schemas.openxmlformats.org/officeDocument/2006/relationships/tags" Target="../tags/tag98.xml"/><Relationship Id="rId42" Type="http://schemas.openxmlformats.org/officeDocument/2006/relationships/tags" Target="../tags/tag99.xml"/><Relationship Id="rId43" Type="http://schemas.openxmlformats.org/officeDocument/2006/relationships/tags" Target="../tags/tag100.xml"/><Relationship Id="rId44" Type="http://schemas.openxmlformats.org/officeDocument/2006/relationships/tags" Target="../tags/tag101.xml"/><Relationship Id="rId45" Type="http://schemas.openxmlformats.org/officeDocument/2006/relationships/tags" Target="../tags/tag102.xml"/><Relationship Id="rId46" Type="http://schemas.openxmlformats.org/officeDocument/2006/relationships/tags" Target="../tags/tag103.xml"/><Relationship Id="rId47" Type="http://schemas.openxmlformats.org/officeDocument/2006/relationships/tags" Target="../tags/tag104.xml"/><Relationship Id="rId48" Type="http://schemas.openxmlformats.org/officeDocument/2006/relationships/tags" Target="../tags/tag105.xml"/><Relationship Id="rId49" Type="http://schemas.openxmlformats.org/officeDocument/2006/relationships/tags" Target="../tags/tag106.xml"/><Relationship Id="rId50" Type="http://schemas.openxmlformats.org/officeDocument/2006/relationships/tags" Target="../tags/tag107.xml"/><Relationship Id="rId51" Type="http://schemas.openxmlformats.org/officeDocument/2006/relationships/tags" Target="../tags/tag108.xml"/><Relationship Id="rId52" Type="http://schemas.openxmlformats.org/officeDocument/2006/relationships/slideLayout" Target="../slideLayouts/slideLayout18.xml"/><Relationship Id="rId5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9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Google Shape;644;p27"/>
          <p:cNvGrpSpPr/>
          <p:nvPr/>
        </p:nvGrpSpPr>
        <p:grpSpPr>
          <a:xfrm>
            <a:off x="9170800" y="67"/>
            <a:ext cx="2817993" cy="6858000"/>
            <a:chOff x="2154351" y="50"/>
            <a:chExt cx="2113495" cy="5143500"/>
          </a:xfrm>
        </p:grpSpPr>
        <p:sp>
          <p:nvSpPr>
            <p:cNvPr id="645" name="Google Shape;645;p27"/>
            <p:cNvSpPr/>
            <p:nvPr/>
          </p:nvSpPr>
          <p:spPr>
            <a:xfrm>
              <a:off x="2154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2535351" y="50"/>
              <a:ext cx="2298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2916346" y="50"/>
              <a:ext cx="1351500" cy="5143500"/>
            </a:xfrm>
            <a:prstGeom prst="rect">
              <a:avLst/>
            </a:prstGeom>
            <a:solidFill>
              <a:srgbClr val="FFFFFF">
                <a:alpha val="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648" name="Google Shape;648;p27"/>
          <p:cNvPicPr preferRelativeResize="0"/>
          <p:nvPr/>
        </p:nvPicPr>
        <p:blipFill rotWithShape="1">
          <a:blip r:embed="rId1">
            <a:alphaModFix amt="90000"/>
          </a:blip>
          <a:srcRect l="32935" b="32935"/>
          <a:stretch>
            <a:fillRect/>
          </a:stretch>
        </p:blipFill>
        <p:spPr>
          <a:xfrm>
            <a:off x="8998358" y="1379581"/>
            <a:ext cx="357600" cy="363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9" name="Google Shape;649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472203" y="2778711"/>
            <a:ext cx="705600" cy="7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27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567302" y="4879599"/>
            <a:ext cx="1886891" cy="1883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2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0785535" y="-112051"/>
            <a:ext cx="1456900" cy="25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27"/>
          <p:cNvPicPr preferRelativeResize="0"/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305400" y="4032225"/>
            <a:ext cx="2882900" cy="28776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5" name="Google Shape;655;p27"/>
          <p:cNvGrpSpPr/>
          <p:nvPr/>
        </p:nvGrpSpPr>
        <p:grpSpPr>
          <a:xfrm>
            <a:off x="8203335" y="1520935"/>
            <a:ext cx="3043320" cy="3447160"/>
            <a:chOff x="6047250" y="1140701"/>
            <a:chExt cx="2282490" cy="2585370"/>
          </a:xfrm>
        </p:grpSpPr>
        <p:sp>
          <p:nvSpPr>
            <p:cNvPr id="656" name="Google Shape;656;p27"/>
            <p:cNvSpPr/>
            <p:nvPr/>
          </p:nvSpPr>
          <p:spPr>
            <a:xfrm>
              <a:off x="6123450" y="1216901"/>
              <a:ext cx="2204027" cy="2508486"/>
            </a:xfrm>
            <a:custGeom>
              <a:avLst/>
              <a:gdLst/>
              <a:ahLst/>
              <a:cxnLst/>
              <a:rect l="l" t="t" r="r" b="b"/>
              <a:pathLst>
                <a:path w="26517" h="30180" extrusionOk="0">
                  <a:moveTo>
                    <a:pt x="15401" y="1"/>
                  </a:moveTo>
                  <a:lnTo>
                    <a:pt x="15231" y="20"/>
                  </a:lnTo>
                  <a:lnTo>
                    <a:pt x="15061" y="57"/>
                  </a:lnTo>
                  <a:lnTo>
                    <a:pt x="14891" y="114"/>
                  </a:lnTo>
                  <a:lnTo>
                    <a:pt x="14721" y="171"/>
                  </a:lnTo>
                  <a:lnTo>
                    <a:pt x="14532" y="265"/>
                  </a:lnTo>
                  <a:lnTo>
                    <a:pt x="14363" y="359"/>
                  </a:lnTo>
                  <a:lnTo>
                    <a:pt x="14193" y="473"/>
                  </a:lnTo>
                  <a:lnTo>
                    <a:pt x="14042" y="586"/>
                  </a:lnTo>
                  <a:lnTo>
                    <a:pt x="13872" y="737"/>
                  </a:lnTo>
                  <a:lnTo>
                    <a:pt x="13721" y="869"/>
                  </a:lnTo>
                  <a:lnTo>
                    <a:pt x="13570" y="1039"/>
                  </a:lnTo>
                  <a:lnTo>
                    <a:pt x="13438" y="1190"/>
                  </a:lnTo>
                  <a:lnTo>
                    <a:pt x="13306" y="1379"/>
                  </a:lnTo>
                  <a:lnTo>
                    <a:pt x="13192" y="1548"/>
                  </a:lnTo>
                  <a:lnTo>
                    <a:pt x="13098" y="1737"/>
                  </a:lnTo>
                  <a:lnTo>
                    <a:pt x="245" y="27801"/>
                  </a:lnTo>
                  <a:lnTo>
                    <a:pt x="151" y="27990"/>
                  </a:lnTo>
                  <a:lnTo>
                    <a:pt x="94" y="28160"/>
                  </a:lnTo>
                  <a:lnTo>
                    <a:pt x="57" y="28349"/>
                  </a:lnTo>
                  <a:lnTo>
                    <a:pt x="19" y="28518"/>
                  </a:lnTo>
                  <a:lnTo>
                    <a:pt x="0" y="28669"/>
                  </a:lnTo>
                  <a:lnTo>
                    <a:pt x="19" y="28820"/>
                  </a:lnTo>
                  <a:lnTo>
                    <a:pt x="38" y="28971"/>
                  </a:lnTo>
                  <a:lnTo>
                    <a:pt x="76" y="29103"/>
                  </a:lnTo>
                  <a:lnTo>
                    <a:pt x="132" y="29236"/>
                  </a:lnTo>
                  <a:lnTo>
                    <a:pt x="189" y="29349"/>
                  </a:lnTo>
                  <a:lnTo>
                    <a:pt x="283" y="29443"/>
                  </a:lnTo>
                  <a:lnTo>
                    <a:pt x="378" y="29519"/>
                  </a:lnTo>
                  <a:lnTo>
                    <a:pt x="491" y="29594"/>
                  </a:lnTo>
                  <a:lnTo>
                    <a:pt x="623" y="29651"/>
                  </a:lnTo>
                  <a:lnTo>
                    <a:pt x="774" y="29670"/>
                  </a:lnTo>
                  <a:lnTo>
                    <a:pt x="925" y="29689"/>
                  </a:lnTo>
                  <a:lnTo>
                    <a:pt x="10965" y="30179"/>
                  </a:lnTo>
                  <a:lnTo>
                    <a:pt x="11116" y="30179"/>
                  </a:lnTo>
                  <a:lnTo>
                    <a:pt x="11286" y="30160"/>
                  </a:lnTo>
                  <a:lnTo>
                    <a:pt x="11475" y="30123"/>
                  </a:lnTo>
                  <a:lnTo>
                    <a:pt x="11645" y="30066"/>
                  </a:lnTo>
                  <a:lnTo>
                    <a:pt x="11815" y="30009"/>
                  </a:lnTo>
                  <a:lnTo>
                    <a:pt x="11985" y="29915"/>
                  </a:lnTo>
                  <a:lnTo>
                    <a:pt x="12173" y="29821"/>
                  </a:lnTo>
                  <a:lnTo>
                    <a:pt x="12343" y="29707"/>
                  </a:lnTo>
                  <a:lnTo>
                    <a:pt x="12494" y="29575"/>
                  </a:lnTo>
                  <a:lnTo>
                    <a:pt x="12664" y="29443"/>
                  </a:lnTo>
                  <a:lnTo>
                    <a:pt x="12815" y="29292"/>
                  </a:lnTo>
                  <a:lnTo>
                    <a:pt x="12966" y="29141"/>
                  </a:lnTo>
                  <a:lnTo>
                    <a:pt x="13098" y="28971"/>
                  </a:lnTo>
                  <a:lnTo>
                    <a:pt x="13211" y="28801"/>
                  </a:lnTo>
                  <a:lnTo>
                    <a:pt x="13325" y="28632"/>
                  </a:lnTo>
                  <a:lnTo>
                    <a:pt x="13438" y="28443"/>
                  </a:lnTo>
                  <a:lnTo>
                    <a:pt x="26290" y="2379"/>
                  </a:lnTo>
                  <a:lnTo>
                    <a:pt x="26366" y="2190"/>
                  </a:lnTo>
                  <a:lnTo>
                    <a:pt x="26441" y="2001"/>
                  </a:lnTo>
                  <a:lnTo>
                    <a:pt x="26479" y="1832"/>
                  </a:lnTo>
                  <a:lnTo>
                    <a:pt x="26517" y="1662"/>
                  </a:lnTo>
                  <a:lnTo>
                    <a:pt x="26517" y="1511"/>
                  </a:lnTo>
                  <a:lnTo>
                    <a:pt x="26517" y="1341"/>
                  </a:lnTo>
                  <a:lnTo>
                    <a:pt x="26498" y="1209"/>
                  </a:lnTo>
                  <a:lnTo>
                    <a:pt x="26460" y="1077"/>
                  </a:lnTo>
                  <a:lnTo>
                    <a:pt x="26404" y="945"/>
                  </a:lnTo>
                  <a:lnTo>
                    <a:pt x="26328" y="831"/>
                  </a:lnTo>
                  <a:lnTo>
                    <a:pt x="26253" y="737"/>
                  </a:lnTo>
                  <a:lnTo>
                    <a:pt x="26158" y="661"/>
                  </a:lnTo>
                  <a:lnTo>
                    <a:pt x="26045" y="586"/>
                  </a:lnTo>
                  <a:lnTo>
                    <a:pt x="25913" y="529"/>
                  </a:lnTo>
                  <a:lnTo>
                    <a:pt x="25762" y="492"/>
                  </a:lnTo>
                  <a:lnTo>
                    <a:pt x="25611" y="473"/>
                  </a:lnTo>
                  <a:lnTo>
                    <a:pt x="155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142875" dist="95250" dir="42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6070772" y="1201875"/>
              <a:ext cx="2258967" cy="2524195"/>
            </a:xfrm>
            <a:custGeom>
              <a:avLst/>
              <a:gdLst/>
              <a:ahLst/>
              <a:cxnLst/>
              <a:rect l="l" t="t" r="r" b="b"/>
              <a:pathLst>
                <a:path w="27178" h="30369" extrusionOk="0">
                  <a:moveTo>
                    <a:pt x="25970" y="1"/>
                  </a:moveTo>
                  <a:lnTo>
                    <a:pt x="26026" y="58"/>
                  </a:lnTo>
                  <a:lnTo>
                    <a:pt x="26045" y="76"/>
                  </a:lnTo>
                  <a:lnTo>
                    <a:pt x="26083" y="152"/>
                  </a:lnTo>
                  <a:lnTo>
                    <a:pt x="26121" y="209"/>
                  </a:lnTo>
                  <a:lnTo>
                    <a:pt x="26140" y="246"/>
                  </a:lnTo>
                  <a:lnTo>
                    <a:pt x="26158" y="284"/>
                  </a:lnTo>
                  <a:lnTo>
                    <a:pt x="26177" y="322"/>
                  </a:lnTo>
                  <a:lnTo>
                    <a:pt x="26196" y="378"/>
                  </a:lnTo>
                  <a:lnTo>
                    <a:pt x="26196" y="397"/>
                  </a:lnTo>
                  <a:lnTo>
                    <a:pt x="26215" y="492"/>
                  </a:lnTo>
                  <a:lnTo>
                    <a:pt x="26234" y="586"/>
                  </a:lnTo>
                  <a:lnTo>
                    <a:pt x="26234" y="624"/>
                  </a:lnTo>
                  <a:lnTo>
                    <a:pt x="26234" y="680"/>
                  </a:lnTo>
                  <a:lnTo>
                    <a:pt x="26234" y="737"/>
                  </a:lnTo>
                  <a:lnTo>
                    <a:pt x="26234" y="794"/>
                  </a:lnTo>
                  <a:lnTo>
                    <a:pt x="26234" y="907"/>
                  </a:lnTo>
                  <a:lnTo>
                    <a:pt x="26234" y="926"/>
                  </a:lnTo>
                  <a:lnTo>
                    <a:pt x="26196" y="1096"/>
                  </a:lnTo>
                  <a:lnTo>
                    <a:pt x="26196" y="1133"/>
                  </a:lnTo>
                  <a:lnTo>
                    <a:pt x="26177" y="1190"/>
                  </a:lnTo>
                  <a:lnTo>
                    <a:pt x="26158" y="1247"/>
                  </a:lnTo>
                  <a:lnTo>
                    <a:pt x="26140" y="1322"/>
                  </a:lnTo>
                  <a:lnTo>
                    <a:pt x="26121" y="1379"/>
                  </a:lnTo>
                  <a:lnTo>
                    <a:pt x="26083" y="1473"/>
                  </a:lnTo>
                  <a:lnTo>
                    <a:pt x="26064" y="1511"/>
                  </a:lnTo>
                  <a:lnTo>
                    <a:pt x="26007" y="1643"/>
                  </a:lnTo>
                  <a:lnTo>
                    <a:pt x="13155" y="27707"/>
                  </a:lnTo>
                  <a:lnTo>
                    <a:pt x="13042" y="27896"/>
                  </a:lnTo>
                  <a:lnTo>
                    <a:pt x="12928" y="28065"/>
                  </a:lnTo>
                  <a:lnTo>
                    <a:pt x="12815" y="28235"/>
                  </a:lnTo>
                  <a:lnTo>
                    <a:pt x="12683" y="28405"/>
                  </a:lnTo>
                  <a:lnTo>
                    <a:pt x="12532" y="28556"/>
                  </a:lnTo>
                  <a:lnTo>
                    <a:pt x="12381" y="28707"/>
                  </a:lnTo>
                  <a:lnTo>
                    <a:pt x="12211" y="28839"/>
                  </a:lnTo>
                  <a:lnTo>
                    <a:pt x="12060" y="28971"/>
                  </a:lnTo>
                  <a:lnTo>
                    <a:pt x="11890" y="29085"/>
                  </a:lnTo>
                  <a:lnTo>
                    <a:pt x="11702" y="29179"/>
                  </a:lnTo>
                  <a:lnTo>
                    <a:pt x="11532" y="29273"/>
                  </a:lnTo>
                  <a:lnTo>
                    <a:pt x="11362" y="29330"/>
                  </a:lnTo>
                  <a:lnTo>
                    <a:pt x="11192" y="29387"/>
                  </a:lnTo>
                  <a:lnTo>
                    <a:pt x="11003" y="29424"/>
                  </a:lnTo>
                  <a:lnTo>
                    <a:pt x="10833" y="29443"/>
                  </a:lnTo>
                  <a:lnTo>
                    <a:pt x="10682" y="29443"/>
                  </a:lnTo>
                  <a:lnTo>
                    <a:pt x="642" y="28953"/>
                  </a:lnTo>
                  <a:lnTo>
                    <a:pt x="453" y="28934"/>
                  </a:lnTo>
                  <a:lnTo>
                    <a:pt x="264" y="28877"/>
                  </a:lnTo>
                  <a:lnTo>
                    <a:pt x="113" y="28802"/>
                  </a:lnTo>
                  <a:lnTo>
                    <a:pt x="0" y="28707"/>
                  </a:lnTo>
                  <a:lnTo>
                    <a:pt x="0" y="28707"/>
                  </a:lnTo>
                  <a:lnTo>
                    <a:pt x="925" y="29632"/>
                  </a:lnTo>
                  <a:lnTo>
                    <a:pt x="1057" y="29726"/>
                  </a:lnTo>
                  <a:lnTo>
                    <a:pt x="1208" y="29802"/>
                  </a:lnTo>
                  <a:lnTo>
                    <a:pt x="1378" y="29858"/>
                  </a:lnTo>
                  <a:lnTo>
                    <a:pt x="1567" y="29877"/>
                  </a:lnTo>
                  <a:lnTo>
                    <a:pt x="11607" y="30368"/>
                  </a:lnTo>
                  <a:lnTo>
                    <a:pt x="11777" y="30368"/>
                  </a:lnTo>
                  <a:lnTo>
                    <a:pt x="11947" y="30349"/>
                  </a:lnTo>
                  <a:lnTo>
                    <a:pt x="12117" y="30311"/>
                  </a:lnTo>
                  <a:lnTo>
                    <a:pt x="12287" y="30255"/>
                  </a:lnTo>
                  <a:lnTo>
                    <a:pt x="12475" y="30198"/>
                  </a:lnTo>
                  <a:lnTo>
                    <a:pt x="12645" y="30104"/>
                  </a:lnTo>
                  <a:lnTo>
                    <a:pt x="12815" y="30009"/>
                  </a:lnTo>
                  <a:lnTo>
                    <a:pt x="12985" y="29896"/>
                  </a:lnTo>
                  <a:lnTo>
                    <a:pt x="13155" y="29764"/>
                  </a:lnTo>
                  <a:lnTo>
                    <a:pt x="13306" y="29632"/>
                  </a:lnTo>
                  <a:lnTo>
                    <a:pt x="13457" y="29481"/>
                  </a:lnTo>
                  <a:lnTo>
                    <a:pt x="13608" y="29330"/>
                  </a:lnTo>
                  <a:lnTo>
                    <a:pt x="13740" y="29179"/>
                  </a:lnTo>
                  <a:lnTo>
                    <a:pt x="13872" y="28990"/>
                  </a:lnTo>
                  <a:lnTo>
                    <a:pt x="13985" y="28820"/>
                  </a:lnTo>
                  <a:lnTo>
                    <a:pt x="14080" y="28632"/>
                  </a:lnTo>
                  <a:lnTo>
                    <a:pt x="26932" y="2568"/>
                  </a:lnTo>
                  <a:lnTo>
                    <a:pt x="27008" y="2436"/>
                  </a:lnTo>
                  <a:lnTo>
                    <a:pt x="27008" y="2398"/>
                  </a:lnTo>
                  <a:lnTo>
                    <a:pt x="27045" y="2303"/>
                  </a:lnTo>
                  <a:lnTo>
                    <a:pt x="27064" y="2247"/>
                  </a:lnTo>
                  <a:lnTo>
                    <a:pt x="27102" y="2171"/>
                  </a:lnTo>
                  <a:lnTo>
                    <a:pt x="27102" y="2115"/>
                  </a:lnTo>
                  <a:lnTo>
                    <a:pt x="27121" y="2058"/>
                  </a:lnTo>
                  <a:lnTo>
                    <a:pt x="27140" y="2039"/>
                  </a:lnTo>
                  <a:lnTo>
                    <a:pt x="27140" y="2020"/>
                  </a:lnTo>
                  <a:lnTo>
                    <a:pt x="27159" y="1851"/>
                  </a:lnTo>
                  <a:lnTo>
                    <a:pt x="27159" y="1832"/>
                  </a:lnTo>
                  <a:lnTo>
                    <a:pt x="27178" y="1718"/>
                  </a:lnTo>
                  <a:lnTo>
                    <a:pt x="27178" y="1700"/>
                  </a:lnTo>
                  <a:lnTo>
                    <a:pt x="27178" y="1662"/>
                  </a:lnTo>
                  <a:lnTo>
                    <a:pt x="27178" y="1605"/>
                  </a:lnTo>
                  <a:lnTo>
                    <a:pt x="27178" y="1586"/>
                  </a:lnTo>
                  <a:lnTo>
                    <a:pt x="27178" y="1549"/>
                  </a:lnTo>
                  <a:lnTo>
                    <a:pt x="27159" y="1511"/>
                  </a:lnTo>
                  <a:lnTo>
                    <a:pt x="27159" y="1492"/>
                  </a:lnTo>
                  <a:lnTo>
                    <a:pt x="27159" y="1416"/>
                  </a:lnTo>
                  <a:lnTo>
                    <a:pt x="27140" y="1341"/>
                  </a:lnTo>
                  <a:lnTo>
                    <a:pt x="27140" y="1322"/>
                  </a:lnTo>
                  <a:lnTo>
                    <a:pt x="27121" y="1303"/>
                  </a:lnTo>
                  <a:lnTo>
                    <a:pt x="27121" y="1265"/>
                  </a:lnTo>
                  <a:lnTo>
                    <a:pt x="27102" y="1247"/>
                  </a:lnTo>
                  <a:lnTo>
                    <a:pt x="27102" y="1209"/>
                  </a:lnTo>
                  <a:lnTo>
                    <a:pt x="27083" y="1190"/>
                  </a:lnTo>
                  <a:lnTo>
                    <a:pt x="27064" y="1171"/>
                  </a:lnTo>
                  <a:lnTo>
                    <a:pt x="27064" y="1133"/>
                  </a:lnTo>
                  <a:lnTo>
                    <a:pt x="27045" y="1133"/>
                  </a:lnTo>
                  <a:lnTo>
                    <a:pt x="27027" y="1077"/>
                  </a:lnTo>
                  <a:lnTo>
                    <a:pt x="26970" y="1020"/>
                  </a:lnTo>
                  <a:lnTo>
                    <a:pt x="26970" y="1001"/>
                  </a:lnTo>
                  <a:lnTo>
                    <a:pt x="26951" y="982"/>
                  </a:lnTo>
                  <a:lnTo>
                    <a:pt x="26932" y="963"/>
                  </a:lnTo>
                  <a:lnTo>
                    <a:pt x="26913" y="926"/>
                  </a:lnTo>
                  <a:lnTo>
                    <a:pt x="2597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6047250" y="1140701"/>
              <a:ext cx="2204027" cy="2508486"/>
            </a:xfrm>
            <a:custGeom>
              <a:avLst/>
              <a:gdLst/>
              <a:ahLst/>
              <a:cxnLst/>
              <a:rect l="l" t="t" r="r" b="b"/>
              <a:pathLst>
                <a:path w="26517" h="30180" extrusionOk="0">
                  <a:moveTo>
                    <a:pt x="15401" y="1"/>
                  </a:moveTo>
                  <a:lnTo>
                    <a:pt x="15231" y="20"/>
                  </a:lnTo>
                  <a:lnTo>
                    <a:pt x="15061" y="57"/>
                  </a:lnTo>
                  <a:lnTo>
                    <a:pt x="14891" y="114"/>
                  </a:lnTo>
                  <a:lnTo>
                    <a:pt x="14721" y="171"/>
                  </a:lnTo>
                  <a:lnTo>
                    <a:pt x="14532" y="265"/>
                  </a:lnTo>
                  <a:lnTo>
                    <a:pt x="14363" y="359"/>
                  </a:lnTo>
                  <a:lnTo>
                    <a:pt x="14193" y="473"/>
                  </a:lnTo>
                  <a:lnTo>
                    <a:pt x="14042" y="586"/>
                  </a:lnTo>
                  <a:lnTo>
                    <a:pt x="13872" y="737"/>
                  </a:lnTo>
                  <a:lnTo>
                    <a:pt x="13721" y="869"/>
                  </a:lnTo>
                  <a:lnTo>
                    <a:pt x="13570" y="1039"/>
                  </a:lnTo>
                  <a:lnTo>
                    <a:pt x="13438" y="1190"/>
                  </a:lnTo>
                  <a:lnTo>
                    <a:pt x="13306" y="1379"/>
                  </a:lnTo>
                  <a:lnTo>
                    <a:pt x="13192" y="1548"/>
                  </a:lnTo>
                  <a:lnTo>
                    <a:pt x="13098" y="1737"/>
                  </a:lnTo>
                  <a:lnTo>
                    <a:pt x="245" y="27801"/>
                  </a:lnTo>
                  <a:lnTo>
                    <a:pt x="151" y="27990"/>
                  </a:lnTo>
                  <a:lnTo>
                    <a:pt x="94" y="28160"/>
                  </a:lnTo>
                  <a:lnTo>
                    <a:pt x="57" y="28349"/>
                  </a:lnTo>
                  <a:lnTo>
                    <a:pt x="19" y="28518"/>
                  </a:lnTo>
                  <a:lnTo>
                    <a:pt x="0" y="28669"/>
                  </a:lnTo>
                  <a:lnTo>
                    <a:pt x="19" y="28820"/>
                  </a:lnTo>
                  <a:lnTo>
                    <a:pt x="38" y="28971"/>
                  </a:lnTo>
                  <a:lnTo>
                    <a:pt x="76" y="29103"/>
                  </a:lnTo>
                  <a:lnTo>
                    <a:pt x="132" y="29236"/>
                  </a:lnTo>
                  <a:lnTo>
                    <a:pt x="189" y="29349"/>
                  </a:lnTo>
                  <a:lnTo>
                    <a:pt x="283" y="29443"/>
                  </a:lnTo>
                  <a:lnTo>
                    <a:pt x="378" y="29519"/>
                  </a:lnTo>
                  <a:lnTo>
                    <a:pt x="491" y="29594"/>
                  </a:lnTo>
                  <a:lnTo>
                    <a:pt x="623" y="29651"/>
                  </a:lnTo>
                  <a:lnTo>
                    <a:pt x="774" y="29670"/>
                  </a:lnTo>
                  <a:lnTo>
                    <a:pt x="925" y="29689"/>
                  </a:lnTo>
                  <a:lnTo>
                    <a:pt x="10965" y="30179"/>
                  </a:lnTo>
                  <a:lnTo>
                    <a:pt x="11116" y="30179"/>
                  </a:lnTo>
                  <a:lnTo>
                    <a:pt x="11286" y="30160"/>
                  </a:lnTo>
                  <a:lnTo>
                    <a:pt x="11475" y="30123"/>
                  </a:lnTo>
                  <a:lnTo>
                    <a:pt x="11645" y="30066"/>
                  </a:lnTo>
                  <a:lnTo>
                    <a:pt x="11815" y="30009"/>
                  </a:lnTo>
                  <a:lnTo>
                    <a:pt x="11985" y="29915"/>
                  </a:lnTo>
                  <a:lnTo>
                    <a:pt x="12173" y="29821"/>
                  </a:lnTo>
                  <a:lnTo>
                    <a:pt x="12343" y="29707"/>
                  </a:lnTo>
                  <a:lnTo>
                    <a:pt x="12494" y="29575"/>
                  </a:lnTo>
                  <a:lnTo>
                    <a:pt x="12664" y="29443"/>
                  </a:lnTo>
                  <a:lnTo>
                    <a:pt x="12815" y="29292"/>
                  </a:lnTo>
                  <a:lnTo>
                    <a:pt x="12966" y="29141"/>
                  </a:lnTo>
                  <a:lnTo>
                    <a:pt x="13098" y="28971"/>
                  </a:lnTo>
                  <a:lnTo>
                    <a:pt x="13211" y="28801"/>
                  </a:lnTo>
                  <a:lnTo>
                    <a:pt x="13325" y="28632"/>
                  </a:lnTo>
                  <a:lnTo>
                    <a:pt x="13438" y="28443"/>
                  </a:lnTo>
                  <a:lnTo>
                    <a:pt x="26290" y="2379"/>
                  </a:lnTo>
                  <a:lnTo>
                    <a:pt x="26366" y="2190"/>
                  </a:lnTo>
                  <a:lnTo>
                    <a:pt x="26441" y="2001"/>
                  </a:lnTo>
                  <a:lnTo>
                    <a:pt x="26479" y="1832"/>
                  </a:lnTo>
                  <a:lnTo>
                    <a:pt x="26517" y="1662"/>
                  </a:lnTo>
                  <a:lnTo>
                    <a:pt x="26517" y="1511"/>
                  </a:lnTo>
                  <a:lnTo>
                    <a:pt x="26517" y="1341"/>
                  </a:lnTo>
                  <a:lnTo>
                    <a:pt x="26498" y="1209"/>
                  </a:lnTo>
                  <a:lnTo>
                    <a:pt x="26460" y="1077"/>
                  </a:lnTo>
                  <a:lnTo>
                    <a:pt x="26404" y="945"/>
                  </a:lnTo>
                  <a:lnTo>
                    <a:pt x="26328" y="831"/>
                  </a:lnTo>
                  <a:lnTo>
                    <a:pt x="26253" y="737"/>
                  </a:lnTo>
                  <a:lnTo>
                    <a:pt x="26158" y="661"/>
                  </a:lnTo>
                  <a:lnTo>
                    <a:pt x="26045" y="586"/>
                  </a:lnTo>
                  <a:lnTo>
                    <a:pt x="25913" y="529"/>
                  </a:lnTo>
                  <a:lnTo>
                    <a:pt x="25762" y="492"/>
                  </a:lnTo>
                  <a:lnTo>
                    <a:pt x="25611" y="473"/>
                  </a:lnTo>
                  <a:lnTo>
                    <a:pt x="1557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6047250" y="1140701"/>
              <a:ext cx="2204027" cy="2508486"/>
            </a:xfrm>
            <a:custGeom>
              <a:avLst/>
              <a:gdLst/>
              <a:ahLst/>
              <a:cxnLst/>
              <a:rect l="l" t="t" r="r" b="b"/>
              <a:pathLst>
                <a:path w="26517" h="30180" fill="none" extrusionOk="0">
                  <a:moveTo>
                    <a:pt x="25611" y="473"/>
                  </a:moveTo>
                  <a:lnTo>
                    <a:pt x="15570" y="1"/>
                  </a:lnTo>
                  <a:lnTo>
                    <a:pt x="15570" y="1"/>
                  </a:lnTo>
                  <a:lnTo>
                    <a:pt x="15401" y="1"/>
                  </a:lnTo>
                  <a:lnTo>
                    <a:pt x="15231" y="20"/>
                  </a:lnTo>
                  <a:lnTo>
                    <a:pt x="15061" y="57"/>
                  </a:lnTo>
                  <a:lnTo>
                    <a:pt x="14891" y="114"/>
                  </a:lnTo>
                  <a:lnTo>
                    <a:pt x="14721" y="171"/>
                  </a:lnTo>
                  <a:lnTo>
                    <a:pt x="14532" y="265"/>
                  </a:lnTo>
                  <a:lnTo>
                    <a:pt x="14363" y="359"/>
                  </a:lnTo>
                  <a:lnTo>
                    <a:pt x="14193" y="473"/>
                  </a:lnTo>
                  <a:lnTo>
                    <a:pt x="14042" y="586"/>
                  </a:lnTo>
                  <a:lnTo>
                    <a:pt x="13872" y="737"/>
                  </a:lnTo>
                  <a:lnTo>
                    <a:pt x="13721" y="869"/>
                  </a:lnTo>
                  <a:lnTo>
                    <a:pt x="13570" y="1039"/>
                  </a:lnTo>
                  <a:lnTo>
                    <a:pt x="13438" y="1190"/>
                  </a:lnTo>
                  <a:lnTo>
                    <a:pt x="13306" y="1379"/>
                  </a:lnTo>
                  <a:lnTo>
                    <a:pt x="13192" y="1548"/>
                  </a:lnTo>
                  <a:lnTo>
                    <a:pt x="13098" y="1737"/>
                  </a:lnTo>
                  <a:lnTo>
                    <a:pt x="245" y="27801"/>
                  </a:lnTo>
                  <a:lnTo>
                    <a:pt x="245" y="27801"/>
                  </a:lnTo>
                  <a:lnTo>
                    <a:pt x="151" y="27990"/>
                  </a:lnTo>
                  <a:lnTo>
                    <a:pt x="94" y="28160"/>
                  </a:lnTo>
                  <a:lnTo>
                    <a:pt x="57" y="28349"/>
                  </a:lnTo>
                  <a:lnTo>
                    <a:pt x="19" y="28518"/>
                  </a:lnTo>
                  <a:lnTo>
                    <a:pt x="0" y="28669"/>
                  </a:lnTo>
                  <a:lnTo>
                    <a:pt x="19" y="28820"/>
                  </a:lnTo>
                  <a:lnTo>
                    <a:pt x="38" y="28971"/>
                  </a:lnTo>
                  <a:lnTo>
                    <a:pt x="76" y="29103"/>
                  </a:lnTo>
                  <a:lnTo>
                    <a:pt x="132" y="29236"/>
                  </a:lnTo>
                  <a:lnTo>
                    <a:pt x="189" y="29349"/>
                  </a:lnTo>
                  <a:lnTo>
                    <a:pt x="283" y="29443"/>
                  </a:lnTo>
                  <a:lnTo>
                    <a:pt x="378" y="29519"/>
                  </a:lnTo>
                  <a:lnTo>
                    <a:pt x="491" y="29594"/>
                  </a:lnTo>
                  <a:lnTo>
                    <a:pt x="623" y="29651"/>
                  </a:lnTo>
                  <a:lnTo>
                    <a:pt x="774" y="29670"/>
                  </a:lnTo>
                  <a:lnTo>
                    <a:pt x="925" y="29689"/>
                  </a:lnTo>
                  <a:lnTo>
                    <a:pt x="10965" y="30179"/>
                  </a:lnTo>
                  <a:lnTo>
                    <a:pt x="10965" y="30179"/>
                  </a:lnTo>
                  <a:lnTo>
                    <a:pt x="11116" y="30179"/>
                  </a:lnTo>
                  <a:lnTo>
                    <a:pt x="11286" y="30160"/>
                  </a:lnTo>
                  <a:lnTo>
                    <a:pt x="11475" y="30123"/>
                  </a:lnTo>
                  <a:lnTo>
                    <a:pt x="11645" y="30066"/>
                  </a:lnTo>
                  <a:lnTo>
                    <a:pt x="11815" y="30009"/>
                  </a:lnTo>
                  <a:lnTo>
                    <a:pt x="11985" y="29915"/>
                  </a:lnTo>
                  <a:lnTo>
                    <a:pt x="12173" y="29821"/>
                  </a:lnTo>
                  <a:lnTo>
                    <a:pt x="12343" y="29707"/>
                  </a:lnTo>
                  <a:lnTo>
                    <a:pt x="12494" y="29575"/>
                  </a:lnTo>
                  <a:lnTo>
                    <a:pt x="12664" y="29443"/>
                  </a:lnTo>
                  <a:lnTo>
                    <a:pt x="12815" y="29292"/>
                  </a:lnTo>
                  <a:lnTo>
                    <a:pt x="12966" y="29141"/>
                  </a:lnTo>
                  <a:lnTo>
                    <a:pt x="13098" y="28971"/>
                  </a:lnTo>
                  <a:lnTo>
                    <a:pt x="13211" y="28801"/>
                  </a:lnTo>
                  <a:lnTo>
                    <a:pt x="13325" y="28632"/>
                  </a:lnTo>
                  <a:lnTo>
                    <a:pt x="13438" y="28443"/>
                  </a:lnTo>
                  <a:lnTo>
                    <a:pt x="26290" y="2379"/>
                  </a:lnTo>
                  <a:lnTo>
                    <a:pt x="26290" y="2379"/>
                  </a:lnTo>
                  <a:lnTo>
                    <a:pt x="26366" y="2190"/>
                  </a:lnTo>
                  <a:lnTo>
                    <a:pt x="26441" y="2001"/>
                  </a:lnTo>
                  <a:lnTo>
                    <a:pt x="26479" y="1832"/>
                  </a:lnTo>
                  <a:lnTo>
                    <a:pt x="26517" y="1662"/>
                  </a:lnTo>
                  <a:lnTo>
                    <a:pt x="26517" y="1511"/>
                  </a:lnTo>
                  <a:lnTo>
                    <a:pt x="26517" y="1341"/>
                  </a:lnTo>
                  <a:lnTo>
                    <a:pt x="26498" y="1209"/>
                  </a:lnTo>
                  <a:lnTo>
                    <a:pt x="26460" y="1077"/>
                  </a:lnTo>
                  <a:lnTo>
                    <a:pt x="26404" y="945"/>
                  </a:lnTo>
                  <a:lnTo>
                    <a:pt x="26328" y="831"/>
                  </a:lnTo>
                  <a:lnTo>
                    <a:pt x="26253" y="737"/>
                  </a:lnTo>
                  <a:lnTo>
                    <a:pt x="26158" y="661"/>
                  </a:lnTo>
                  <a:lnTo>
                    <a:pt x="26045" y="586"/>
                  </a:lnTo>
                  <a:lnTo>
                    <a:pt x="25913" y="529"/>
                  </a:lnTo>
                  <a:lnTo>
                    <a:pt x="25762" y="492"/>
                  </a:lnTo>
                  <a:lnTo>
                    <a:pt x="25611" y="47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6150732" y="1198800"/>
              <a:ext cx="2064472" cy="2257388"/>
            </a:xfrm>
            <a:custGeom>
              <a:avLst/>
              <a:gdLst/>
              <a:ahLst/>
              <a:cxnLst/>
              <a:rect l="l" t="t" r="r" b="b"/>
              <a:pathLst>
                <a:path w="24838" h="27159" extrusionOk="0">
                  <a:moveTo>
                    <a:pt x="13910" y="0"/>
                  </a:moveTo>
                  <a:lnTo>
                    <a:pt x="13759" y="19"/>
                  </a:lnTo>
                  <a:lnTo>
                    <a:pt x="13627" y="19"/>
                  </a:lnTo>
                  <a:lnTo>
                    <a:pt x="13495" y="57"/>
                  </a:lnTo>
                  <a:lnTo>
                    <a:pt x="13344" y="95"/>
                  </a:lnTo>
                  <a:lnTo>
                    <a:pt x="13193" y="151"/>
                  </a:lnTo>
                  <a:lnTo>
                    <a:pt x="13061" y="227"/>
                  </a:lnTo>
                  <a:lnTo>
                    <a:pt x="12778" y="397"/>
                  </a:lnTo>
                  <a:lnTo>
                    <a:pt x="12514" y="623"/>
                  </a:lnTo>
                  <a:lnTo>
                    <a:pt x="12268" y="868"/>
                  </a:lnTo>
                  <a:lnTo>
                    <a:pt x="12042" y="1133"/>
                  </a:lnTo>
                  <a:lnTo>
                    <a:pt x="11947" y="1284"/>
                  </a:lnTo>
                  <a:lnTo>
                    <a:pt x="11872" y="1435"/>
                  </a:lnTo>
                  <a:lnTo>
                    <a:pt x="189" y="25102"/>
                  </a:lnTo>
                  <a:lnTo>
                    <a:pt x="133" y="25272"/>
                  </a:lnTo>
                  <a:lnTo>
                    <a:pt x="76" y="25404"/>
                  </a:lnTo>
                  <a:lnTo>
                    <a:pt x="38" y="25555"/>
                  </a:lnTo>
                  <a:lnTo>
                    <a:pt x="20" y="25706"/>
                  </a:lnTo>
                  <a:lnTo>
                    <a:pt x="1" y="25838"/>
                  </a:lnTo>
                  <a:lnTo>
                    <a:pt x="1" y="25951"/>
                  </a:lnTo>
                  <a:lnTo>
                    <a:pt x="20" y="26083"/>
                  </a:lnTo>
                  <a:lnTo>
                    <a:pt x="57" y="26177"/>
                  </a:lnTo>
                  <a:lnTo>
                    <a:pt x="95" y="26291"/>
                  </a:lnTo>
                  <a:lnTo>
                    <a:pt x="152" y="26385"/>
                  </a:lnTo>
                  <a:lnTo>
                    <a:pt x="227" y="26461"/>
                  </a:lnTo>
                  <a:lnTo>
                    <a:pt x="303" y="26517"/>
                  </a:lnTo>
                  <a:lnTo>
                    <a:pt x="397" y="26574"/>
                  </a:lnTo>
                  <a:lnTo>
                    <a:pt x="510" y="26630"/>
                  </a:lnTo>
                  <a:lnTo>
                    <a:pt x="624" y="26649"/>
                  </a:lnTo>
                  <a:lnTo>
                    <a:pt x="756" y="26668"/>
                  </a:lnTo>
                  <a:lnTo>
                    <a:pt x="10928" y="27159"/>
                  </a:lnTo>
                  <a:lnTo>
                    <a:pt x="11060" y="27159"/>
                  </a:lnTo>
                  <a:lnTo>
                    <a:pt x="11211" y="27140"/>
                  </a:lnTo>
                  <a:lnTo>
                    <a:pt x="11344" y="27121"/>
                  </a:lnTo>
                  <a:lnTo>
                    <a:pt x="11494" y="27064"/>
                  </a:lnTo>
                  <a:lnTo>
                    <a:pt x="11627" y="27008"/>
                  </a:lnTo>
                  <a:lnTo>
                    <a:pt x="11778" y="26951"/>
                  </a:lnTo>
                  <a:lnTo>
                    <a:pt x="12061" y="26762"/>
                  </a:lnTo>
                  <a:lnTo>
                    <a:pt x="12325" y="26555"/>
                  </a:lnTo>
                  <a:lnTo>
                    <a:pt x="12570" y="26310"/>
                  </a:lnTo>
                  <a:lnTo>
                    <a:pt x="12797" y="26026"/>
                  </a:lnTo>
                  <a:lnTo>
                    <a:pt x="12872" y="25894"/>
                  </a:lnTo>
                  <a:lnTo>
                    <a:pt x="12967" y="25724"/>
                  </a:lnTo>
                  <a:lnTo>
                    <a:pt x="24630" y="2057"/>
                  </a:lnTo>
                  <a:lnTo>
                    <a:pt x="24706" y="1906"/>
                  </a:lnTo>
                  <a:lnTo>
                    <a:pt x="24762" y="1755"/>
                  </a:lnTo>
                  <a:lnTo>
                    <a:pt x="24800" y="1623"/>
                  </a:lnTo>
                  <a:lnTo>
                    <a:pt x="24819" y="1472"/>
                  </a:lnTo>
                  <a:lnTo>
                    <a:pt x="24838" y="1340"/>
                  </a:lnTo>
                  <a:lnTo>
                    <a:pt x="24838" y="1227"/>
                  </a:lnTo>
                  <a:lnTo>
                    <a:pt x="24819" y="1095"/>
                  </a:lnTo>
                  <a:lnTo>
                    <a:pt x="24781" y="982"/>
                  </a:lnTo>
                  <a:lnTo>
                    <a:pt x="24743" y="887"/>
                  </a:lnTo>
                  <a:lnTo>
                    <a:pt x="24687" y="793"/>
                  </a:lnTo>
                  <a:lnTo>
                    <a:pt x="24611" y="717"/>
                  </a:lnTo>
                  <a:lnTo>
                    <a:pt x="24517" y="642"/>
                  </a:lnTo>
                  <a:lnTo>
                    <a:pt x="24423" y="585"/>
                  </a:lnTo>
                  <a:lnTo>
                    <a:pt x="24328" y="548"/>
                  </a:lnTo>
                  <a:lnTo>
                    <a:pt x="24215" y="529"/>
                  </a:lnTo>
                  <a:lnTo>
                    <a:pt x="24083" y="510"/>
                  </a:lnTo>
                  <a:lnTo>
                    <a:pt x="1391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6150732" y="1198800"/>
              <a:ext cx="2064472" cy="2257388"/>
            </a:xfrm>
            <a:custGeom>
              <a:avLst/>
              <a:gdLst/>
              <a:ahLst/>
              <a:cxnLst/>
              <a:rect l="l" t="t" r="r" b="b"/>
              <a:pathLst>
                <a:path w="24838" h="27159" fill="none" extrusionOk="0">
                  <a:moveTo>
                    <a:pt x="24083" y="510"/>
                  </a:moveTo>
                  <a:lnTo>
                    <a:pt x="24083" y="510"/>
                  </a:lnTo>
                  <a:lnTo>
                    <a:pt x="24215" y="529"/>
                  </a:lnTo>
                  <a:lnTo>
                    <a:pt x="24328" y="548"/>
                  </a:lnTo>
                  <a:lnTo>
                    <a:pt x="24423" y="585"/>
                  </a:lnTo>
                  <a:lnTo>
                    <a:pt x="24517" y="642"/>
                  </a:lnTo>
                  <a:lnTo>
                    <a:pt x="24611" y="717"/>
                  </a:lnTo>
                  <a:lnTo>
                    <a:pt x="24687" y="793"/>
                  </a:lnTo>
                  <a:lnTo>
                    <a:pt x="24743" y="887"/>
                  </a:lnTo>
                  <a:lnTo>
                    <a:pt x="24781" y="982"/>
                  </a:lnTo>
                  <a:lnTo>
                    <a:pt x="24819" y="1095"/>
                  </a:lnTo>
                  <a:lnTo>
                    <a:pt x="24838" y="1227"/>
                  </a:lnTo>
                  <a:lnTo>
                    <a:pt x="24838" y="1340"/>
                  </a:lnTo>
                  <a:lnTo>
                    <a:pt x="24819" y="1472"/>
                  </a:lnTo>
                  <a:lnTo>
                    <a:pt x="24800" y="1623"/>
                  </a:lnTo>
                  <a:lnTo>
                    <a:pt x="24762" y="1755"/>
                  </a:lnTo>
                  <a:lnTo>
                    <a:pt x="24706" y="1906"/>
                  </a:lnTo>
                  <a:lnTo>
                    <a:pt x="24630" y="2057"/>
                  </a:lnTo>
                  <a:lnTo>
                    <a:pt x="12967" y="25724"/>
                  </a:lnTo>
                  <a:lnTo>
                    <a:pt x="12967" y="25724"/>
                  </a:lnTo>
                  <a:lnTo>
                    <a:pt x="12872" y="25894"/>
                  </a:lnTo>
                  <a:lnTo>
                    <a:pt x="12797" y="26026"/>
                  </a:lnTo>
                  <a:lnTo>
                    <a:pt x="12570" y="26310"/>
                  </a:lnTo>
                  <a:lnTo>
                    <a:pt x="12325" y="26555"/>
                  </a:lnTo>
                  <a:lnTo>
                    <a:pt x="12061" y="26762"/>
                  </a:lnTo>
                  <a:lnTo>
                    <a:pt x="11778" y="26951"/>
                  </a:lnTo>
                  <a:lnTo>
                    <a:pt x="11627" y="27008"/>
                  </a:lnTo>
                  <a:lnTo>
                    <a:pt x="11494" y="27064"/>
                  </a:lnTo>
                  <a:lnTo>
                    <a:pt x="11344" y="27121"/>
                  </a:lnTo>
                  <a:lnTo>
                    <a:pt x="11211" y="27140"/>
                  </a:lnTo>
                  <a:lnTo>
                    <a:pt x="11060" y="27159"/>
                  </a:lnTo>
                  <a:lnTo>
                    <a:pt x="10928" y="27159"/>
                  </a:lnTo>
                  <a:lnTo>
                    <a:pt x="756" y="26668"/>
                  </a:lnTo>
                  <a:lnTo>
                    <a:pt x="756" y="26668"/>
                  </a:lnTo>
                  <a:lnTo>
                    <a:pt x="624" y="26649"/>
                  </a:lnTo>
                  <a:lnTo>
                    <a:pt x="510" y="26630"/>
                  </a:lnTo>
                  <a:lnTo>
                    <a:pt x="397" y="26574"/>
                  </a:lnTo>
                  <a:lnTo>
                    <a:pt x="303" y="26517"/>
                  </a:lnTo>
                  <a:lnTo>
                    <a:pt x="227" y="26461"/>
                  </a:lnTo>
                  <a:lnTo>
                    <a:pt x="152" y="26385"/>
                  </a:lnTo>
                  <a:lnTo>
                    <a:pt x="95" y="26291"/>
                  </a:lnTo>
                  <a:lnTo>
                    <a:pt x="57" y="26177"/>
                  </a:lnTo>
                  <a:lnTo>
                    <a:pt x="20" y="26083"/>
                  </a:lnTo>
                  <a:lnTo>
                    <a:pt x="1" y="25951"/>
                  </a:lnTo>
                  <a:lnTo>
                    <a:pt x="1" y="25838"/>
                  </a:lnTo>
                  <a:lnTo>
                    <a:pt x="20" y="25706"/>
                  </a:lnTo>
                  <a:lnTo>
                    <a:pt x="38" y="25555"/>
                  </a:lnTo>
                  <a:lnTo>
                    <a:pt x="76" y="25404"/>
                  </a:lnTo>
                  <a:lnTo>
                    <a:pt x="133" y="25272"/>
                  </a:lnTo>
                  <a:lnTo>
                    <a:pt x="189" y="25102"/>
                  </a:lnTo>
                  <a:lnTo>
                    <a:pt x="11872" y="1435"/>
                  </a:lnTo>
                  <a:lnTo>
                    <a:pt x="11872" y="1435"/>
                  </a:lnTo>
                  <a:lnTo>
                    <a:pt x="11947" y="1284"/>
                  </a:lnTo>
                  <a:lnTo>
                    <a:pt x="12042" y="1133"/>
                  </a:lnTo>
                  <a:lnTo>
                    <a:pt x="12268" y="868"/>
                  </a:lnTo>
                  <a:lnTo>
                    <a:pt x="12514" y="623"/>
                  </a:lnTo>
                  <a:lnTo>
                    <a:pt x="12778" y="397"/>
                  </a:lnTo>
                  <a:lnTo>
                    <a:pt x="13061" y="227"/>
                  </a:lnTo>
                  <a:lnTo>
                    <a:pt x="13193" y="151"/>
                  </a:lnTo>
                  <a:lnTo>
                    <a:pt x="13344" y="95"/>
                  </a:lnTo>
                  <a:lnTo>
                    <a:pt x="13495" y="57"/>
                  </a:lnTo>
                  <a:lnTo>
                    <a:pt x="13627" y="19"/>
                  </a:lnTo>
                  <a:lnTo>
                    <a:pt x="13759" y="19"/>
                  </a:lnTo>
                  <a:lnTo>
                    <a:pt x="13910" y="0"/>
                  </a:lnTo>
                  <a:lnTo>
                    <a:pt x="24083" y="51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6779770" y="1212930"/>
              <a:ext cx="1295885" cy="829928"/>
            </a:xfrm>
            <a:custGeom>
              <a:avLst/>
              <a:gdLst/>
              <a:ahLst/>
              <a:cxnLst/>
              <a:rect l="l" t="t" r="r" b="b"/>
              <a:pathLst>
                <a:path w="15591" h="9985" fill="none" extrusionOk="0">
                  <a:moveTo>
                    <a:pt x="15590" y="283"/>
                  </a:moveTo>
                  <a:lnTo>
                    <a:pt x="1" y="9984"/>
                  </a:lnTo>
                  <a:lnTo>
                    <a:pt x="2945" y="4039"/>
                  </a:lnTo>
                  <a:lnTo>
                    <a:pt x="9437" y="0"/>
                  </a:lnTo>
                  <a:lnTo>
                    <a:pt x="15590" y="2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6401749" y="2722020"/>
              <a:ext cx="1129567" cy="710655"/>
            </a:xfrm>
            <a:custGeom>
              <a:avLst/>
              <a:gdLst/>
              <a:ahLst/>
              <a:cxnLst/>
              <a:rect l="l" t="t" r="r" b="b"/>
              <a:pathLst>
                <a:path w="13590" h="8550" fill="none" extrusionOk="0">
                  <a:moveTo>
                    <a:pt x="2171" y="8550"/>
                  </a:moveTo>
                  <a:lnTo>
                    <a:pt x="12570" y="2095"/>
                  </a:lnTo>
                  <a:lnTo>
                    <a:pt x="13589" y="0"/>
                  </a:lnTo>
                  <a:lnTo>
                    <a:pt x="0" y="8455"/>
                  </a:lnTo>
                  <a:lnTo>
                    <a:pt x="2171" y="85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6624505" y="1259975"/>
              <a:ext cx="1590703" cy="1098148"/>
            </a:xfrm>
            <a:custGeom>
              <a:avLst/>
              <a:gdLst/>
              <a:ahLst/>
              <a:cxnLst/>
              <a:rect l="l" t="t" r="r" b="b"/>
              <a:pathLst>
                <a:path w="19138" h="13212" fill="none" extrusionOk="0">
                  <a:moveTo>
                    <a:pt x="18930" y="0"/>
                  </a:moveTo>
                  <a:lnTo>
                    <a:pt x="1038" y="11135"/>
                  </a:lnTo>
                  <a:lnTo>
                    <a:pt x="0" y="13212"/>
                  </a:lnTo>
                  <a:lnTo>
                    <a:pt x="18855" y="1472"/>
                  </a:lnTo>
                  <a:lnTo>
                    <a:pt x="18930" y="1321"/>
                  </a:lnTo>
                  <a:lnTo>
                    <a:pt x="18930" y="1321"/>
                  </a:lnTo>
                  <a:lnTo>
                    <a:pt x="19025" y="1133"/>
                  </a:lnTo>
                  <a:lnTo>
                    <a:pt x="19081" y="925"/>
                  </a:lnTo>
                  <a:lnTo>
                    <a:pt x="19119" y="736"/>
                  </a:lnTo>
                  <a:lnTo>
                    <a:pt x="19138" y="566"/>
                  </a:lnTo>
                  <a:lnTo>
                    <a:pt x="19119" y="397"/>
                  </a:lnTo>
                  <a:lnTo>
                    <a:pt x="19081" y="246"/>
                  </a:lnTo>
                  <a:lnTo>
                    <a:pt x="19006" y="113"/>
                  </a:lnTo>
                  <a:lnTo>
                    <a:pt x="189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6150732" y="1589371"/>
              <a:ext cx="1938965" cy="1830746"/>
            </a:xfrm>
            <a:custGeom>
              <a:avLst/>
              <a:gdLst/>
              <a:ahLst/>
              <a:cxnLst/>
              <a:rect l="l" t="t" r="r" b="b"/>
              <a:pathLst>
                <a:path w="23328" h="22026" fill="none" extrusionOk="0">
                  <a:moveTo>
                    <a:pt x="4474" y="11740"/>
                  </a:moveTo>
                  <a:lnTo>
                    <a:pt x="189" y="20403"/>
                  </a:lnTo>
                  <a:lnTo>
                    <a:pt x="189" y="20403"/>
                  </a:lnTo>
                  <a:lnTo>
                    <a:pt x="133" y="20573"/>
                  </a:lnTo>
                  <a:lnTo>
                    <a:pt x="76" y="20705"/>
                  </a:lnTo>
                  <a:lnTo>
                    <a:pt x="38" y="20856"/>
                  </a:lnTo>
                  <a:lnTo>
                    <a:pt x="20" y="21007"/>
                  </a:lnTo>
                  <a:lnTo>
                    <a:pt x="1" y="21139"/>
                  </a:lnTo>
                  <a:lnTo>
                    <a:pt x="1" y="21252"/>
                  </a:lnTo>
                  <a:lnTo>
                    <a:pt x="20" y="21384"/>
                  </a:lnTo>
                  <a:lnTo>
                    <a:pt x="57" y="21478"/>
                  </a:lnTo>
                  <a:lnTo>
                    <a:pt x="95" y="21592"/>
                  </a:lnTo>
                  <a:lnTo>
                    <a:pt x="152" y="21686"/>
                  </a:lnTo>
                  <a:lnTo>
                    <a:pt x="227" y="21762"/>
                  </a:lnTo>
                  <a:lnTo>
                    <a:pt x="303" y="21818"/>
                  </a:lnTo>
                  <a:lnTo>
                    <a:pt x="397" y="21875"/>
                  </a:lnTo>
                  <a:lnTo>
                    <a:pt x="510" y="21931"/>
                  </a:lnTo>
                  <a:lnTo>
                    <a:pt x="624" y="21950"/>
                  </a:lnTo>
                  <a:lnTo>
                    <a:pt x="756" y="21969"/>
                  </a:lnTo>
                  <a:lnTo>
                    <a:pt x="1831" y="22026"/>
                  </a:lnTo>
                  <a:lnTo>
                    <a:pt x="17194" y="12476"/>
                  </a:lnTo>
                  <a:lnTo>
                    <a:pt x="23328" y="1"/>
                  </a:lnTo>
                  <a:lnTo>
                    <a:pt x="4474" y="117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6734304" y="2038042"/>
              <a:ext cx="786042" cy="798510"/>
            </a:xfrm>
            <a:custGeom>
              <a:avLst/>
              <a:gdLst/>
              <a:ahLst/>
              <a:cxnLst/>
              <a:rect l="l" t="t" r="r" b="b"/>
              <a:pathLst>
                <a:path w="9457" h="9607" extrusionOk="0">
                  <a:moveTo>
                    <a:pt x="3020" y="3964"/>
                  </a:moveTo>
                  <a:lnTo>
                    <a:pt x="3077" y="3983"/>
                  </a:lnTo>
                  <a:lnTo>
                    <a:pt x="3133" y="4002"/>
                  </a:lnTo>
                  <a:lnTo>
                    <a:pt x="3190" y="4039"/>
                  </a:lnTo>
                  <a:lnTo>
                    <a:pt x="3228" y="4077"/>
                  </a:lnTo>
                  <a:lnTo>
                    <a:pt x="3322" y="4209"/>
                  </a:lnTo>
                  <a:lnTo>
                    <a:pt x="3398" y="4341"/>
                  </a:lnTo>
                  <a:lnTo>
                    <a:pt x="3473" y="4473"/>
                  </a:lnTo>
                  <a:lnTo>
                    <a:pt x="3530" y="4643"/>
                  </a:lnTo>
                  <a:lnTo>
                    <a:pt x="3568" y="4794"/>
                  </a:lnTo>
                  <a:lnTo>
                    <a:pt x="3586" y="4964"/>
                  </a:lnTo>
                  <a:lnTo>
                    <a:pt x="3605" y="5134"/>
                  </a:lnTo>
                  <a:lnTo>
                    <a:pt x="3605" y="5323"/>
                  </a:lnTo>
                  <a:lnTo>
                    <a:pt x="3096" y="5436"/>
                  </a:lnTo>
                  <a:lnTo>
                    <a:pt x="2850" y="5474"/>
                  </a:lnTo>
                  <a:lnTo>
                    <a:pt x="2624" y="5474"/>
                  </a:lnTo>
                  <a:lnTo>
                    <a:pt x="2473" y="5455"/>
                  </a:lnTo>
                  <a:lnTo>
                    <a:pt x="2322" y="5417"/>
                  </a:lnTo>
                  <a:lnTo>
                    <a:pt x="2209" y="5342"/>
                  </a:lnTo>
                  <a:lnTo>
                    <a:pt x="2114" y="5228"/>
                  </a:lnTo>
                  <a:lnTo>
                    <a:pt x="2095" y="5209"/>
                  </a:lnTo>
                  <a:lnTo>
                    <a:pt x="2058" y="5115"/>
                  </a:lnTo>
                  <a:lnTo>
                    <a:pt x="2058" y="5021"/>
                  </a:lnTo>
                  <a:lnTo>
                    <a:pt x="2058" y="4926"/>
                  </a:lnTo>
                  <a:lnTo>
                    <a:pt x="2077" y="4832"/>
                  </a:lnTo>
                  <a:lnTo>
                    <a:pt x="2114" y="4719"/>
                  </a:lnTo>
                  <a:lnTo>
                    <a:pt x="2152" y="4624"/>
                  </a:lnTo>
                  <a:lnTo>
                    <a:pt x="2303" y="4417"/>
                  </a:lnTo>
                  <a:lnTo>
                    <a:pt x="2454" y="4247"/>
                  </a:lnTo>
                  <a:lnTo>
                    <a:pt x="2643" y="4096"/>
                  </a:lnTo>
                  <a:lnTo>
                    <a:pt x="2737" y="4039"/>
                  </a:lnTo>
                  <a:lnTo>
                    <a:pt x="2832" y="4002"/>
                  </a:lnTo>
                  <a:lnTo>
                    <a:pt x="2926" y="3983"/>
                  </a:lnTo>
                  <a:lnTo>
                    <a:pt x="3020" y="3964"/>
                  </a:lnTo>
                  <a:close/>
                  <a:moveTo>
                    <a:pt x="6795" y="4153"/>
                  </a:moveTo>
                  <a:lnTo>
                    <a:pt x="6870" y="4171"/>
                  </a:lnTo>
                  <a:lnTo>
                    <a:pt x="6946" y="4190"/>
                  </a:lnTo>
                  <a:lnTo>
                    <a:pt x="6984" y="4247"/>
                  </a:lnTo>
                  <a:lnTo>
                    <a:pt x="7021" y="4303"/>
                  </a:lnTo>
                  <a:lnTo>
                    <a:pt x="7059" y="4379"/>
                  </a:lnTo>
                  <a:lnTo>
                    <a:pt x="7059" y="4454"/>
                  </a:lnTo>
                  <a:lnTo>
                    <a:pt x="7059" y="4549"/>
                  </a:lnTo>
                  <a:lnTo>
                    <a:pt x="7059" y="4643"/>
                  </a:lnTo>
                  <a:lnTo>
                    <a:pt x="7021" y="4756"/>
                  </a:lnTo>
                  <a:lnTo>
                    <a:pt x="6984" y="4851"/>
                  </a:lnTo>
                  <a:lnTo>
                    <a:pt x="6927" y="4964"/>
                  </a:lnTo>
                  <a:lnTo>
                    <a:pt x="6870" y="5058"/>
                  </a:lnTo>
                  <a:lnTo>
                    <a:pt x="6795" y="5153"/>
                  </a:lnTo>
                  <a:lnTo>
                    <a:pt x="6701" y="5247"/>
                  </a:lnTo>
                  <a:lnTo>
                    <a:pt x="6587" y="5342"/>
                  </a:lnTo>
                  <a:lnTo>
                    <a:pt x="6474" y="5417"/>
                  </a:lnTo>
                  <a:lnTo>
                    <a:pt x="6455" y="5436"/>
                  </a:lnTo>
                  <a:lnTo>
                    <a:pt x="6248" y="5530"/>
                  </a:lnTo>
                  <a:lnTo>
                    <a:pt x="6059" y="5587"/>
                  </a:lnTo>
                  <a:lnTo>
                    <a:pt x="5889" y="5625"/>
                  </a:lnTo>
                  <a:lnTo>
                    <a:pt x="5719" y="5625"/>
                  </a:lnTo>
                  <a:lnTo>
                    <a:pt x="5512" y="5606"/>
                  </a:lnTo>
                  <a:lnTo>
                    <a:pt x="5304" y="5549"/>
                  </a:lnTo>
                  <a:lnTo>
                    <a:pt x="5115" y="5474"/>
                  </a:lnTo>
                  <a:lnTo>
                    <a:pt x="4926" y="5398"/>
                  </a:lnTo>
                  <a:lnTo>
                    <a:pt x="5285" y="5040"/>
                  </a:lnTo>
                  <a:lnTo>
                    <a:pt x="5681" y="4738"/>
                  </a:lnTo>
                  <a:lnTo>
                    <a:pt x="6078" y="4473"/>
                  </a:lnTo>
                  <a:lnTo>
                    <a:pt x="6474" y="4247"/>
                  </a:lnTo>
                  <a:lnTo>
                    <a:pt x="6644" y="4171"/>
                  </a:lnTo>
                  <a:lnTo>
                    <a:pt x="6795" y="4153"/>
                  </a:lnTo>
                  <a:close/>
                  <a:moveTo>
                    <a:pt x="4021" y="5851"/>
                  </a:moveTo>
                  <a:lnTo>
                    <a:pt x="3888" y="7191"/>
                  </a:lnTo>
                  <a:lnTo>
                    <a:pt x="3473" y="6984"/>
                  </a:lnTo>
                  <a:lnTo>
                    <a:pt x="2869" y="7134"/>
                  </a:lnTo>
                  <a:lnTo>
                    <a:pt x="4021" y="5851"/>
                  </a:lnTo>
                  <a:close/>
                  <a:moveTo>
                    <a:pt x="6587" y="0"/>
                  </a:moveTo>
                  <a:lnTo>
                    <a:pt x="6266" y="19"/>
                  </a:lnTo>
                  <a:lnTo>
                    <a:pt x="5927" y="57"/>
                  </a:lnTo>
                  <a:lnTo>
                    <a:pt x="5587" y="95"/>
                  </a:lnTo>
                  <a:lnTo>
                    <a:pt x="5228" y="170"/>
                  </a:lnTo>
                  <a:lnTo>
                    <a:pt x="4870" y="265"/>
                  </a:lnTo>
                  <a:lnTo>
                    <a:pt x="4624" y="340"/>
                  </a:lnTo>
                  <a:lnTo>
                    <a:pt x="4360" y="453"/>
                  </a:lnTo>
                  <a:lnTo>
                    <a:pt x="4077" y="567"/>
                  </a:lnTo>
                  <a:lnTo>
                    <a:pt x="3813" y="699"/>
                  </a:lnTo>
                  <a:lnTo>
                    <a:pt x="3549" y="850"/>
                  </a:lnTo>
                  <a:lnTo>
                    <a:pt x="3266" y="1038"/>
                  </a:lnTo>
                  <a:lnTo>
                    <a:pt x="3001" y="1246"/>
                  </a:lnTo>
                  <a:lnTo>
                    <a:pt x="2756" y="1454"/>
                  </a:lnTo>
                  <a:lnTo>
                    <a:pt x="2530" y="1680"/>
                  </a:lnTo>
                  <a:lnTo>
                    <a:pt x="2322" y="1925"/>
                  </a:lnTo>
                  <a:lnTo>
                    <a:pt x="2133" y="2190"/>
                  </a:lnTo>
                  <a:lnTo>
                    <a:pt x="1944" y="2435"/>
                  </a:lnTo>
                  <a:lnTo>
                    <a:pt x="1793" y="2699"/>
                  </a:lnTo>
                  <a:lnTo>
                    <a:pt x="1643" y="2982"/>
                  </a:lnTo>
                  <a:lnTo>
                    <a:pt x="1510" y="3247"/>
                  </a:lnTo>
                  <a:lnTo>
                    <a:pt x="1397" y="3511"/>
                  </a:lnTo>
                  <a:lnTo>
                    <a:pt x="1303" y="3794"/>
                  </a:lnTo>
                  <a:lnTo>
                    <a:pt x="1208" y="4058"/>
                  </a:lnTo>
                  <a:lnTo>
                    <a:pt x="1057" y="4624"/>
                  </a:lnTo>
                  <a:lnTo>
                    <a:pt x="944" y="5191"/>
                  </a:lnTo>
                  <a:lnTo>
                    <a:pt x="850" y="5719"/>
                  </a:lnTo>
                  <a:lnTo>
                    <a:pt x="661" y="5908"/>
                  </a:lnTo>
                  <a:lnTo>
                    <a:pt x="491" y="6096"/>
                  </a:lnTo>
                  <a:lnTo>
                    <a:pt x="359" y="6323"/>
                  </a:lnTo>
                  <a:lnTo>
                    <a:pt x="227" y="6531"/>
                  </a:lnTo>
                  <a:lnTo>
                    <a:pt x="133" y="6757"/>
                  </a:lnTo>
                  <a:lnTo>
                    <a:pt x="57" y="6965"/>
                  </a:lnTo>
                  <a:lnTo>
                    <a:pt x="19" y="7172"/>
                  </a:lnTo>
                  <a:lnTo>
                    <a:pt x="1" y="7380"/>
                  </a:lnTo>
                  <a:lnTo>
                    <a:pt x="19" y="7550"/>
                  </a:lnTo>
                  <a:lnTo>
                    <a:pt x="57" y="7720"/>
                  </a:lnTo>
                  <a:lnTo>
                    <a:pt x="133" y="7871"/>
                  </a:lnTo>
                  <a:lnTo>
                    <a:pt x="227" y="7984"/>
                  </a:lnTo>
                  <a:lnTo>
                    <a:pt x="340" y="8097"/>
                  </a:lnTo>
                  <a:lnTo>
                    <a:pt x="472" y="8173"/>
                  </a:lnTo>
                  <a:lnTo>
                    <a:pt x="642" y="8229"/>
                  </a:lnTo>
                  <a:lnTo>
                    <a:pt x="812" y="8248"/>
                  </a:lnTo>
                  <a:lnTo>
                    <a:pt x="850" y="8248"/>
                  </a:lnTo>
                  <a:lnTo>
                    <a:pt x="2133" y="7342"/>
                  </a:lnTo>
                  <a:lnTo>
                    <a:pt x="2133" y="7342"/>
                  </a:lnTo>
                  <a:lnTo>
                    <a:pt x="718" y="8946"/>
                  </a:lnTo>
                  <a:lnTo>
                    <a:pt x="831" y="9060"/>
                  </a:lnTo>
                  <a:lnTo>
                    <a:pt x="944" y="9154"/>
                  </a:lnTo>
                  <a:lnTo>
                    <a:pt x="1114" y="9267"/>
                  </a:lnTo>
                  <a:lnTo>
                    <a:pt x="1322" y="9380"/>
                  </a:lnTo>
                  <a:lnTo>
                    <a:pt x="1567" y="9494"/>
                  </a:lnTo>
                  <a:lnTo>
                    <a:pt x="1850" y="9569"/>
                  </a:lnTo>
                  <a:lnTo>
                    <a:pt x="2001" y="9588"/>
                  </a:lnTo>
                  <a:lnTo>
                    <a:pt x="2171" y="9607"/>
                  </a:lnTo>
                  <a:lnTo>
                    <a:pt x="2511" y="9607"/>
                  </a:lnTo>
                  <a:lnTo>
                    <a:pt x="2869" y="9550"/>
                  </a:lnTo>
                  <a:lnTo>
                    <a:pt x="3190" y="9475"/>
                  </a:lnTo>
                  <a:lnTo>
                    <a:pt x="3511" y="9380"/>
                  </a:lnTo>
                  <a:lnTo>
                    <a:pt x="3775" y="9286"/>
                  </a:lnTo>
                  <a:lnTo>
                    <a:pt x="3983" y="9211"/>
                  </a:lnTo>
                  <a:lnTo>
                    <a:pt x="4172" y="9116"/>
                  </a:lnTo>
                  <a:lnTo>
                    <a:pt x="4398" y="7455"/>
                  </a:lnTo>
                  <a:lnTo>
                    <a:pt x="4738" y="8437"/>
                  </a:lnTo>
                  <a:lnTo>
                    <a:pt x="4964" y="8437"/>
                  </a:lnTo>
                  <a:lnTo>
                    <a:pt x="5172" y="8399"/>
                  </a:lnTo>
                  <a:lnTo>
                    <a:pt x="5379" y="8342"/>
                  </a:lnTo>
                  <a:lnTo>
                    <a:pt x="5587" y="8248"/>
                  </a:lnTo>
                  <a:lnTo>
                    <a:pt x="5795" y="8135"/>
                  </a:lnTo>
                  <a:lnTo>
                    <a:pt x="6002" y="8003"/>
                  </a:lnTo>
                  <a:lnTo>
                    <a:pt x="6210" y="7852"/>
                  </a:lnTo>
                  <a:lnTo>
                    <a:pt x="6399" y="7682"/>
                  </a:lnTo>
                  <a:lnTo>
                    <a:pt x="6568" y="7493"/>
                  </a:lnTo>
                  <a:lnTo>
                    <a:pt x="6738" y="7285"/>
                  </a:lnTo>
                  <a:lnTo>
                    <a:pt x="6870" y="7078"/>
                  </a:lnTo>
                  <a:lnTo>
                    <a:pt x="6984" y="6851"/>
                  </a:lnTo>
                  <a:lnTo>
                    <a:pt x="7078" y="6644"/>
                  </a:lnTo>
                  <a:lnTo>
                    <a:pt x="7135" y="6436"/>
                  </a:lnTo>
                  <a:lnTo>
                    <a:pt x="7172" y="6229"/>
                  </a:lnTo>
                  <a:lnTo>
                    <a:pt x="7172" y="6021"/>
                  </a:lnTo>
                  <a:lnTo>
                    <a:pt x="7606" y="5511"/>
                  </a:lnTo>
                  <a:lnTo>
                    <a:pt x="8022" y="4964"/>
                  </a:lnTo>
                  <a:lnTo>
                    <a:pt x="8418" y="4417"/>
                  </a:lnTo>
                  <a:lnTo>
                    <a:pt x="8777" y="3869"/>
                  </a:lnTo>
                  <a:lnTo>
                    <a:pt x="8928" y="3605"/>
                  </a:lnTo>
                  <a:lnTo>
                    <a:pt x="9060" y="3341"/>
                  </a:lnTo>
                  <a:lnTo>
                    <a:pt x="9192" y="3077"/>
                  </a:lnTo>
                  <a:lnTo>
                    <a:pt x="9286" y="2794"/>
                  </a:lnTo>
                  <a:lnTo>
                    <a:pt x="9362" y="2529"/>
                  </a:lnTo>
                  <a:lnTo>
                    <a:pt x="9437" y="2284"/>
                  </a:lnTo>
                  <a:lnTo>
                    <a:pt x="9456" y="2020"/>
                  </a:lnTo>
                  <a:lnTo>
                    <a:pt x="9456" y="1793"/>
                  </a:lnTo>
                  <a:lnTo>
                    <a:pt x="9437" y="1548"/>
                  </a:lnTo>
                  <a:lnTo>
                    <a:pt x="9381" y="1340"/>
                  </a:lnTo>
                  <a:lnTo>
                    <a:pt x="9286" y="1133"/>
                  </a:lnTo>
                  <a:lnTo>
                    <a:pt x="9192" y="963"/>
                  </a:lnTo>
                  <a:lnTo>
                    <a:pt x="9060" y="812"/>
                  </a:lnTo>
                  <a:lnTo>
                    <a:pt x="8928" y="661"/>
                  </a:lnTo>
                  <a:lnTo>
                    <a:pt x="8758" y="548"/>
                  </a:lnTo>
                  <a:lnTo>
                    <a:pt x="8588" y="434"/>
                  </a:lnTo>
                  <a:lnTo>
                    <a:pt x="8343" y="321"/>
                  </a:lnTo>
                  <a:lnTo>
                    <a:pt x="8078" y="227"/>
                  </a:lnTo>
                  <a:lnTo>
                    <a:pt x="7795" y="151"/>
                  </a:lnTo>
                  <a:lnTo>
                    <a:pt x="7512" y="76"/>
                  </a:lnTo>
                  <a:lnTo>
                    <a:pt x="7210" y="38"/>
                  </a:lnTo>
                  <a:lnTo>
                    <a:pt x="6908" y="19"/>
                  </a:lnTo>
                  <a:lnTo>
                    <a:pt x="65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7" name="Google Shape;667;p27"/>
            <p:cNvSpPr/>
            <p:nvPr/>
          </p:nvSpPr>
          <p:spPr>
            <a:xfrm>
              <a:off x="6972770" y="2524366"/>
              <a:ext cx="95751" cy="111461"/>
            </a:xfrm>
            <a:custGeom>
              <a:avLst/>
              <a:gdLst/>
              <a:ahLst/>
              <a:cxnLst/>
              <a:rect l="l" t="t" r="r" b="b"/>
              <a:pathLst>
                <a:path w="1152" h="1341" fill="none" extrusionOk="0">
                  <a:moveTo>
                    <a:pt x="0" y="1283"/>
                  </a:moveTo>
                  <a:lnTo>
                    <a:pt x="1152" y="0"/>
                  </a:lnTo>
                  <a:lnTo>
                    <a:pt x="1019" y="1340"/>
                  </a:lnTo>
                  <a:lnTo>
                    <a:pt x="604" y="1133"/>
                  </a:lnTo>
                  <a:lnTo>
                    <a:pt x="0" y="12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6905278" y="2367439"/>
              <a:ext cx="128749" cy="125591"/>
            </a:xfrm>
            <a:custGeom>
              <a:avLst/>
              <a:gdLst/>
              <a:ahLst/>
              <a:cxnLst/>
              <a:rect l="l" t="t" r="r" b="b"/>
              <a:pathLst>
                <a:path w="1549" h="1511" fill="none" extrusionOk="0">
                  <a:moveTo>
                    <a:pt x="567" y="1511"/>
                  </a:moveTo>
                  <a:lnTo>
                    <a:pt x="567" y="1511"/>
                  </a:lnTo>
                  <a:lnTo>
                    <a:pt x="416" y="1492"/>
                  </a:lnTo>
                  <a:lnTo>
                    <a:pt x="265" y="1454"/>
                  </a:lnTo>
                  <a:lnTo>
                    <a:pt x="152" y="1379"/>
                  </a:lnTo>
                  <a:lnTo>
                    <a:pt x="57" y="1265"/>
                  </a:lnTo>
                  <a:lnTo>
                    <a:pt x="38" y="1246"/>
                  </a:lnTo>
                  <a:lnTo>
                    <a:pt x="38" y="1246"/>
                  </a:lnTo>
                  <a:lnTo>
                    <a:pt x="1" y="1152"/>
                  </a:lnTo>
                  <a:lnTo>
                    <a:pt x="1" y="1058"/>
                  </a:lnTo>
                  <a:lnTo>
                    <a:pt x="1" y="963"/>
                  </a:lnTo>
                  <a:lnTo>
                    <a:pt x="20" y="869"/>
                  </a:lnTo>
                  <a:lnTo>
                    <a:pt x="57" y="756"/>
                  </a:lnTo>
                  <a:lnTo>
                    <a:pt x="95" y="661"/>
                  </a:lnTo>
                  <a:lnTo>
                    <a:pt x="246" y="454"/>
                  </a:lnTo>
                  <a:lnTo>
                    <a:pt x="397" y="284"/>
                  </a:lnTo>
                  <a:lnTo>
                    <a:pt x="586" y="133"/>
                  </a:lnTo>
                  <a:lnTo>
                    <a:pt x="680" y="76"/>
                  </a:lnTo>
                  <a:lnTo>
                    <a:pt x="775" y="39"/>
                  </a:lnTo>
                  <a:lnTo>
                    <a:pt x="869" y="20"/>
                  </a:lnTo>
                  <a:lnTo>
                    <a:pt x="963" y="1"/>
                  </a:lnTo>
                  <a:lnTo>
                    <a:pt x="963" y="1"/>
                  </a:lnTo>
                  <a:lnTo>
                    <a:pt x="1020" y="20"/>
                  </a:lnTo>
                  <a:lnTo>
                    <a:pt x="1076" y="39"/>
                  </a:lnTo>
                  <a:lnTo>
                    <a:pt x="1133" y="76"/>
                  </a:lnTo>
                  <a:lnTo>
                    <a:pt x="1171" y="114"/>
                  </a:lnTo>
                  <a:lnTo>
                    <a:pt x="1171" y="114"/>
                  </a:lnTo>
                  <a:lnTo>
                    <a:pt x="1265" y="246"/>
                  </a:lnTo>
                  <a:lnTo>
                    <a:pt x="1341" y="378"/>
                  </a:lnTo>
                  <a:lnTo>
                    <a:pt x="1416" y="510"/>
                  </a:lnTo>
                  <a:lnTo>
                    <a:pt x="1473" y="680"/>
                  </a:lnTo>
                  <a:lnTo>
                    <a:pt x="1511" y="831"/>
                  </a:lnTo>
                  <a:lnTo>
                    <a:pt x="1529" y="1001"/>
                  </a:lnTo>
                  <a:lnTo>
                    <a:pt x="1548" y="1171"/>
                  </a:lnTo>
                  <a:lnTo>
                    <a:pt x="1548" y="1360"/>
                  </a:lnTo>
                  <a:lnTo>
                    <a:pt x="1548" y="1360"/>
                  </a:lnTo>
                  <a:lnTo>
                    <a:pt x="1039" y="1473"/>
                  </a:lnTo>
                  <a:lnTo>
                    <a:pt x="793" y="1511"/>
                  </a:lnTo>
                  <a:lnTo>
                    <a:pt x="567" y="15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7143744" y="2383148"/>
              <a:ext cx="177373" cy="122432"/>
            </a:xfrm>
            <a:custGeom>
              <a:avLst/>
              <a:gdLst/>
              <a:ahLst/>
              <a:cxnLst/>
              <a:rect l="l" t="t" r="r" b="b"/>
              <a:pathLst>
                <a:path w="2134" h="1473" fill="none" extrusionOk="0">
                  <a:moveTo>
                    <a:pt x="793" y="1473"/>
                  </a:moveTo>
                  <a:lnTo>
                    <a:pt x="793" y="1473"/>
                  </a:lnTo>
                  <a:lnTo>
                    <a:pt x="586" y="1454"/>
                  </a:lnTo>
                  <a:lnTo>
                    <a:pt x="378" y="1397"/>
                  </a:lnTo>
                  <a:lnTo>
                    <a:pt x="189" y="1322"/>
                  </a:lnTo>
                  <a:lnTo>
                    <a:pt x="0" y="1246"/>
                  </a:lnTo>
                  <a:lnTo>
                    <a:pt x="0" y="1246"/>
                  </a:lnTo>
                  <a:lnTo>
                    <a:pt x="359" y="888"/>
                  </a:lnTo>
                  <a:lnTo>
                    <a:pt x="755" y="586"/>
                  </a:lnTo>
                  <a:lnTo>
                    <a:pt x="1152" y="321"/>
                  </a:lnTo>
                  <a:lnTo>
                    <a:pt x="1548" y="95"/>
                  </a:lnTo>
                  <a:lnTo>
                    <a:pt x="1548" y="95"/>
                  </a:lnTo>
                  <a:lnTo>
                    <a:pt x="1718" y="19"/>
                  </a:lnTo>
                  <a:lnTo>
                    <a:pt x="1869" y="1"/>
                  </a:lnTo>
                  <a:lnTo>
                    <a:pt x="1869" y="1"/>
                  </a:lnTo>
                  <a:lnTo>
                    <a:pt x="1944" y="19"/>
                  </a:lnTo>
                  <a:lnTo>
                    <a:pt x="2020" y="38"/>
                  </a:lnTo>
                  <a:lnTo>
                    <a:pt x="2058" y="95"/>
                  </a:lnTo>
                  <a:lnTo>
                    <a:pt x="2095" y="151"/>
                  </a:lnTo>
                  <a:lnTo>
                    <a:pt x="2133" y="227"/>
                  </a:lnTo>
                  <a:lnTo>
                    <a:pt x="2133" y="302"/>
                  </a:lnTo>
                  <a:lnTo>
                    <a:pt x="2133" y="397"/>
                  </a:lnTo>
                  <a:lnTo>
                    <a:pt x="2133" y="491"/>
                  </a:lnTo>
                  <a:lnTo>
                    <a:pt x="2095" y="604"/>
                  </a:lnTo>
                  <a:lnTo>
                    <a:pt x="2058" y="699"/>
                  </a:lnTo>
                  <a:lnTo>
                    <a:pt x="2001" y="812"/>
                  </a:lnTo>
                  <a:lnTo>
                    <a:pt x="1944" y="906"/>
                  </a:lnTo>
                  <a:lnTo>
                    <a:pt x="1869" y="1001"/>
                  </a:lnTo>
                  <a:lnTo>
                    <a:pt x="1775" y="1095"/>
                  </a:lnTo>
                  <a:lnTo>
                    <a:pt x="1661" y="1190"/>
                  </a:lnTo>
                  <a:lnTo>
                    <a:pt x="1548" y="1265"/>
                  </a:lnTo>
                  <a:lnTo>
                    <a:pt x="1529" y="1284"/>
                  </a:lnTo>
                  <a:lnTo>
                    <a:pt x="1529" y="1284"/>
                  </a:lnTo>
                  <a:lnTo>
                    <a:pt x="1322" y="1378"/>
                  </a:lnTo>
                  <a:lnTo>
                    <a:pt x="1133" y="1435"/>
                  </a:lnTo>
                  <a:lnTo>
                    <a:pt x="963" y="1473"/>
                  </a:lnTo>
                  <a:lnTo>
                    <a:pt x="793" y="147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6734304" y="2038042"/>
              <a:ext cx="786042" cy="798510"/>
            </a:xfrm>
            <a:custGeom>
              <a:avLst/>
              <a:gdLst/>
              <a:ahLst/>
              <a:cxnLst/>
              <a:rect l="l" t="t" r="r" b="b"/>
              <a:pathLst>
                <a:path w="9457" h="9607" fill="none" extrusionOk="0">
                  <a:moveTo>
                    <a:pt x="6908" y="19"/>
                  </a:moveTo>
                  <a:lnTo>
                    <a:pt x="6908" y="19"/>
                  </a:lnTo>
                  <a:lnTo>
                    <a:pt x="6587" y="0"/>
                  </a:lnTo>
                  <a:lnTo>
                    <a:pt x="6266" y="19"/>
                  </a:lnTo>
                  <a:lnTo>
                    <a:pt x="5927" y="57"/>
                  </a:lnTo>
                  <a:lnTo>
                    <a:pt x="5587" y="95"/>
                  </a:lnTo>
                  <a:lnTo>
                    <a:pt x="5587" y="95"/>
                  </a:lnTo>
                  <a:lnTo>
                    <a:pt x="5228" y="170"/>
                  </a:lnTo>
                  <a:lnTo>
                    <a:pt x="4870" y="265"/>
                  </a:lnTo>
                  <a:lnTo>
                    <a:pt x="4870" y="265"/>
                  </a:lnTo>
                  <a:lnTo>
                    <a:pt x="4624" y="340"/>
                  </a:lnTo>
                  <a:lnTo>
                    <a:pt x="4360" y="453"/>
                  </a:lnTo>
                  <a:lnTo>
                    <a:pt x="4077" y="567"/>
                  </a:lnTo>
                  <a:lnTo>
                    <a:pt x="3813" y="699"/>
                  </a:lnTo>
                  <a:lnTo>
                    <a:pt x="3813" y="699"/>
                  </a:lnTo>
                  <a:lnTo>
                    <a:pt x="3549" y="850"/>
                  </a:lnTo>
                  <a:lnTo>
                    <a:pt x="3266" y="1038"/>
                  </a:lnTo>
                  <a:lnTo>
                    <a:pt x="3001" y="1246"/>
                  </a:lnTo>
                  <a:lnTo>
                    <a:pt x="2756" y="1454"/>
                  </a:lnTo>
                  <a:lnTo>
                    <a:pt x="2756" y="1454"/>
                  </a:lnTo>
                  <a:lnTo>
                    <a:pt x="2530" y="1680"/>
                  </a:lnTo>
                  <a:lnTo>
                    <a:pt x="2322" y="1925"/>
                  </a:lnTo>
                  <a:lnTo>
                    <a:pt x="2133" y="2190"/>
                  </a:lnTo>
                  <a:lnTo>
                    <a:pt x="1944" y="2435"/>
                  </a:lnTo>
                  <a:lnTo>
                    <a:pt x="1793" y="2699"/>
                  </a:lnTo>
                  <a:lnTo>
                    <a:pt x="1643" y="2982"/>
                  </a:lnTo>
                  <a:lnTo>
                    <a:pt x="1510" y="3247"/>
                  </a:lnTo>
                  <a:lnTo>
                    <a:pt x="1397" y="3511"/>
                  </a:lnTo>
                  <a:lnTo>
                    <a:pt x="1397" y="3511"/>
                  </a:lnTo>
                  <a:lnTo>
                    <a:pt x="1303" y="3794"/>
                  </a:lnTo>
                  <a:lnTo>
                    <a:pt x="1208" y="4058"/>
                  </a:lnTo>
                  <a:lnTo>
                    <a:pt x="1057" y="4624"/>
                  </a:lnTo>
                  <a:lnTo>
                    <a:pt x="944" y="5191"/>
                  </a:lnTo>
                  <a:lnTo>
                    <a:pt x="850" y="5719"/>
                  </a:lnTo>
                  <a:lnTo>
                    <a:pt x="850" y="5719"/>
                  </a:lnTo>
                  <a:lnTo>
                    <a:pt x="661" y="5908"/>
                  </a:lnTo>
                  <a:lnTo>
                    <a:pt x="491" y="6096"/>
                  </a:lnTo>
                  <a:lnTo>
                    <a:pt x="359" y="6323"/>
                  </a:lnTo>
                  <a:lnTo>
                    <a:pt x="227" y="6531"/>
                  </a:lnTo>
                  <a:lnTo>
                    <a:pt x="133" y="6757"/>
                  </a:lnTo>
                  <a:lnTo>
                    <a:pt x="57" y="6965"/>
                  </a:lnTo>
                  <a:lnTo>
                    <a:pt x="19" y="7172"/>
                  </a:lnTo>
                  <a:lnTo>
                    <a:pt x="1" y="7380"/>
                  </a:lnTo>
                  <a:lnTo>
                    <a:pt x="1" y="7380"/>
                  </a:lnTo>
                  <a:lnTo>
                    <a:pt x="19" y="7550"/>
                  </a:lnTo>
                  <a:lnTo>
                    <a:pt x="57" y="7720"/>
                  </a:lnTo>
                  <a:lnTo>
                    <a:pt x="133" y="7871"/>
                  </a:lnTo>
                  <a:lnTo>
                    <a:pt x="227" y="7984"/>
                  </a:lnTo>
                  <a:lnTo>
                    <a:pt x="340" y="8097"/>
                  </a:lnTo>
                  <a:lnTo>
                    <a:pt x="472" y="8173"/>
                  </a:lnTo>
                  <a:lnTo>
                    <a:pt x="642" y="8229"/>
                  </a:lnTo>
                  <a:lnTo>
                    <a:pt x="812" y="8248"/>
                  </a:lnTo>
                  <a:lnTo>
                    <a:pt x="812" y="8248"/>
                  </a:lnTo>
                  <a:lnTo>
                    <a:pt x="850" y="8248"/>
                  </a:lnTo>
                  <a:lnTo>
                    <a:pt x="2133" y="7342"/>
                  </a:lnTo>
                  <a:lnTo>
                    <a:pt x="718" y="8946"/>
                  </a:lnTo>
                  <a:lnTo>
                    <a:pt x="718" y="8946"/>
                  </a:lnTo>
                  <a:lnTo>
                    <a:pt x="831" y="9060"/>
                  </a:lnTo>
                  <a:lnTo>
                    <a:pt x="944" y="9154"/>
                  </a:lnTo>
                  <a:lnTo>
                    <a:pt x="1114" y="9267"/>
                  </a:lnTo>
                  <a:lnTo>
                    <a:pt x="1322" y="9380"/>
                  </a:lnTo>
                  <a:lnTo>
                    <a:pt x="1567" y="9494"/>
                  </a:lnTo>
                  <a:lnTo>
                    <a:pt x="1850" y="9569"/>
                  </a:lnTo>
                  <a:lnTo>
                    <a:pt x="2001" y="9588"/>
                  </a:lnTo>
                  <a:lnTo>
                    <a:pt x="2171" y="9607"/>
                  </a:lnTo>
                  <a:lnTo>
                    <a:pt x="2171" y="9607"/>
                  </a:lnTo>
                  <a:lnTo>
                    <a:pt x="2341" y="9607"/>
                  </a:lnTo>
                  <a:lnTo>
                    <a:pt x="2511" y="9607"/>
                  </a:lnTo>
                  <a:lnTo>
                    <a:pt x="2869" y="9550"/>
                  </a:lnTo>
                  <a:lnTo>
                    <a:pt x="3190" y="9475"/>
                  </a:lnTo>
                  <a:lnTo>
                    <a:pt x="3511" y="9380"/>
                  </a:lnTo>
                  <a:lnTo>
                    <a:pt x="3775" y="9286"/>
                  </a:lnTo>
                  <a:lnTo>
                    <a:pt x="3983" y="9211"/>
                  </a:lnTo>
                  <a:lnTo>
                    <a:pt x="4172" y="9116"/>
                  </a:lnTo>
                  <a:lnTo>
                    <a:pt x="4398" y="7455"/>
                  </a:lnTo>
                  <a:lnTo>
                    <a:pt x="4738" y="8437"/>
                  </a:lnTo>
                  <a:lnTo>
                    <a:pt x="4738" y="8437"/>
                  </a:lnTo>
                  <a:lnTo>
                    <a:pt x="4775" y="8437"/>
                  </a:lnTo>
                  <a:lnTo>
                    <a:pt x="4775" y="8437"/>
                  </a:lnTo>
                  <a:lnTo>
                    <a:pt x="4964" y="8437"/>
                  </a:lnTo>
                  <a:lnTo>
                    <a:pt x="5172" y="8399"/>
                  </a:lnTo>
                  <a:lnTo>
                    <a:pt x="5379" y="8342"/>
                  </a:lnTo>
                  <a:lnTo>
                    <a:pt x="5587" y="8248"/>
                  </a:lnTo>
                  <a:lnTo>
                    <a:pt x="5795" y="8135"/>
                  </a:lnTo>
                  <a:lnTo>
                    <a:pt x="6002" y="8003"/>
                  </a:lnTo>
                  <a:lnTo>
                    <a:pt x="6210" y="7852"/>
                  </a:lnTo>
                  <a:lnTo>
                    <a:pt x="6399" y="7682"/>
                  </a:lnTo>
                  <a:lnTo>
                    <a:pt x="6399" y="7682"/>
                  </a:lnTo>
                  <a:lnTo>
                    <a:pt x="6568" y="7493"/>
                  </a:lnTo>
                  <a:lnTo>
                    <a:pt x="6738" y="7285"/>
                  </a:lnTo>
                  <a:lnTo>
                    <a:pt x="6870" y="7078"/>
                  </a:lnTo>
                  <a:lnTo>
                    <a:pt x="6984" y="6851"/>
                  </a:lnTo>
                  <a:lnTo>
                    <a:pt x="7078" y="6644"/>
                  </a:lnTo>
                  <a:lnTo>
                    <a:pt x="7135" y="6436"/>
                  </a:lnTo>
                  <a:lnTo>
                    <a:pt x="7172" y="6229"/>
                  </a:lnTo>
                  <a:lnTo>
                    <a:pt x="7172" y="6021"/>
                  </a:lnTo>
                  <a:lnTo>
                    <a:pt x="7172" y="6021"/>
                  </a:lnTo>
                  <a:lnTo>
                    <a:pt x="7606" y="5511"/>
                  </a:lnTo>
                  <a:lnTo>
                    <a:pt x="8022" y="4964"/>
                  </a:lnTo>
                  <a:lnTo>
                    <a:pt x="8418" y="4417"/>
                  </a:lnTo>
                  <a:lnTo>
                    <a:pt x="8777" y="3869"/>
                  </a:lnTo>
                  <a:lnTo>
                    <a:pt x="8777" y="3869"/>
                  </a:lnTo>
                  <a:lnTo>
                    <a:pt x="8928" y="3605"/>
                  </a:lnTo>
                  <a:lnTo>
                    <a:pt x="9060" y="3341"/>
                  </a:lnTo>
                  <a:lnTo>
                    <a:pt x="9192" y="3077"/>
                  </a:lnTo>
                  <a:lnTo>
                    <a:pt x="9286" y="2794"/>
                  </a:lnTo>
                  <a:lnTo>
                    <a:pt x="9362" y="2529"/>
                  </a:lnTo>
                  <a:lnTo>
                    <a:pt x="9437" y="2284"/>
                  </a:lnTo>
                  <a:lnTo>
                    <a:pt x="9456" y="2020"/>
                  </a:lnTo>
                  <a:lnTo>
                    <a:pt x="9456" y="1793"/>
                  </a:lnTo>
                  <a:lnTo>
                    <a:pt x="9456" y="1793"/>
                  </a:lnTo>
                  <a:lnTo>
                    <a:pt x="9437" y="1548"/>
                  </a:lnTo>
                  <a:lnTo>
                    <a:pt x="9381" y="1340"/>
                  </a:lnTo>
                  <a:lnTo>
                    <a:pt x="9286" y="1133"/>
                  </a:lnTo>
                  <a:lnTo>
                    <a:pt x="9192" y="963"/>
                  </a:lnTo>
                  <a:lnTo>
                    <a:pt x="9192" y="963"/>
                  </a:lnTo>
                  <a:lnTo>
                    <a:pt x="9060" y="812"/>
                  </a:lnTo>
                  <a:lnTo>
                    <a:pt x="8928" y="661"/>
                  </a:lnTo>
                  <a:lnTo>
                    <a:pt x="8758" y="548"/>
                  </a:lnTo>
                  <a:lnTo>
                    <a:pt x="8588" y="434"/>
                  </a:lnTo>
                  <a:lnTo>
                    <a:pt x="8588" y="434"/>
                  </a:lnTo>
                  <a:lnTo>
                    <a:pt x="8343" y="321"/>
                  </a:lnTo>
                  <a:lnTo>
                    <a:pt x="8078" y="227"/>
                  </a:lnTo>
                  <a:lnTo>
                    <a:pt x="8078" y="227"/>
                  </a:lnTo>
                  <a:lnTo>
                    <a:pt x="7795" y="151"/>
                  </a:lnTo>
                  <a:lnTo>
                    <a:pt x="7512" y="76"/>
                  </a:lnTo>
                  <a:lnTo>
                    <a:pt x="7210" y="38"/>
                  </a:lnTo>
                  <a:lnTo>
                    <a:pt x="6908" y="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6456607" y="3478144"/>
              <a:ext cx="269966" cy="95751"/>
            </a:xfrm>
            <a:custGeom>
              <a:avLst/>
              <a:gdLst/>
              <a:ahLst/>
              <a:cxnLst/>
              <a:rect l="l" t="t" r="r" b="b"/>
              <a:pathLst>
                <a:path w="3248" h="1152" extrusionOk="0">
                  <a:moveTo>
                    <a:pt x="756" y="0"/>
                  </a:moveTo>
                  <a:lnTo>
                    <a:pt x="662" y="19"/>
                  </a:lnTo>
                  <a:lnTo>
                    <a:pt x="567" y="38"/>
                  </a:lnTo>
                  <a:lnTo>
                    <a:pt x="473" y="94"/>
                  </a:lnTo>
                  <a:lnTo>
                    <a:pt x="378" y="151"/>
                  </a:lnTo>
                  <a:lnTo>
                    <a:pt x="284" y="227"/>
                  </a:lnTo>
                  <a:lnTo>
                    <a:pt x="190" y="302"/>
                  </a:lnTo>
                  <a:lnTo>
                    <a:pt x="133" y="396"/>
                  </a:lnTo>
                  <a:lnTo>
                    <a:pt x="76" y="510"/>
                  </a:lnTo>
                  <a:lnTo>
                    <a:pt x="20" y="604"/>
                  </a:lnTo>
                  <a:lnTo>
                    <a:pt x="1" y="698"/>
                  </a:lnTo>
                  <a:lnTo>
                    <a:pt x="1" y="793"/>
                  </a:lnTo>
                  <a:lnTo>
                    <a:pt x="20" y="868"/>
                  </a:lnTo>
                  <a:lnTo>
                    <a:pt x="58" y="944"/>
                  </a:lnTo>
                  <a:lnTo>
                    <a:pt x="114" y="1000"/>
                  </a:lnTo>
                  <a:lnTo>
                    <a:pt x="171" y="1019"/>
                  </a:lnTo>
                  <a:lnTo>
                    <a:pt x="265" y="1038"/>
                  </a:lnTo>
                  <a:lnTo>
                    <a:pt x="2473" y="1151"/>
                  </a:lnTo>
                  <a:lnTo>
                    <a:pt x="2492" y="1151"/>
                  </a:lnTo>
                  <a:lnTo>
                    <a:pt x="2587" y="1132"/>
                  </a:lnTo>
                  <a:lnTo>
                    <a:pt x="2700" y="1114"/>
                  </a:lnTo>
                  <a:lnTo>
                    <a:pt x="2794" y="1076"/>
                  </a:lnTo>
                  <a:lnTo>
                    <a:pt x="2889" y="1000"/>
                  </a:lnTo>
                  <a:lnTo>
                    <a:pt x="2964" y="925"/>
                  </a:lnTo>
                  <a:lnTo>
                    <a:pt x="3058" y="849"/>
                  </a:lnTo>
                  <a:lnTo>
                    <a:pt x="3134" y="755"/>
                  </a:lnTo>
                  <a:lnTo>
                    <a:pt x="3191" y="661"/>
                  </a:lnTo>
                  <a:lnTo>
                    <a:pt x="3228" y="547"/>
                  </a:lnTo>
                  <a:lnTo>
                    <a:pt x="3247" y="453"/>
                  </a:lnTo>
                  <a:lnTo>
                    <a:pt x="3247" y="359"/>
                  </a:lnTo>
                  <a:lnTo>
                    <a:pt x="3228" y="283"/>
                  </a:lnTo>
                  <a:lnTo>
                    <a:pt x="3209" y="208"/>
                  </a:lnTo>
                  <a:lnTo>
                    <a:pt x="3153" y="170"/>
                  </a:lnTo>
                  <a:lnTo>
                    <a:pt x="3077" y="132"/>
                  </a:lnTo>
                  <a:lnTo>
                    <a:pt x="3002" y="113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6456607" y="3478144"/>
              <a:ext cx="269966" cy="95751"/>
            </a:xfrm>
            <a:custGeom>
              <a:avLst/>
              <a:gdLst/>
              <a:ahLst/>
              <a:cxnLst/>
              <a:rect l="l" t="t" r="r" b="b"/>
              <a:pathLst>
                <a:path w="3248" h="1152" fill="none" extrusionOk="0">
                  <a:moveTo>
                    <a:pt x="756" y="0"/>
                  </a:moveTo>
                  <a:lnTo>
                    <a:pt x="756" y="0"/>
                  </a:lnTo>
                  <a:lnTo>
                    <a:pt x="662" y="19"/>
                  </a:lnTo>
                  <a:lnTo>
                    <a:pt x="567" y="38"/>
                  </a:lnTo>
                  <a:lnTo>
                    <a:pt x="473" y="94"/>
                  </a:lnTo>
                  <a:lnTo>
                    <a:pt x="378" y="151"/>
                  </a:lnTo>
                  <a:lnTo>
                    <a:pt x="284" y="227"/>
                  </a:lnTo>
                  <a:lnTo>
                    <a:pt x="190" y="302"/>
                  </a:lnTo>
                  <a:lnTo>
                    <a:pt x="133" y="396"/>
                  </a:lnTo>
                  <a:lnTo>
                    <a:pt x="76" y="510"/>
                  </a:lnTo>
                  <a:lnTo>
                    <a:pt x="76" y="510"/>
                  </a:lnTo>
                  <a:lnTo>
                    <a:pt x="20" y="604"/>
                  </a:lnTo>
                  <a:lnTo>
                    <a:pt x="1" y="698"/>
                  </a:lnTo>
                  <a:lnTo>
                    <a:pt x="1" y="793"/>
                  </a:lnTo>
                  <a:lnTo>
                    <a:pt x="20" y="868"/>
                  </a:lnTo>
                  <a:lnTo>
                    <a:pt x="58" y="944"/>
                  </a:lnTo>
                  <a:lnTo>
                    <a:pt x="114" y="1000"/>
                  </a:lnTo>
                  <a:lnTo>
                    <a:pt x="171" y="1019"/>
                  </a:lnTo>
                  <a:lnTo>
                    <a:pt x="265" y="1038"/>
                  </a:lnTo>
                  <a:lnTo>
                    <a:pt x="2473" y="1151"/>
                  </a:lnTo>
                  <a:lnTo>
                    <a:pt x="2473" y="1151"/>
                  </a:lnTo>
                  <a:lnTo>
                    <a:pt x="2492" y="1151"/>
                  </a:lnTo>
                  <a:lnTo>
                    <a:pt x="2492" y="1151"/>
                  </a:lnTo>
                  <a:lnTo>
                    <a:pt x="2587" y="1132"/>
                  </a:lnTo>
                  <a:lnTo>
                    <a:pt x="2700" y="1114"/>
                  </a:lnTo>
                  <a:lnTo>
                    <a:pt x="2794" y="1076"/>
                  </a:lnTo>
                  <a:lnTo>
                    <a:pt x="2889" y="1000"/>
                  </a:lnTo>
                  <a:lnTo>
                    <a:pt x="2964" y="925"/>
                  </a:lnTo>
                  <a:lnTo>
                    <a:pt x="3058" y="849"/>
                  </a:lnTo>
                  <a:lnTo>
                    <a:pt x="3134" y="755"/>
                  </a:lnTo>
                  <a:lnTo>
                    <a:pt x="3191" y="661"/>
                  </a:lnTo>
                  <a:lnTo>
                    <a:pt x="3191" y="661"/>
                  </a:lnTo>
                  <a:lnTo>
                    <a:pt x="3228" y="547"/>
                  </a:lnTo>
                  <a:lnTo>
                    <a:pt x="3247" y="453"/>
                  </a:lnTo>
                  <a:lnTo>
                    <a:pt x="3247" y="359"/>
                  </a:lnTo>
                  <a:lnTo>
                    <a:pt x="3228" y="283"/>
                  </a:lnTo>
                  <a:lnTo>
                    <a:pt x="3209" y="208"/>
                  </a:lnTo>
                  <a:lnTo>
                    <a:pt x="3153" y="170"/>
                  </a:lnTo>
                  <a:lnTo>
                    <a:pt x="3077" y="132"/>
                  </a:lnTo>
                  <a:lnTo>
                    <a:pt x="3002" y="113"/>
                  </a:lnTo>
                  <a:lnTo>
                    <a:pt x="775" y="0"/>
                  </a:lnTo>
                  <a:lnTo>
                    <a:pt x="775" y="0"/>
                  </a:lnTo>
                  <a:lnTo>
                    <a:pt x="75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7677113" y="1179932"/>
              <a:ext cx="124011" cy="20530"/>
            </a:xfrm>
            <a:custGeom>
              <a:avLst/>
              <a:gdLst/>
              <a:ahLst/>
              <a:cxnLst/>
              <a:rect l="l" t="t" r="r" b="b"/>
              <a:pathLst>
                <a:path w="1492" h="247" extrusionOk="0">
                  <a:moveTo>
                    <a:pt x="114" y="1"/>
                  </a:moveTo>
                  <a:lnTo>
                    <a:pt x="76" y="20"/>
                  </a:lnTo>
                  <a:lnTo>
                    <a:pt x="38" y="57"/>
                  </a:lnTo>
                  <a:lnTo>
                    <a:pt x="19" y="95"/>
                  </a:lnTo>
                  <a:lnTo>
                    <a:pt x="0" y="133"/>
                  </a:lnTo>
                  <a:lnTo>
                    <a:pt x="19" y="152"/>
                  </a:lnTo>
                  <a:lnTo>
                    <a:pt x="19" y="189"/>
                  </a:lnTo>
                  <a:lnTo>
                    <a:pt x="57" y="189"/>
                  </a:lnTo>
                  <a:lnTo>
                    <a:pt x="1340" y="246"/>
                  </a:lnTo>
                  <a:lnTo>
                    <a:pt x="1378" y="246"/>
                  </a:lnTo>
                  <a:lnTo>
                    <a:pt x="1416" y="227"/>
                  </a:lnTo>
                  <a:lnTo>
                    <a:pt x="1454" y="189"/>
                  </a:lnTo>
                  <a:lnTo>
                    <a:pt x="1472" y="152"/>
                  </a:lnTo>
                  <a:lnTo>
                    <a:pt x="1491" y="114"/>
                  </a:lnTo>
                  <a:lnTo>
                    <a:pt x="1491" y="95"/>
                  </a:lnTo>
                  <a:lnTo>
                    <a:pt x="1472" y="76"/>
                  </a:lnTo>
                  <a:lnTo>
                    <a:pt x="1435" y="5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2206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7810434" y="1186249"/>
              <a:ext cx="15792" cy="15709"/>
            </a:xfrm>
            <a:custGeom>
              <a:avLst/>
              <a:gdLst/>
              <a:ahLst/>
              <a:cxnLst/>
              <a:rect l="l" t="t" r="r" b="b"/>
              <a:pathLst>
                <a:path w="190" h="189" extrusionOk="0">
                  <a:moveTo>
                    <a:pt x="114" y="0"/>
                  </a:moveTo>
                  <a:lnTo>
                    <a:pt x="76" y="19"/>
                  </a:lnTo>
                  <a:lnTo>
                    <a:pt x="38" y="57"/>
                  </a:lnTo>
                  <a:lnTo>
                    <a:pt x="19" y="95"/>
                  </a:lnTo>
                  <a:lnTo>
                    <a:pt x="1" y="132"/>
                  </a:lnTo>
                  <a:lnTo>
                    <a:pt x="1" y="170"/>
                  </a:lnTo>
                  <a:lnTo>
                    <a:pt x="19" y="189"/>
                  </a:lnTo>
                  <a:lnTo>
                    <a:pt x="95" y="189"/>
                  </a:lnTo>
                  <a:lnTo>
                    <a:pt x="133" y="170"/>
                  </a:lnTo>
                  <a:lnTo>
                    <a:pt x="189" y="95"/>
                  </a:lnTo>
                  <a:lnTo>
                    <a:pt x="189" y="57"/>
                  </a:lnTo>
                  <a:lnTo>
                    <a:pt x="189" y="38"/>
                  </a:lnTo>
                  <a:lnTo>
                    <a:pt x="189" y="19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2206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6070772" y="1201875"/>
              <a:ext cx="2258967" cy="2524195"/>
            </a:xfrm>
            <a:custGeom>
              <a:avLst/>
              <a:gdLst/>
              <a:ahLst/>
              <a:cxnLst/>
              <a:rect l="l" t="t" r="r" b="b"/>
              <a:pathLst>
                <a:path w="27178" h="30369" extrusionOk="0">
                  <a:moveTo>
                    <a:pt x="25970" y="1"/>
                  </a:moveTo>
                  <a:lnTo>
                    <a:pt x="26026" y="58"/>
                  </a:lnTo>
                  <a:lnTo>
                    <a:pt x="26045" y="76"/>
                  </a:lnTo>
                  <a:lnTo>
                    <a:pt x="26083" y="152"/>
                  </a:lnTo>
                  <a:lnTo>
                    <a:pt x="26121" y="209"/>
                  </a:lnTo>
                  <a:lnTo>
                    <a:pt x="26140" y="246"/>
                  </a:lnTo>
                  <a:lnTo>
                    <a:pt x="26158" y="284"/>
                  </a:lnTo>
                  <a:lnTo>
                    <a:pt x="26177" y="322"/>
                  </a:lnTo>
                  <a:lnTo>
                    <a:pt x="26196" y="378"/>
                  </a:lnTo>
                  <a:lnTo>
                    <a:pt x="26196" y="397"/>
                  </a:lnTo>
                  <a:lnTo>
                    <a:pt x="26215" y="492"/>
                  </a:lnTo>
                  <a:lnTo>
                    <a:pt x="26234" y="586"/>
                  </a:lnTo>
                  <a:lnTo>
                    <a:pt x="26234" y="624"/>
                  </a:lnTo>
                  <a:lnTo>
                    <a:pt x="26234" y="680"/>
                  </a:lnTo>
                  <a:lnTo>
                    <a:pt x="26234" y="737"/>
                  </a:lnTo>
                  <a:lnTo>
                    <a:pt x="26234" y="794"/>
                  </a:lnTo>
                  <a:lnTo>
                    <a:pt x="26234" y="907"/>
                  </a:lnTo>
                  <a:lnTo>
                    <a:pt x="26234" y="926"/>
                  </a:lnTo>
                  <a:lnTo>
                    <a:pt x="26196" y="1096"/>
                  </a:lnTo>
                  <a:lnTo>
                    <a:pt x="26196" y="1133"/>
                  </a:lnTo>
                  <a:lnTo>
                    <a:pt x="26177" y="1190"/>
                  </a:lnTo>
                  <a:lnTo>
                    <a:pt x="26158" y="1247"/>
                  </a:lnTo>
                  <a:lnTo>
                    <a:pt x="26140" y="1322"/>
                  </a:lnTo>
                  <a:lnTo>
                    <a:pt x="26121" y="1379"/>
                  </a:lnTo>
                  <a:lnTo>
                    <a:pt x="26083" y="1473"/>
                  </a:lnTo>
                  <a:lnTo>
                    <a:pt x="26064" y="1511"/>
                  </a:lnTo>
                  <a:lnTo>
                    <a:pt x="26007" y="1643"/>
                  </a:lnTo>
                  <a:lnTo>
                    <a:pt x="13155" y="27707"/>
                  </a:lnTo>
                  <a:lnTo>
                    <a:pt x="13042" y="27896"/>
                  </a:lnTo>
                  <a:lnTo>
                    <a:pt x="12928" y="28065"/>
                  </a:lnTo>
                  <a:lnTo>
                    <a:pt x="12815" y="28235"/>
                  </a:lnTo>
                  <a:lnTo>
                    <a:pt x="12683" y="28405"/>
                  </a:lnTo>
                  <a:lnTo>
                    <a:pt x="12532" y="28556"/>
                  </a:lnTo>
                  <a:lnTo>
                    <a:pt x="12381" y="28707"/>
                  </a:lnTo>
                  <a:lnTo>
                    <a:pt x="12211" y="28839"/>
                  </a:lnTo>
                  <a:lnTo>
                    <a:pt x="12060" y="28971"/>
                  </a:lnTo>
                  <a:lnTo>
                    <a:pt x="11890" y="29085"/>
                  </a:lnTo>
                  <a:lnTo>
                    <a:pt x="11702" y="29179"/>
                  </a:lnTo>
                  <a:lnTo>
                    <a:pt x="11532" y="29273"/>
                  </a:lnTo>
                  <a:lnTo>
                    <a:pt x="11362" y="29330"/>
                  </a:lnTo>
                  <a:lnTo>
                    <a:pt x="11192" y="29387"/>
                  </a:lnTo>
                  <a:lnTo>
                    <a:pt x="11003" y="29424"/>
                  </a:lnTo>
                  <a:lnTo>
                    <a:pt x="10833" y="29443"/>
                  </a:lnTo>
                  <a:lnTo>
                    <a:pt x="10682" y="29443"/>
                  </a:lnTo>
                  <a:lnTo>
                    <a:pt x="642" y="28953"/>
                  </a:lnTo>
                  <a:lnTo>
                    <a:pt x="453" y="28934"/>
                  </a:lnTo>
                  <a:lnTo>
                    <a:pt x="264" y="28877"/>
                  </a:lnTo>
                  <a:lnTo>
                    <a:pt x="113" y="28802"/>
                  </a:lnTo>
                  <a:lnTo>
                    <a:pt x="0" y="28707"/>
                  </a:lnTo>
                  <a:lnTo>
                    <a:pt x="0" y="28707"/>
                  </a:lnTo>
                  <a:lnTo>
                    <a:pt x="925" y="29632"/>
                  </a:lnTo>
                  <a:lnTo>
                    <a:pt x="1057" y="29726"/>
                  </a:lnTo>
                  <a:lnTo>
                    <a:pt x="1208" y="29802"/>
                  </a:lnTo>
                  <a:lnTo>
                    <a:pt x="1378" y="29858"/>
                  </a:lnTo>
                  <a:lnTo>
                    <a:pt x="1567" y="29877"/>
                  </a:lnTo>
                  <a:lnTo>
                    <a:pt x="11607" y="30368"/>
                  </a:lnTo>
                  <a:lnTo>
                    <a:pt x="11777" y="30368"/>
                  </a:lnTo>
                  <a:lnTo>
                    <a:pt x="11947" y="30349"/>
                  </a:lnTo>
                  <a:lnTo>
                    <a:pt x="12117" y="30311"/>
                  </a:lnTo>
                  <a:lnTo>
                    <a:pt x="12287" y="30255"/>
                  </a:lnTo>
                  <a:lnTo>
                    <a:pt x="12475" y="30198"/>
                  </a:lnTo>
                  <a:lnTo>
                    <a:pt x="12645" y="30104"/>
                  </a:lnTo>
                  <a:lnTo>
                    <a:pt x="12815" y="30009"/>
                  </a:lnTo>
                  <a:lnTo>
                    <a:pt x="12985" y="29896"/>
                  </a:lnTo>
                  <a:lnTo>
                    <a:pt x="13155" y="29764"/>
                  </a:lnTo>
                  <a:lnTo>
                    <a:pt x="13306" y="29632"/>
                  </a:lnTo>
                  <a:lnTo>
                    <a:pt x="13457" y="29481"/>
                  </a:lnTo>
                  <a:lnTo>
                    <a:pt x="13608" y="29330"/>
                  </a:lnTo>
                  <a:lnTo>
                    <a:pt x="13740" y="29179"/>
                  </a:lnTo>
                  <a:lnTo>
                    <a:pt x="13872" y="28990"/>
                  </a:lnTo>
                  <a:lnTo>
                    <a:pt x="13985" y="28820"/>
                  </a:lnTo>
                  <a:lnTo>
                    <a:pt x="14080" y="28632"/>
                  </a:lnTo>
                  <a:lnTo>
                    <a:pt x="26932" y="2568"/>
                  </a:lnTo>
                  <a:lnTo>
                    <a:pt x="27008" y="2436"/>
                  </a:lnTo>
                  <a:lnTo>
                    <a:pt x="27008" y="2398"/>
                  </a:lnTo>
                  <a:lnTo>
                    <a:pt x="27045" y="2303"/>
                  </a:lnTo>
                  <a:lnTo>
                    <a:pt x="27064" y="2247"/>
                  </a:lnTo>
                  <a:lnTo>
                    <a:pt x="27102" y="2171"/>
                  </a:lnTo>
                  <a:lnTo>
                    <a:pt x="27102" y="2115"/>
                  </a:lnTo>
                  <a:lnTo>
                    <a:pt x="27121" y="2058"/>
                  </a:lnTo>
                  <a:lnTo>
                    <a:pt x="27140" y="2039"/>
                  </a:lnTo>
                  <a:lnTo>
                    <a:pt x="27140" y="2020"/>
                  </a:lnTo>
                  <a:lnTo>
                    <a:pt x="27159" y="1851"/>
                  </a:lnTo>
                  <a:lnTo>
                    <a:pt x="27159" y="1832"/>
                  </a:lnTo>
                  <a:lnTo>
                    <a:pt x="27178" y="1718"/>
                  </a:lnTo>
                  <a:lnTo>
                    <a:pt x="27178" y="1700"/>
                  </a:lnTo>
                  <a:lnTo>
                    <a:pt x="27178" y="1662"/>
                  </a:lnTo>
                  <a:lnTo>
                    <a:pt x="27178" y="1605"/>
                  </a:lnTo>
                  <a:lnTo>
                    <a:pt x="27178" y="1586"/>
                  </a:lnTo>
                  <a:lnTo>
                    <a:pt x="27178" y="1549"/>
                  </a:lnTo>
                  <a:lnTo>
                    <a:pt x="27159" y="1511"/>
                  </a:lnTo>
                  <a:lnTo>
                    <a:pt x="27159" y="1492"/>
                  </a:lnTo>
                  <a:lnTo>
                    <a:pt x="27159" y="1416"/>
                  </a:lnTo>
                  <a:lnTo>
                    <a:pt x="27140" y="1341"/>
                  </a:lnTo>
                  <a:lnTo>
                    <a:pt x="27140" y="1322"/>
                  </a:lnTo>
                  <a:lnTo>
                    <a:pt x="27121" y="1303"/>
                  </a:lnTo>
                  <a:lnTo>
                    <a:pt x="27121" y="1265"/>
                  </a:lnTo>
                  <a:lnTo>
                    <a:pt x="27102" y="1247"/>
                  </a:lnTo>
                  <a:lnTo>
                    <a:pt x="27102" y="1209"/>
                  </a:lnTo>
                  <a:lnTo>
                    <a:pt x="27083" y="1190"/>
                  </a:lnTo>
                  <a:lnTo>
                    <a:pt x="27064" y="1171"/>
                  </a:lnTo>
                  <a:lnTo>
                    <a:pt x="27064" y="1133"/>
                  </a:lnTo>
                  <a:lnTo>
                    <a:pt x="27045" y="1133"/>
                  </a:lnTo>
                  <a:lnTo>
                    <a:pt x="27027" y="1077"/>
                  </a:lnTo>
                  <a:lnTo>
                    <a:pt x="26970" y="1020"/>
                  </a:lnTo>
                  <a:lnTo>
                    <a:pt x="26970" y="1001"/>
                  </a:lnTo>
                  <a:lnTo>
                    <a:pt x="26951" y="982"/>
                  </a:lnTo>
                  <a:lnTo>
                    <a:pt x="26932" y="963"/>
                  </a:lnTo>
                  <a:lnTo>
                    <a:pt x="26913" y="926"/>
                  </a:lnTo>
                  <a:lnTo>
                    <a:pt x="25970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6298184" y="3650697"/>
              <a:ext cx="437780" cy="34577"/>
            </a:xfrm>
            <a:custGeom>
              <a:avLst/>
              <a:gdLst/>
              <a:ahLst/>
              <a:cxnLst/>
              <a:rect l="l" t="t" r="r" b="b"/>
              <a:pathLst>
                <a:path w="5267" h="416" extrusionOk="0">
                  <a:moveTo>
                    <a:pt x="20" y="0"/>
                  </a:moveTo>
                  <a:lnTo>
                    <a:pt x="1" y="19"/>
                  </a:lnTo>
                  <a:lnTo>
                    <a:pt x="20" y="38"/>
                  </a:lnTo>
                  <a:lnTo>
                    <a:pt x="39" y="76"/>
                  </a:lnTo>
                  <a:lnTo>
                    <a:pt x="114" y="113"/>
                  </a:lnTo>
                  <a:lnTo>
                    <a:pt x="190" y="132"/>
                  </a:lnTo>
                  <a:lnTo>
                    <a:pt x="227" y="132"/>
                  </a:lnTo>
                  <a:lnTo>
                    <a:pt x="227" y="94"/>
                  </a:lnTo>
                  <a:lnTo>
                    <a:pt x="208" y="76"/>
                  </a:lnTo>
                  <a:lnTo>
                    <a:pt x="133" y="19"/>
                  </a:lnTo>
                  <a:lnTo>
                    <a:pt x="57" y="0"/>
                  </a:lnTo>
                  <a:close/>
                  <a:moveTo>
                    <a:pt x="359" y="19"/>
                  </a:moveTo>
                  <a:lnTo>
                    <a:pt x="341" y="38"/>
                  </a:lnTo>
                  <a:lnTo>
                    <a:pt x="341" y="57"/>
                  </a:lnTo>
                  <a:lnTo>
                    <a:pt x="359" y="76"/>
                  </a:lnTo>
                  <a:lnTo>
                    <a:pt x="435" y="132"/>
                  </a:lnTo>
                  <a:lnTo>
                    <a:pt x="529" y="151"/>
                  </a:lnTo>
                  <a:lnTo>
                    <a:pt x="548" y="151"/>
                  </a:lnTo>
                  <a:lnTo>
                    <a:pt x="567" y="132"/>
                  </a:lnTo>
                  <a:lnTo>
                    <a:pt x="567" y="113"/>
                  </a:lnTo>
                  <a:lnTo>
                    <a:pt x="548" y="94"/>
                  </a:lnTo>
                  <a:lnTo>
                    <a:pt x="473" y="38"/>
                  </a:lnTo>
                  <a:lnTo>
                    <a:pt x="378" y="19"/>
                  </a:lnTo>
                  <a:close/>
                  <a:moveTo>
                    <a:pt x="680" y="38"/>
                  </a:moveTo>
                  <a:lnTo>
                    <a:pt x="680" y="57"/>
                  </a:lnTo>
                  <a:lnTo>
                    <a:pt x="680" y="76"/>
                  </a:lnTo>
                  <a:lnTo>
                    <a:pt x="699" y="94"/>
                  </a:lnTo>
                  <a:lnTo>
                    <a:pt x="775" y="151"/>
                  </a:lnTo>
                  <a:lnTo>
                    <a:pt x="850" y="170"/>
                  </a:lnTo>
                  <a:lnTo>
                    <a:pt x="888" y="170"/>
                  </a:lnTo>
                  <a:lnTo>
                    <a:pt x="907" y="151"/>
                  </a:lnTo>
                  <a:lnTo>
                    <a:pt x="888" y="132"/>
                  </a:lnTo>
                  <a:lnTo>
                    <a:pt x="869" y="113"/>
                  </a:lnTo>
                  <a:lnTo>
                    <a:pt x="793" y="57"/>
                  </a:lnTo>
                  <a:lnTo>
                    <a:pt x="718" y="38"/>
                  </a:lnTo>
                  <a:close/>
                  <a:moveTo>
                    <a:pt x="1020" y="57"/>
                  </a:moveTo>
                  <a:lnTo>
                    <a:pt x="1001" y="76"/>
                  </a:lnTo>
                  <a:lnTo>
                    <a:pt x="1020" y="94"/>
                  </a:lnTo>
                  <a:lnTo>
                    <a:pt x="1039" y="113"/>
                  </a:lnTo>
                  <a:lnTo>
                    <a:pt x="1114" y="170"/>
                  </a:lnTo>
                  <a:lnTo>
                    <a:pt x="1190" y="189"/>
                  </a:lnTo>
                  <a:lnTo>
                    <a:pt x="1228" y="189"/>
                  </a:lnTo>
                  <a:lnTo>
                    <a:pt x="1228" y="170"/>
                  </a:lnTo>
                  <a:lnTo>
                    <a:pt x="1228" y="151"/>
                  </a:lnTo>
                  <a:lnTo>
                    <a:pt x="1209" y="132"/>
                  </a:lnTo>
                  <a:lnTo>
                    <a:pt x="1133" y="76"/>
                  </a:lnTo>
                  <a:lnTo>
                    <a:pt x="1058" y="57"/>
                  </a:lnTo>
                  <a:close/>
                  <a:moveTo>
                    <a:pt x="1360" y="76"/>
                  </a:moveTo>
                  <a:lnTo>
                    <a:pt x="1341" y="94"/>
                  </a:lnTo>
                  <a:lnTo>
                    <a:pt x="1341" y="113"/>
                  </a:lnTo>
                  <a:lnTo>
                    <a:pt x="1360" y="132"/>
                  </a:lnTo>
                  <a:lnTo>
                    <a:pt x="1435" y="189"/>
                  </a:lnTo>
                  <a:lnTo>
                    <a:pt x="1530" y="208"/>
                  </a:lnTo>
                  <a:lnTo>
                    <a:pt x="1548" y="208"/>
                  </a:lnTo>
                  <a:lnTo>
                    <a:pt x="1567" y="189"/>
                  </a:lnTo>
                  <a:lnTo>
                    <a:pt x="1567" y="170"/>
                  </a:lnTo>
                  <a:lnTo>
                    <a:pt x="1548" y="132"/>
                  </a:lnTo>
                  <a:lnTo>
                    <a:pt x="1473" y="94"/>
                  </a:lnTo>
                  <a:lnTo>
                    <a:pt x="1379" y="76"/>
                  </a:lnTo>
                  <a:close/>
                  <a:moveTo>
                    <a:pt x="1681" y="94"/>
                  </a:moveTo>
                  <a:lnTo>
                    <a:pt x="1681" y="132"/>
                  </a:lnTo>
                  <a:lnTo>
                    <a:pt x="1699" y="151"/>
                  </a:lnTo>
                  <a:lnTo>
                    <a:pt x="1775" y="208"/>
                  </a:lnTo>
                  <a:lnTo>
                    <a:pt x="1850" y="227"/>
                  </a:lnTo>
                  <a:lnTo>
                    <a:pt x="1888" y="227"/>
                  </a:lnTo>
                  <a:lnTo>
                    <a:pt x="1907" y="208"/>
                  </a:lnTo>
                  <a:lnTo>
                    <a:pt x="1888" y="189"/>
                  </a:lnTo>
                  <a:lnTo>
                    <a:pt x="1869" y="151"/>
                  </a:lnTo>
                  <a:lnTo>
                    <a:pt x="1794" y="113"/>
                  </a:lnTo>
                  <a:lnTo>
                    <a:pt x="1718" y="94"/>
                  </a:lnTo>
                  <a:close/>
                  <a:moveTo>
                    <a:pt x="2681" y="94"/>
                  </a:moveTo>
                  <a:lnTo>
                    <a:pt x="2662" y="132"/>
                  </a:lnTo>
                  <a:lnTo>
                    <a:pt x="2662" y="151"/>
                  </a:lnTo>
                  <a:lnTo>
                    <a:pt x="2700" y="189"/>
                  </a:lnTo>
                  <a:lnTo>
                    <a:pt x="2756" y="245"/>
                  </a:lnTo>
                  <a:lnTo>
                    <a:pt x="2813" y="283"/>
                  </a:lnTo>
                  <a:lnTo>
                    <a:pt x="2888" y="302"/>
                  </a:lnTo>
                  <a:lnTo>
                    <a:pt x="2945" y="321"/>
                  </a:lnTo>
                  <a:lnTo>
                    <a:pt x="3964" y="359"/>
                  </a:lnTo>
                  <a:lnTo>
                    <a:pt x="4021" y="359"/>
                  </a:lnTo>
                  <a:lnTo>
                    <a:pt x="4040" y="340"/>
                  </a:lnTo>
                  <a:lnTo>
                    <a:pt x="4040" y="302"/>
                  </a:lnTo>
                  <a:lnTo>
                    <a:pt x="4002" y="264"/>
                  </a:lnTo>
                  <a:lnTo>
                    <a:pt x="3945" y="227"/>
                  </a:lnTo>
                  <a:lnTo>
                    <a:pt x="3889" y="189"/>
                  </a:lnTo>
                  <a:lnTo>
                    <a:pt x="3813" y="151"/>
                  </a:lnTo>
                  <a:lnTo>
                    <a:pt x="3757" y="151"/>
                  </a:lnTo>
                  <a:lnTo>
                    <a:pt x="2737" y="94"/>
                  </a:lnTo>
                  <a:close/>
                  <a:moveTo>
                    <a:pt x="4927" y="208"/>
                  </a:moveTo>
                  <a:lnTo>
                    <a:pt x="4908" y="227"/>
                  </a:lnTo>
                  <a:lnTo>
                    <a:pt x="4927" y="264"/>
                  </a:lnTo>
                  <a:lnTo>
                    <a:pt x="4946" y="302"/>
                  </a:lnTo>
                  <a:lnTo>
                    <a:pt x="5002" y="359"/>
                  </a:lnTo>
                  <a:lnTo>
                    <a:pt x="5078" y="378"/>
                  </a:lnTo>
                  <a:lnTo>
                    <a:pt x="5134" y="415"/>
                  </a:lnTo>
                  <a:lnTo>
                    <a:pt x="5248" y="415"/>
                  </a:lnTo>
                  <a:lnTo>
                    <a:pt x="5266" y="396"/>
                  </a:lnTo>
                  <a:lnTo>
                    <a:pt x="5266" y="359"/>
                  </a:lnTo>
                  <a:lnTo>
                    <a:pt x="5229" y="321"/>
                  </a:lnTo>
                  <a:lnTo>
                    <a:pt x="5172" y="283"/>
                  </a:lnTo>
                  <a:lnTo>
                    <a:pt x="5115" y="245"/>
                  </a:lnTo>
                  <a:lnTo>
                    <a:pt x="5040" y="208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6150732" y="1212930"/>
              <a:ext cx="2064472" cy="2219736"/>
            </a:xfrm>
            <a:custGeom>
              <a:avLst/>
              <a:gdLst/>
              <a:ahLst/>
              <a:cxnLst/>
              <a:rect l="l" t="t" r="r" b="b"/>
              <a:pathLst>
                <a:path w="24838" h="26706" extrusionOk="0">
                  <a:moveTo>
                    <a:pt x="17005" y="0"/>
                  </a:moveTo>
                  <a:lnTo>
                    <a:pt x="10513" y="4039"/>
                  </a:lnTo>
                  <a:lnTo>
                    <a:pt x="7569" y="9984"/>
                  </a:lnTo>
                  <a:lnTo>
                    <a:pt x="23158" y="283"/>
                  </a:lnTo>
                  <a:lnTo>
                    <a:pt x="17005" y="0"/>
                  </a:lnTo>
                  <a:close/>
                  <a:moveTo>
                    <a:pt x="24630" y="566"/>
                  </a:moveTo>
                  <a:lnTo>
                    <a:pt x="6738" y="11701"/>
                  </a:lnTo>
                  <a:lnTo>
                    <a:pt x="5700" y="13778"/>
                  </a:lnTo>
                  <a:lnTo>
                    <a:pt x="24555" y="2038"/>
                  </a:lnTo>
                  <a:lnTo>
                    <a:pt x="24630" y="1887"/>
                  </a:lnTo>
                  <a:lnTo>
                    <a:pt x="24725" y="1699"/>
                  </a:lnTo>
                  <a:lnTo>
                    <a:pt x="24781" y="1491"/>
                  </a:lnTo>
                  <a:lnTo>
                    <a:pt x="24819" y="1302"/>
                  </a:lnTo>
                  <a:lnTo>
                    <a:pt x="24838" y="1132"/>
                  </a:lnTo>
                  <a:lnTo>
                    <a:pt x="24819" y="963"/>
                  </a:lnTo>
                  <a:lnTo>
                    <a:pt x="24781" y="812"/>
                  </a:lnTo>
                  <a:lnTo>
                    <a:pt x="24706" y="679"/>
                  </a:lnTo>
                  <a:lnTo>
                    <a:pt x="24630" y="566"/>
                  </a:lnTo>
                  <a:close/>
                  <a:moveTo>
                    <a:pt x="23328" y="4530"/>
                  </a:moveTo>
                  <a:lnTo>
                    <a:pt x="4474" y="16269"/>
                  </a:lnTo>
                  <a:lnTo>
                    <a:pt x="189" y="24932"/>
                  </a:lnTo>
                  <a:lnTo>
                    <a:pt x="133" y="25102"/>
                  </a:lnTo>
                  <a:lnTo>
                    <a:pt x="76" y="25234"/>
                  </a:lnTo>
                  <a:lnTo>
                    <a:pt x="38" y="25385"/>
                  </a:lnTo>
                  <a:lnTo>
                    <a:pt x="20" y="25536"/>
                  </a:lnTo>
                  <a:lnTo>
                    <a:pt x="1" y="25668"/>
                  </a:lnTo>
                  <a:lnTo>
                    <a:pt x="1" y="25781"/>
                  </a:lnTo>
                  <a:lnTo>
                    <a:pt x="20" y="25913"/>
                  </a:lnTo>
                  <a:lnTo>
                    <a:pt x="57" y="26007"/>
                  </a:lnTo>
                  <a:lnTo>
                    <a:pt x="95" y="26121"/>
                  </a:lnTo>
                  <a:lnTo>
                    <a:pt x="152" y="26215"/>
                  </a:lnTo>
                  <a:lnTo>
                    <a:pt x="227" y="26291"/>
                  </a:lnTo>
                  <a:lnTo>
                    <a:pt x="303" y="26347"/>
                  </a:lnTo>
                  <a:lnTo>
                    <a:pt x="397" y="26404"/>
                  </a:lnTo>
                  <a:lnTo>
                    <a:pt x="510" y="26460"/>
                  </a:lnTo>
                  <a:lnTo>
                    <a:pt x="624" y="26479"/>
                  </a:lnTo>
                  <a:lnTo>
                    <a:pt x="756" y="26498"/>
                  </a:lnTo>
                  <a:lnTo>
                    <a:pt x="1831" y="26555"/>
                  </a:lnTo>
                  <a:lnTo>
                    <a:pt x="17194" y="17005"/>
                  </a:lnTo>
                  <a:lnTo>
                    <a:pt x="23328" y="4530"/>
                  </a:lnTo>
                  <a:close/>
                  <a:moveTo>
                    <a:pt x="16609" y="18156"/>
                  </a:moveTo>
                  <a:lnTo>
                    <a:pt x="3020" y="26611"/>
                  </a:lnTo>
                  <a:lnTo>
                    <a:pt x="5191" y="26706"/>
                  </a:lnTo>
                  <a:lnTo>
                    <a:pt x="15590" y="20251"/>
                  </a:lnTo>
                  <a:lnTo>
                    <a:pt x="16609" y="18156"/>
                  </a:lnTo>
                  <a:close/>
                </a:path>
              </a:pathLst>
            </a:custGeom>
            <a:solidFill>
              <a:srgbClr val="FFFFFF">
                <a:alpha val="11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678" name="Google Shape;678;p27"/>
          <p:cNvGrpSpPr/>
          <p:nvPr/>
        </p:nvGrpSpPr>
        <p:grpSpPr>
          <a:xfrm>
            <a:off x="8324106" y="1593760"/>
            <a:ext cx="1706085" cy="1132096"/>
            <a:chOff x="4130300" y="-438300"/>
            <a:chExt cx="1799415" cy="1194027"/>
          </a:xfrm>
        </p:grpSpPr>
        <p:sp>
          <p:nvSpPr>
            <p:cNvPr id="679" name="Google Shape;679;p27"/>
            <p:cNvSpPr/>
            <p:nvPr/>
          </p:nvSpPr>
          <p:spPr>
            <a:xfrm>
              <a:off x="4130300" y="-438300"/>
              <a:ext cx="1799415" cy="1194027"/>
            </a:xfrm>
            <a:custGeom>
              <a:avLst/>
              <a:gdLst/>
              <a:ahLst/>
              <a:cxnLst/>
              <a:rect l="l" t="t" r="r" b="b"/>
              <a:pathLst>
                <a:path w="33822" h="22442" extrusionOk="0">
                  <a:moveTo>
                    <a:pt x="11174" y="1"/>
                  </a:moveTo>
                  <a:lnTo>
                    <a:pt x="11042" y="20"/>
                  </a:lnTo>
                  <a:lnTo>
                    <a:pt x="10891" y="38"/>
                  </a:lnTo>
                  <a:lnTo>
                    <a:pt x="10759" y="95"/>
                  </a:lnTo>
                  <a:lnTo>
                    <a:pt x="10476" y="208"/>
                  </a:lnTo>
                  <a:lnTo>
                    <a:pt x="10211" y="359"/>
                  </a:lnTo>
                  <a:lnTo>
                    <a:pt x="9966" y="567"/>
                  </a:lnTo>
                  <a:lnTo>
                    <a:pt x="9721" y="793"/>
                  </a:lnTo>
                  <a:lnTo>
                    <a:pt x="9532" y="1039"/>
                  </a:lnTo>
                  <a:lnTo>
                    <a:pt x="9438" y="1171"/>
                  </a:lnTo>
                  <a:lnTo>
                    <a:pt x="9362" y="1322"/>
                  </a:lnTo>
                  <a:lnTo>
                    <a:pt x="171" y="19950"/>
                  </a:lnTo>
                  <a:lnTo>
                    <a:pt x="114" y="20082"/>
                  </a:lnTo>
                  <a:lnTo>
                    <a:pt x="58" y="20233"/>
                  </a:lnTo>
                  <a:lnTo>
                    <a:pt x="20" y="20365"/>
                  </a:lnTo>
                  <a:lnTo>
                    <a:pt x="1" y="20497"/>
                  </a:lnTo>
                  <a:lnTo>
                    <a:pt x="1" y="20610"/>
                  </a:lnTo>
                  <a:lnTo>
                    <a:pt x="1" y="20724"/>
                  </a:lnTo>
                  <a:lnTo>
                    <a:pt x="20" y="20837"/>
                  </a:lnTo>
                  <a:lnTo>
                    <a:pt x="58" y="20931"/>
                  </a:lnTo>
                  <a:lnTo>
                    <a:pt x="114" y="21026"/>
                  </a:lnTo>
                  <a:lnTo>
                    <a:pt x="171" y="21120"/>
                  </a:lnTo>
                  <a:lnTo>
                    <a:pt x="227" y="21195"/>
                  </a:lnTo>
                  <a:lnTo>
                    <a:pt x="322" y="21252"/>
                  </a:lnTo>
                  <a:lnTo>
                    <a:pt x="416" y="21309"/>
                  </a:lnTo>
                  <a:lnTo>
                    <a:pt x="511" y="21346"/>
                  </a:lnTo>
                  <a:lnTo>
                    <a:pt x="624" y="21365"/>
                  </a:lnTo>
                  <a:lnTo>
                    <a:pt x="756" y="21384"/>
                  </a:lnTo>
                  <a:lnTo>
                    <a:pt x="22517" y="22441"/>
                  </a:lnTo>
                  <a:lnTo>
                    <a:pt x="22781" y="22441"/>
                  </a:lnTo>
                  <a:lnTo>
                    <a:pt x="22913" y="22403"/>
                  </a:lnTo>
                  <a:lnTo>
                    <a:pt x="23064" y="22366"/>
                  </a:lnTo>
                  <a:lnTo>
                    <a:pt x="23328" y="22252"/>
                  </a:lnTo>
                  <a:lnTo>
                    <a:pt x="23611" y="22082"/>
                  </a:lnTo>
                  <a:lnTo>
                    <a:pt x="23857" y="21894"/>
                  </a:lnTo>
                  <a:lnTo>
                    <a:pt x="24083" y="21667"/>
                  </a:lnTo>
                  <a:lnTo>
                    <a:pt x="24291" y="21403"/>
                  </a:lnTo>
                  <a:lnTo>
                    <a:pt x="24385" y="21271"/>
                  </a:lnTo>
                  <a:lnTo>
                    <a:pt x="24461" y="21139"/>
                  </a:lnTo>
                  <a:lnTo>
                    <a:pt x="33652" y="2511"/>
                  </a:lnTo>
                  <a:lnTo>
                    <a:pt x="33709" y="2360"/>
                  </a:lnTo>
                  <a:lnTo>
                    <a:pt x="33765" y="2228"/>
                  </a:lnTo>
                  <a:lnTo>
                    <a:pt x="33784" y="2096"/>
                  </a:lnTo>
                  <a:lnTo>
                    <a:pt x="33803" y="1964"/>
                  </a:lnTo>
                  <a:lnTo>
                    <a:pt x="33822" y="1831"/>
                  </a:lnTo>
                  <a:lnTo>
                    <a:pt x="33803" y="1718"/>
                  </a:lnTo>
                  <a:lnTo>
                    <a:pt x="33784" y="1605"/>
                  </a:lnTo>
                  <a:lnTo>
                    <a:pt x="33765" y="1511"/>
                  </a:lnTo>
                  <a:lnTo>
                    <a:pt x="33709" y="1416"/>
                  </a:lnTo>
                  <a:lnTo>
                    <a:pt x="33652" y="1341"/>
                  </a:lnTo>
                  <a:lnTo>
                    <a:pt x="33576" y="1265"/>
                  </a:lnTo>
                  <a:lnTo>
                    <a:pt x="33501" y="1190"/>
                  </a:lnTo>
                  <a:lnTo>
                    <a:pt x="33407" y="1152"/>
                  </a:lnTo>
                  <a:lnTo>
                    <a:pt x="33312" y="1114"/>
                  </a:lnTo>
                  <a:lnTo>
                    <a:pt x="33199" y="1077"/>
                  </a:lnTo>
                  <a:lnTo>
                    <a:pt x="33067" y="1058"/>
                  </a:lnTo>
                  <a:lnTo>
                    <a:pt x="11306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  <a:effectLst>
              <a:outerShdw blurRad="142875" dist="95250" dir="42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4496819" y="96930"/>
              <a:ext cx="1037289" cy="182812"/>
            </a:xfrm>
            <a:custGeom>
              <a:avLst/>
              <a:gdLst/>
              <a:ahLst/>
              <a:cxnLst/>
              <a:rect l="l" t="t" r="r" b="b"/>
              <a:pathLst>
                <a:path w="19497" h="3436" extrusionOk="0">
                  <a:moveTo>
                    <a:pt x="1888" y="0"/>
                  </a:moveTo>
                  <a:lnTo>
                    <a:pt x="1756" y="19"/>
                  </a:lnTo>
                  <a:lnTo>
                    <a:pt x="1624" y="38"/>
                  </a:lnTo>
                  <a:lnTo>
                    <a:pt x="1492" y="76"/>
                  </a:lnTo>
                  <a:lnTo>
                    <a:pt x="1227" y="189"/>
                  </a:lnTo>
                  <a:lnTo>
                    <a:pt x="982" y="340"/>
                  </a:lnTo>
                  <a:lnTo>
                    <a:pt x="737" y="529"/>
                  </a:lnTo>
                  <a:lnTo>
                    <a:pt x="510" y="755"/>
                  </a:lnTo>
                  <a:lnTo>
                    <a:pt x="322" y="1000"/>
                  </a:lnTo>
                  <a:lnTo>
                    <a:pt x="171" y="1246"/>
                  </a:lnTo>
                  <a:lnTo>
                    <a:pt x="114" y="1397"/>
                  </a:lnTo>
                  <a:lnTo>
                    <a:pt x="57" y="1529"/>
                  </a:lnTo>
                  <a:lnTo>
                    <a:pt x="20" y="1642"/>
                  </a:lnTo>
                  <a:lnTo>
                    <a:pt x="1" y="1774"/>
                  </a:lnTo>
                  <a:lnTo>
                    <a:pt x="1" y="1888"/>
                  </a:lnTo>
                  <a:lnTo>
                    <a:pt x="20" y="2001"/>
                  </a:lnTo>
                  <a:lnTo>
                    <a:pt x="38" y="2095"/>
                  </a:lnTo>
                  <a:lnTo>
                    <a:pt x="57" y="2208"/>
                  </a:lnTo>
                  <a:lnTo>
                    <a:pt x="114" y="2284"/>
                  </a:lnTo>
                  <a:lnTo>
                    <a:pt x="152" y="2378"/>
                  </a:lnTo>
                  <a:lnTo>
                    <a:pt x="227" y="2435"/>
                  </a:lnTo>
                  <a:lnTo>
                    <a:pt x="303" y="2510"/>
                  </a:lnTo>
                  <a:lnTo>
                    <a:pt x="397" y="2548"/>
                  </a:lnTo>
                  <a:lnTo>
                    <a:pt x="491" y="2586"/>
                  </a:lnTo>
                  <a:lnTo>
                    <a:pt x="605" y="2624"/>
                  </a:lnTo>
                  <a:lnTo>
                    <a:pt x="718" y="2624"/>
                  </a:lnTo>
                  <a:lnTo>
                    <a:pt x="17477" y="3435"/>
                  </a:lnTo>
                  <a:lnTo>
                    <a:pt x="17723" y="3435"/>
                  </a:lnTo>
                  <a:lnTo>
                    <a:pt x="17855" y="3397"/>
                  </a:lnTo>
                  <a:lnTo>
                    <a:pt x="17987" y="3360"/>
                  </a:lnTo>
                  <a:lnTo>
                    <a:pt x="18251" y="3246"/>
                  </a:lnTo>
                  <a:lnTo>
                    <a:pt x="18515" y="3095"/>
                  </a:lnTo>
                  <a:lnTo>
                    <a:pt x="18761" y="2907"/>
                  </a:lnTo>
                  <a:lnTo>
                    <a:pt x="18968" y="2699"/>
                  </a:lnTo>
                  <a:lnTo>
                    <a:pt x="19176" y="2454"/>
                  </a:lnTo>
                  <a:lnTo>
                    <a:pt x="19327" y="2189"/>
                  </a:lnTo>
                  <a:lnTo>
                    <a:pt x="19383" y="2057"/>
                  </a:lnTo>
                  <a:lnTo>
                    <a:pt x="19421" y="1925"/>
                  </a:lnTo>
                  <a:lnTo>
                    <a:pt x="19459" y="1793"/>
                  </a:lnTo>
                  <a:lnTo>
                    <a:pt x="19478" y="1680"/>
                  </a:lnTo>
                  <a:lnTo>
                    <a:pt x="19497" y="1548"/>
                  </a:lnTo>
                  <a:lnTo>
                    <a:pt x="19478" y="1453"/>
                  </a:lnTo>
                  <a:lnTo>
                    <a:pt x="19459" y="1340"/>
                  </a:lnTo>
                  <a:lnTo>
                    <a:pt x="19421" y="1246"/>
                  </a:lnTo>
                  <a:lnTo>
                    <a:pt x="19383" y="1151"/>
                  </a:lnTo>
                  <a:lnTo>
                    <a:pt x="19327" y="1076"/>
                  </a:lnTo>
                  <a:lnTo>
                    <a:pt x="19270" y="1000"/>
                  </a:lnTo>
                  <a:lnTo>
                    <a:pt x="19195" y="944"/>
                  </a:lnTo>
                  <a:lnTo>
                    <a:pt x="19100" y="887"/>
                  </a:lnTo>
                  <a:lnTo>
                    <a:pt x="19006" y="849"/>
                  </a:lnTo>
                  <a:lnTo>
                    <a:pt x="18893" y="831"/>
                  </a:lnTo>
                  <a:lnTo>
                    <a:pt x="18761" y="812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4612324" y="-136049"/>
              <a:ext cx="1036278" cy="183823"/>
            </a:xfrm>
            <a:custGeom>
              <a:avLst/>
              <a:gdLst/>
              <a:ahLst/>
              <a:cxnLst/>
              <a:rect l="l" t="t" r="r" b="b"/>
              <a:pathLst>
                <a:path w="19478" h="3455" extrusionOk="0">
                  <a:moveTo>
                    <a:pt x="1887" y="1"/>
                  </a:moveTo>
                  <a:lnTo>
                    <a:pt x="1755" y="19"/>
                  </a:lnTo>
                  <a:lnTo>
                    <a:pt x="1623" y="38"/>
                  </a:lnTo>
                  <a:lnTo>
                    <a:pt x="1491" y="76"/>
                  </a:lnTo>
                  <a:lnTo>
                    <a:pt x="1227" y="189"/>
                  </a:lnTo>
                  <a:lnTo>
                    <a:pt x="963" y="340"/>
                  </a:lnTo>
                  <a:lnTo>
                    <a:pt x="717" y="529"/>
                  </a:lnTo>
                  <a:lnTo>
                    <a:pt x="510" y="756"/>
                  </a:lnTo>
                  <a:lnTo>
                    <a:pt x="302" y="1001"/>
                  </a:lnTo>
                  <a:lnTo>
                    <a:pt x="151" y="1265"/>
                  </a:lnTo>
                  <a:lnTo>
                    <a:pt x="94" y="1397"/>
                  </a:lnTo>
                  <a:lnTo>
                    <a:pt x="57" y="1529"/>
                  </a:lnTo>
                  <a:lnTo>
                    <a:pt x="19" y="1643"/>
                  </a:lnTo>
                  <a:lnTo>
                    <a:pt x="0" y="1775"/>
                  </a:lnTo>
                  <a:lnTo>
                    <a:pt x="0" y="1888"/>
                  </a:lnTo>
                  <a:lnTo>
                    <a:pt x="0" y="2001"/>
                  </a:lnTo>
                  <a:lnTo>
                    <a:pt x="19" y="2114"/>
                  </a:lnTo>
                  <a:lnTo>
                    <a:pt x="57" y="2209"/>
                  </a:lnTo>
                  <a:lnTo>
                    <a:pt x="94" y="2284"/>
                  </a:lnTo>
                  <a:lnTo>
                    <a:pt x="151" y="2379"/>
                  </a:lnTo>
                  <a:lnTo>
                    <a:pt x="208" y="2435"/>
                  </a:lnTo>
                  <a:lnTo>
                    <a:pt x="302" y="2511"/>
                  </a:lnTo>
                  <a:lnTo>
                    <a:pt x="378" y="2548"/>
                  </a:lnTo>
                  <a:lnTo>
                    <a:pt x="472" y="2586"/>
                  </a:lnTo>
                  <a:lnTo>
                    <a:pt x="585" y="2624"/>
                  </a:lnTo>
                  <a:lnTo>
                    <a:pt x="717" y="2624"/>
                  </a:lnTo>
                  <a:lnTo>
                    <a:pt x="17458" y="3454"/>
                  </a:lnTo>
                  <a:lnTo>
                    <a:pt x="17590" y="3436"/>
                  </a:lnTo>
                  <a:lnTo>
                    <a:pt x="17722" y="3436"/>
                  </a:lnTo>
                  <a:lnTo>
                    <a:pt x="17854" y="3398"/>
                  </a:lnTo>
                  <a:lnTo>
                    <a:pt x="17986" y="3360"/>
                  </a:lnTo>
                  <a:lnTo>
                    <a:pt x="18251" y="3247"/>
                  </a:lnTo>
                  <a:lnTo>
                    <a:pt x="18496" y="3096"/>
                  </a:lnTo>
                  <a:lnTo>
                    <a:pt x="18741" y="2907"/>
                  </a:lnTo>
                  <a:lnTo>
                    <a:pt x="18968" y="2699"/>
                  </a:lnTo>
                  <a:lnTo>
                    <a:pt x="19156" y="2454"/>
                  </a:lnTo>
                  <a:lnTo>
                    <a:pt x="19307" y="2190"/>
                  </a:lnTo>
                  <a:lnTo>
                    <a:pt x="19364" y="2058"/>
                  </a:lnTo>
                  <a:lnTo>
                    <a:pt x="19421" y="1926"/>
                  </a:lnTo>
                  <a:lnTo>
                    <a:pt x="19458" y="1794"/>
                  </a:lnTo>
                  <a:lnTo>
                    <a:pt x="19477" y="1680"/>
                  </a:lnTo>
                  <a:lnTo>
                    <a:pt x="19477" y="1567"/>
                  </a:lnTo>
                  <a:lnTo>
                    <a:pt x="19477" y="1454"/>
                  </a:lnTo>
                  <a:lnTo>
                    <a:pt x="19458" y="1341"/>
                  </a:lnTo>
                  <a:lnTo>
                    <a:pt x="19421" y="1246"/>
                  </a:lnTo>
                  <a:lnTo>
                    <a:pt x="19383" y="1152"/>
                  </a:lnTo>
                  <a:lnTo>
                    <a:pt x="19326" y="1076"/>
                  </a:lnTo>
                  <a:lnTo>
                    <a:pt x="19251" y="1001"/>
                  </a:lnTo>
                  <a:lnTo>
                    <a:pt x="19175" y="944"/>
                  </a:lnTo>
                  <a:lnTo>
                    <a:pt x="19081" y="888"/>
                  </a:lnTo>
                  <a:lnTo>
                    <a:pt x="18987" y="850"/>
                  </a:lnTo>
                  <a:lnTo>
                    <a:pt x="18873" y="831"/>
                  </a:lnTo>
                  <a:lnTo>
                    <a:pt x="18760" y="812"/>
                  </a:lnTo>
                  <a:lnTo>
                    <a:pt x="2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4929630" y="-74812"/>
              <a:ext cx="398646" cy="64325"/>
            </a:xfrm>
            <a:custGeom>
              <a:avLst/>
              <a:gdLst/>
              <a:ahLst/>
              <a:cxnLst/>
              <a:rect l="l" t="t" r="r" b="b"/>
              <a:pathLst>
                <a:path w="7493" h="1209" extrusionOk="0">
                  <a:moveTo>
                    <a:pt x="2246" y="284"/>
                  </a:moveTo>
                  <a:lnTo>
                    <a:pt x="2321" y="303"/>
                  </a:lnTo>
                  <a:lnTo>
                    <a:pt x="2359" y="341"/>
                  </a:lnTo>
                  <a:lnTo>
                    <a:pt x="2378" y="397"/>
                  </a:lnTo>
                  <a:lnTo>
                    <a:pt x="2378" y="492"/>
                  </a:lnTo>
                  <a:lnTo>
                    <a:pt x="1925" y="454"/>
                  </a:lnTo>
                  <a:lnTo>
                    <a:pt x="2001" y="378"/>
                  </a:lnTo>
                  <a:lnTo>
                    <a:pt x="2076" y="322"/>
                  </a:lnTo>
                  <a:lnTo>
                    <a:pt x="2152" y="284"/>
                  </a:lnTo>
                  <a:close/>
                  <a:moveTo>
                    <a:pt x="7172" y="510"/>
                  </a:moveTo>
                  <a:lnTo>
                    <a:pt x="7229" y="529"/>
                  </a:lnTo>
                  <a:lnTo>
                    <a:pt x="7285" y="586"/>
                  </a:lnTo>
                  <a:lnTo>
                    <a:pt x="7304" y="643"/>
                  </a:lnTo>
                  <a:lnTo>
                    <a:pt x="7285" y="718"/>
                  </a:lnTo>
                  <a:lnTo>
                    <a:pt x="6851" y="699"/>
                  </a:lnTo>
                  <a:lnTo>
                    <a:pt x="6908" y="624"/>
                  </a:lnTo>
                  <a:lnTo>
                    <a:pt x="6983" y="567"/>
                  </a:lnTo>
                  <a:lnTo>
                    <a:pt x="7078" y="529"/>
                  </a:lnTo>
                  <a:lnTo>
                    <a:pt x="7172" y="510"/>
                  </a:lnTo>
                  <a:close/>
                  <a:moveTo>
                    <a:pt x="359" y="1"/>
                  </a:moveTo>
                  <a:lnTo>
                    <a:pt x="321" y="20"/>
                  </a:lnTo>
                  <a:lnTo>
                    <a:pt x="283" y="20"/>
                  </a:lnTo>
                  <a:lnTo>
                    <a:pt x="264" y="57"/>
                  </a:lnTo>
                  <a:lnTo>
                    <a:pt x="227" y="95"/>
                  </a:lnTo>
                  <a:lnTo>
                    <a:pt x="57" y="435"/>
                  </a:lnTo>
                  <a:lnTo>
                    <a:pt x="19" y="529"/>
                  </a:lnTo>
                  <a:lnTo>
                    <a:pt x="0" y="605"/>
                  </a:lnTo>
                  <a:lnTo>
                    <a:pt x="0" y="680"/>
                  </a:lnTo>
                  <a:lnTo>
                    <a:pt x="0" y="756"/>
                  </a:lnTo>
                  <a:lnTo>
                    <a:pt x="19" y="812"/>
                  </a:lnTo>
                  <a:lnTo>
                    <a:pt x="57" y="850"/>
                  </a:lnTo>
                  <a:lnTo>
                    <a:pt x="113" y="869"/>
                  </a:lnTo>
                  <a:lnTo>
                    <a:pt x="170" y="888"/>
                  </a:lnTo>
                  <a:lnTo>
                    <a:pt x="245" y="888"/>
                  </a:lnTo>
                  <a:lnTo>
                    <a:pt x="302" y="869"/>
                  </a:lnTo>
                  <a:lnTo>
                    <a:pt x="434" y="794"/>
                  </a:lnTo>
                  <a:lnTo>
                    <a:pt x="434" y="812"/>
                  </a:lnTo>
                  <a:lnTo>
                    <a:pt x="415" y="831"/>
                  </a:lnTo>
                  <a:lnTo>
                    <a:pt x="434" y="869"/>
                  </a:lnTo>
                  <a:lnTo>
                    <a:pt x="434" y="888"/>
                  </a:lnTo>
                  <a:lnTo>
                    <a:pt x="472" y="907"/>
                  </a:lnTo>
                  <a:lnTo>
                    <a:pt x="510" y="888"/>
                  </a:lnTo>
                  <a:lnTo>
                    <a:pt x="547" y="869"/>
                  </a:lnTo>
                  <a:lnTo>
                    <a:pt x="585" y="850"/>
                  </a:lnTo>
                  <a:lnTo>
                    <a:pt x="604" y="812"/>
                  </a:lnTo>
                  <a:lnTo>
                    <a:pt x="944" y="133"/>
                  </a:lnTo>
                  <a:lnTo>
                    <a:pt x="944" y="95"/>
                  </a:lnTo>
                  <a:lnTo>
                    <a:pt x="944" y="57"/>
                  </a:lnTo>
                  <a:lnTo>
                    <a:pt x="925" y="39"/>
                  </a:lnTo>
                  <a:lnTo>
                    <a:pt x="868" y="39"/>
                  </a:lnTo>
                  <a:lnTo>
                    <a:pt x="830" y="57"/>
                  </a:lnTo>
                  <a:lnTo>
                    <a:pt x="793" y="95"/>
                  </a:lnTo>
                  <a:lnTo>
                    <a:pt x="774" y="114"/>
                  </a:lnTo>
                  <a:lnTo>
                    <a:pt x="604" y="473"/>
                  </a:lnTo>
                  <a:lnTo>
                    <a:pt x="547" y="567"/>
                  </a:lnTo>
                  <a:lnTo>
                    <a:pt x="453" y="643"/>
                  </a:lnTo>
                  <a:lnTo>
                    <a:pt x="378" y="680"/>
                  </a:lnTo>
                  <a:lnTo>
                    <a:pt x="283" y="699"/>
                  </a:lnTo>
                  <a:lnTo>
                    <a:pt x="227" y="680"/>
                  </a:lnTo>
                  <a:lnTo>
                    <a:pt x="189" y="624"/>
                  </a:lnTo>
                  <a:lnTo>
                    <a:pt x="189" y="548"/>
                  </a:lnTo>
                  <a:lnTo>
                    <a:pt x="227" y="454"/>
                  </a:lnTo>
                  <a:lnTo>
                    <a:pt x="396" y="95"/>
                  </a:lnTo>
                  <a:lnTo>
                    <a:pt x="415" y="57"/>
                  </a:lnTo>
                  <a:lnTo>
                    <a:pt x="415" y="39"/>
                  </a:lnTo>
                  <a:lnTo>
                    <a:pt x="396" y="20"/>
                  </a:lnTo>
                  <a:lnTo>
                    <a:pt x="359" y="1"/>
                  </a:lnTo>
                  <a:close/>
                  <a:moveTo>
                    <a:pt x="4850" y="416"/>
                  </a:moveTo>
                  <a:lnTo>
                    <a:pt x="4926" y="435"/>
                  </a:lnTo>
                  <a:lnTo>
                    <a:pt x="4945" y="454"/>
                  </a:lnTo>
                  <a:lnTo>
                    <a:pt x="4964" y="492"/>
                  </a:lnTo>
                  <a:lnTo>
                    <a:pt x="4983" y="586"/>
                  </a:lnTo>
                  <a:lnTo>
                    <a:pt x="4945" y="680"/>
                  </a:lnTo>
                  <a:lnTo>
                    <a:pt x="4888" y="775"/>
                  </a:lnTo>
                  <a:lnTo>
                    <a:pt x="4794" y="850"/>
                  </a:lnTo>
                  <a:lnTo>
                    <a:pt x="4699" y="907"/>
                  </a:lnTo>
                  <a:lnTo>
                    <a:pt x="4586" y="926"/>
                  </a:lnTo>
                  <a:lnTo>
                    <a:pt x="4549" y="907"/>
                  </a:lnTo>
                  <a:lnTo>
                    <a:pt x="4511" y="907"/>
                  </a:lnTo>
                  <a:lnTo>
                    <a:pt x="4492" y="869"/>
                  </a:lnTo>
                  <a:lnTo>
                    <a:pt x="4473" y="831"/>
                  </a:lnTo>
                  <a:lnTo>
                    <a:pt x="4454" y="756"/>
                  </a:lnTo>
                  <a:lnTo>
                    <a:pt x="4492" y="661"/>
                  </a:lnTo>
                  <a:lnTo>
                    <a:pt x="4549" y="567"/>
                  </a:lnTo>
                  <a:lnTo>
                    <a:pt x="4643" y="473"/>
                  </a:lnTo>
                  <a:lnTo>
                    <a:pt x="4737" y="435"/>
                  </a:lnTo>
                  <a:lnTo>
                    <a:pt x="4850" y="416"/>
                  </a:lnTo>
                  <a:close/>
                  <a:moveTo>
                    <a:pt x="1472" y="57"/>
                  </a:moveTo>
                  <a:lnTo>
                    <a:pt x="1359" y="76"/>
                  </a:lnTo>
                  <a:lnTo>
                    <a:pt x="1265" y="114"/>
                  </a:lnTo>
                  <a:lnTo>
                    <a:pt x="1151" y="190"/>
                  </a:lnTo>
                  <a:lnTo>
                    <a:pt x="1076" y="303"/>
                  </a:lnTo>
                  <a:lnTo>
                    <a:pt x="1057" y="397"/>
                  </a:lnTo>
                  <a:lnTo>
                    <a:pt x="1057" y="435"/>
                  </a:lnTo>
                  <a:lnTo>
                    <a:pt x="1076" y="473"/>
                  </a:lnTo>
                  <a:lnTo>
                    <a:pt x="1132" y="529"/>
                  </a:lnTo>
                  <a:lnTo>
                    <a:pt x="1208" y="567"/>
                  </a:lnTo>
                  <a:lnTo>
                    <a:pt x="1246" y="586"/>
                  </a:lnTo>
                  <a:lnTo>
                    <a:pt x="1283" y="605"/>
                  </a:lnTo>
                  <a:lnTo>
                    <a:pt x="1302" y="643"/>
                  </a:lnTo>
                  <a:lnTo>
                    <a:pt x="1302" y="699"/>
                  </a:lnTo>
                  <a:lnTo>
                    <a:pt x="1265" y="737"/>
                  </a:lnTo>
                  <a:lnTo>
                    <a:pt x="1227" y="756"/>
                  </a:lnTo>
                  <a:lnTo>
                    <a:pt x="1170" y="775"/>
                  </a:lnTo>
                  <a:lnTo>
                    <a:pt x="1095" y="775"/>
                  </a:lnTo>
                  <a:lnTo>
                    <a:pt x="1057" y="756"/>
                  </a:lnTo>
                  <a:lnTo>
                    <a:pt x="1038" y="718"/>
                  </a:lnTo>
                  <a:lnTo>
                    <a:pt x="1019" y="680"/>
                  </a:lnTo>
                  <a:lnTo>
                    <a:pt x="1000" y="643"/>
                  </a:lnTo>
                  <a:lnTo>
                    <a:pt x="925" y="643"/>
                  </a:lnTo>
                  <a:lnTo>
                    <a:pt x="887" y="680"/>
                  </a:lnTo>
                  <a:lnTo>
                    <a:pt x="849" y="718"/>
                  </a:lnTo>
                  <a:lnTo>
                    <a:pt x="849" y="775"/>
                  </a:lnTo>
                  <a:lnTo>
                    <a:pt x="849" y="831"/>
                  </a:lnTo>
                  <a:lnTo>
                    <a:pt x="906" y="888"/>
                  </a:lnTo>
                  <a:lnTo>
                    <a:pt x="981" y="926"/>
                  </a:lnTo>
                  <a:lnTo>
                    <a:pt x="1057" y="945"/>
                  </a:lnTo>
                  <a:lnTo>
                    <a:pt x="1170" y="926"/>
                  </a:lnTo>
                  <a:lnTo>
                    <a:pt x="1283" y="869"/>
                  </a:lnTo>
                  <a:lnTo>
                    <a:pt x="1397" y="794"/>
                  </a:lnTo>
                  <a:lnTo>
                    <a:pt x="1453" y="699"/>
                  </a:lnTo>
                  <a:lnTo>
                    <a:pt x="1491" y="586"/>
                  </a:lnTo>
                  <a:lnTo>
                    <a:pt x="1491" y="548"/>
                  </a:lnTo>
                  <a:lnTo>
                    <a:pt x="1472" y="510"/>
                  </a:lnTo>
                  <a:lnTo>
                    <a:pt x="1416" y="473"/>
                  </a:lnTo>
                  <a:lnTo>
                    <a:pt x="1340" y="416"/>
                  </a:lnTo>
                  <a:lnTo>
                    <a:pt x="1265" y="378"/>
                  </a:lnTo>
                  <a:lnTo>
                    <a:pt x="1246" y="341"/>
                  </a:lnTo>
                  <a:lnTo>
                    <a:pt x="1246" y="303"/>
                  </a:lnTo>
                  <a:lnTo>
                    <a:pt x="1283" y="265"/>
                  </a:lnTo>
                  <a:lnTo>
                    <a:pt x="1321" y="246"/>
                  </a:lnTo>
                  <a:lnTo>
                    <a:pt x="1359" y="227"/>
                  </a:lnTo>
                  <a:lnTo>
                    <a:pt x="1453" y="227"/>
                  </a:lnTo>
                  <a:lnTo>
                    <a:pt x="1472" y="246"/>
                  </a:lnTo>
                  <a:lnTo>
                    <a:pt x="1491" y="265"/>
                  </a:lnTo>
                  <a:lnTo>
                    <a:pt x="1510" y="303"/>
                  </a:lnTo>
                  <a:lnTo>
                    <a:pt x="1567" y="303"/>
                  </a:lnTo>
                  <a:lnTo>
                    <a:pt x="1604" y="284"/>
                  </a:lnTo>
                  <a:lnTo>
                    <a:pt x="1661" y="227"/>
                  </a:lnTo>
                  <a:lnTo>
                    <a:pt x="1661" y="190"/>
                  </a:lnTo>
                  <a:lnTo>
                    <a:pt x="1642" y="133"/>
                  </a:lnTo>
                  <a:lnTo>
                    <a:pt x="1604" y="95"/>
                  </a:lnTo>
                  <a:lnTo>
                    <a:pt x="1548" y="76"/>
                  </a:lnTo>
                  <a:lnTo>
                    <a:pt x="1472" y="57"/>
                  </a:lnTo>
                  <a:close/>
                  <a:moveTo>
                    <a:pt x="2321" y="95"/>
                  </a:moveTo>
                  <a:lnTo>
                    <a:pt x="2246" y="114"/>
                  </a:lnTo>
                  <a:lnTo>
                    <a:pt x="2152" y="133"/>
                  </a:lnTo>
                  <a:lnTo>
                    <a:pt x="2076" y="171"/>
                  </a:lnTo>
                  <a:lnTo>
                    <a:pt x="1982" y="208"/>
                  </a:lnTo>
                  <a:lnTo>
                    <a:pt x="1906" y="284"/>
                  </a:lnTo>
                  <a:lnTo>
                    <a:pt x="1831" y="359"/>
                  </a:lnTo>
                  <a:lnTo>
                    <a:pt x="1755" y="435"/>
                  </a:lnTo>
                  <a:lnTo>
                    <a:pt x="1718" y="529"/>
                  </a:lnTo>
                  <a:lnTo>
                    <a:pt x="1680" y="605"/>
                  </a:lnTo>
                  <a:lnTo>
                    <a:pt x="1661" y="699"/>
                  </a:lnTo>
                  <a:lnTo>
                    <a:pt x="1661" y="775"/>
                  </a:lnTo>
                  <a:lnTo>
                    <a:pt x="1680" y="831"/>
                  </a:lnTo>
                  <a:lnTo>
                    <a:pt x="1718" y="888"/>
                  </a:lnTo>
                  <a:lnTo>
                    <a:pt x="1755" y="945"/>
                  </a:lnTo>
                  <a:lnTo>
                    <a:pt x="1831" y="963"/>
                  </a:lnTo>
                  <a:lnTo>
                    <a:pt x="1906" y="982"/>
                  </a:lnTo>
                  <a:lnTo>
                    <a:pt x="1982" y="982"/>
                  </a:lnTo>
                  <a:lnTo>
                    <a:pt x="2076" y="963"/>
                  </a:lnTo>
                  <a:lnTo>
                    <a:pt x="2208" y="888"/>
                  </a:lnTo>
                  <a:lnTo>
                    <a:pt x="2246" y="869"/>
                  </a:lnTo>
                  <a:lnTo>
                    <a:pt x="2265" y="831"/>
                  </a:lnTo>
                  <a:lnTo>
                    <a:pt x="2284" y="775"/>
                  </a:lnTo>
                  <a:lnTo>
                    <a:pt x="2265" y="756"/>
                  </a:lnTo>
                  <a:lnTo>
                    <a:pt x="2265" y="737"/>
                  </a:lnTo>
                  <a:lnTo>
                    <a:pt x="2227" y="718"/>
                  </a:lnTo>
                  <a:lnTo>
                    <a:pt x="2170" y="737"/>
                  </a:lnTo>
                  <a:lnTo>
                    <a:pt x="2076" y="794"/>
                  </a:lnTo>
                  <a:lnTo>
                    <a:pt x="1925" y="794"/>
                  </a:lnTo>
                  <a:lnTo>
                    <a:pt x="1869" y="737"/>
                  </a:lnTo>
                  <a:lnTo>
                    <a:pt x="1850" y="680"/>
                  </a:lnTo>
                  <a:lnTo>
                    <a:pt x="1850" y="605"/>
                  </a:lnTo>
                  <a:lnTo>
                    <a:pt x="2397" y="643"/>
                  </a:lnTo>
                  <a:lnTo>
                    <a:pt x="2435" y="643"/>
                  </a:lnTo>
                  <a:lnTo>
                    <a:pt x="2472" y="624"/>
                  </a:lnTo>
                  <a:lnTo>
                    <a:pt x="2510" y="548"/>
                  </a:lnTo>
                  <a:lnTo>
                    <a:pt x="2548" y="473"/>
                  </a:lnTo>
                  <a:lnTo>
                    <a:pt x="2567" y="378"/>
                  </a:lnTo>
                  <a:lnTo>
                    <a:pt x="2567" y="303"/>
                  </a:lnTo>
                  <a:lnTo>
                    <a:pt x="2548" y="246"/>
                  </a:lnTo>
                  <a:lnTo>
                    <a:pt x="2510" y="190"/>
                  </a:lnTo>
                  <a:lnTo>
                    <a:pt x="2472" y="152"/>
                  </a:lnTo>
                  <a:lnTo>
                    <a:pt x="2397" y="114"/>
                  </a:lnTo>
                  <a:lnTo>
                    <a:pt x="2321" y="95"/>
                  </a:lnTo>
                  <a:close/>
                  <a:moveTo>
                    <a:pt x="2982" y="133"/>
                  </a:moveTo>
                  <a:lnTo>
                    <a:pt x="2944" y="152"/>
                  </a:lnTo>
                  <a:lnTo>
                    <a:pt x="2888" y="227"/>
                  </a:lnTo>
                  <a:lnTo>
                    <a:pt x="2548" y="907"/>
                  </a:lnTo>
                  <a:lnTo>
                    <a:pt x="2548" y="945"/>
                  </a:lnTo>
                  <a:lnTo>
                    <a:pt x="2548" y="963"/>
                  </a:lnTo>
                  <a:lnTo>
                    <a:pt x="2567" y="1001"/>
                  </a:lnTo>
                  <a:lnTo>
                    <a:pt x="2623" y="1001"/>
                  </a:lnTo>
                  <a:lnTo>
                    <a:pt x="2661" y="982"/>
                  </a:lnTo>
                  <a:lnTo>
                    <a:pt x="2718" y="907"/>
                  </a:lnTo>
                  <a:lnTo>
                    <a:pt x="2869" y="605"/>
                  </a:lnTo>
                  <a:lnTo>
                    <a:pt x="2944" y="492"/>
                  </a:lnTo>
                  <a:lnTo>
                    <a:pt x="3058" y="416"/>
                  </a:lnTo>
                  <a:lnTo>
                    <a:pt x="3152" y="359"/>
                  </a:lnTo>
                  <a:lnTo>
                    <a:pt x="3265" y="341"/>
                  </a:lnTo>
                  <a:lnTo>
                    <a:pt x="3303" y="322"/>
                  </a:lnTo>
                  <a:lnTo>
                    <a:pt x="3341" y="303"/>
                  </a:lnTo>
                  <a:lnTo>
                    <a:pt x="3378" y="284"/>
                  </a:lnTo>
                  <a:lnTo>
                    <a:pt x="3397" y="246"/>
                  </a:lnTo>
                  <a:lnTo>
                    <a:pt x="3416" y="208"/>
                  </a:lnTo>
                  <a:lnTo>
                    <a:pt x="3416" y="190"/>
                  </a:lnTo>
                  <a:lnTo>
                    <a:pt x="3397" y="171"/>
                  </a:lnTo>
                  <a:lnTo>
                    <a:pt x="3359" y="152"/>
                  </a:lnTo>
                  <a:lnTo>
                    <a:pt x="3209" y="171"/>
                  </a:lnTo>
                  <a:lnTo>
                    <a:pt x="3058" y="227"/>
                  </a:lnTo>
                  <a:lnTo>
                    <a:pt x="3076" y="190"/>
                  </a:lnTo>
                  <a:lnTo>
                    <a:pt x="3076" y="171"/>
                  </a:lnTo>
                  <a:lnTo>
                    <a:pt x="3058" y="152"/>
                  </a:lnTo>
                  <a:lnTo>
                    <a:pt x="3020" y="133"/>
                  </a:lnTo>
                  <a:close/>
                  <a:moveTo>
                    <a:pt x="3680" y="171"/>
                  </a:moveTo>
                  <a:lnTo>
                    <a:pt x="3643" y="190"/>
                  </a:lnTo>
                  <a:lnTo>
                    <a:pt x="3605" y="227"/>
                  </a:lnTo>
                  <a:lnTo>
                    <a:pt x="3586" y="265"/>
                  </a:lnTo>
                  <a:lnTo>
                    <a:pt x="3246" y="945"/>
                  </a:lnTo>
                  <a:lnTo>
                    <a:pt x="3246" y="982"/>
                  </a:lnTo>
                  <a:lnTo>
                    <a:pt x="3246" y="1001"/>
                  </a:lnTo>
                  <a:lnTo>
                    <a:pt x="3265" y="1020"/>
                  </a:lnTo>
                  <a:lnTo>
                    <a:pt x="3284" y="1039"/>
                  </a:lnTo>
                  <a:lnTo>
                    <a:pt x="3322" y="1039"/>
                  </a:lnTo>
                  <a:lnTo>
                    <a:pt x="3359" y="1020"/>
                  </a:lnTo>
                  <a:lnTo>
                    <a:pt x="3416" y="945"/>
                  </a:lnTo>
                  <a:lnTo>
                    <a:pt x="3586" y="586"/>
                  </a:lnTo>
                  <a:lnTo>
                    <a:pt x="3643" y="510"/>
                  </a:lnTo>
                  <a:lnTo>
                    <a:pt x="3737" y="435"/>
                  </a:lnTo>
                  <a:lnTo>
                    <a:pt x="3812" y="378"/>
                  </a:lnTo>
                  <a:lnTo>
                    <a:pt x="3907" y="359"/>
                  </a:lnTo>
                  <a:lnTo>
                    <a:pt x="3963" y="378"/>
                  </a:lnTo>
                  <a:lnTo>
                    <a:pt x="3982" y="416"/>
                  </a:lnTo>
                  <a:lnTo>
                    <a:pt x="4001" y="435"/>
                  </a:lnTo>
                  <a:lnTo>
                    <a:pt x="4001" y="510"/>
                  </a:lnTo>
                  <a:lnTo>
                    <a:pt x="3963" y="624"/>
                  </a:lnTo>
                  <a:lnTo>
                    <a:pt x="3794" y="963"/>
                  </a:lnTo>
                  <a:lnTo>
                    <a:pt x="3775" y="1001"/>
                  </a:lnTo>
                  <a:lnTo>
                    <a:pt x="3775" y="1039"/>
                  </a:lnTo>
                  <a:lnTo>
                    <a:pt x="3794" y="1058"/>
                  </a:lnTo>
                  <a:lnTo>
                    <a:pt x="3869" y="1058"/>
                  </a:lnTo>
                  <a:lnTo>
                    <a:pt x="3907" y="1039"/>
                  </a:lnTo>
                  <a:lnTo>
                    <a:pt x="3963" y="982"/>
                  </a:lnTo>
                  <a:lnTo>
                    <a:pt x="4133" y="624"/>
                  </a:lnTo>
                  <a:lnTo>
                    <a:pt x="4171" y="529"/>
                  </a:lnTo>
                  <a:lnTo>
                    <a:pt x="4190" y="454"/>
                  </a:lnTo>
                  <a:lnTo>
                    <a:pt x="4190" y="378"/>
                  </a:lnTo>
                  <a:lnTo>
                    <a:pt x="4190" y="322"/>
                  </a:lnTo>
                  <a:lnTo>
                    <a:pt x="4171" y="265"/>
                  </a:lnTo>
                  <a:lnTo>
                    <a:pt x="4133" y="227"/>
                  </a:lnTo>
                  <a:lnTo>
                    <a:pt x="4077" y="190"/>
                  </a:lnTo>
                  <a:lnTo>
                    <a:pt x="3945" y="190"/>
                  </a:lnTo>
                  <a:lnTo>
                    <a:pt x="3888" y="208"/>
                  </a:lnTo>
                  <a:lnTo>
                    <a:pt x="3737" y="284"/>
                  </a:lnTo>
                  <a:lnTo>
                    <a:pt x="3756" y="265"/>
                  </a:lnTo>
                  <a:lnTo>
                    <a:pt x="3756" y="227"/>
                  </a:lnTo>
                  <a:lnTo>
                    <a:pt x="3756" y="208"/>
                  </a:lnTo>
                  <a:lnTo>
                    <a:pt x="3737" y="171"/>
                  </a:lnTo>
                  <a:close/>
                  <a:moveTo>
                    <a:pt x="4850" y="227"/>
                  </a:moveTo>
                  <a:lnTo>
                    <a:pt x="4756" y="265"/>
                  </a:lnTo>
                  <a:lnTo>
                    <a:pt x="4681" y="303"/>
                  </a:lnTo>
                  <a:lnTo>
                    <a:pt x="4586" y="341"/>
                  </a:lnTo>
                  <a:lnTo>
                    <a:pt x="4511" y="416"/>
                  </a:lnTo>
                  <a:lnTo>
                    <a:pt x="4435" y="473"/>
                  </a:lnTo>
                  <a:lnTo>
                    <a:pt x="4360" y="567"/>
                  </a:lnTo>
                  <a:lnTo>
                    <a:pt x="4322" y="643"/>
                  </a:lnTo>
                  <a:lnTo>
                    <a:pt x="4284" y="737"/>
                  </a:lnTo>
                  <a:lnTo>
                    <a:pt x="4265" y="812"/>
                  </a:lnTo>
                  <a:lnTo>
                    <a:pt x="4265" y="888"/>
                  </a:lnTo>
                  <a:lnTo>
                    <a:pt x="4284" y="963"/>
                  </a:lnTo>
                  <a:lnTo>
                    <a:pt x="4322" y="1020"/>
                  </a:lnTo>
                  <a:lnTo>
                    <a:pt x="4360" y="1058"/>
                  </a:lnTo>
                  <a:lnTo>
                    <a:pt x="4435" y="1096"/>
                  </a:lnTo>
                  <a:lnTo>
                    <a:pt x="4511" y="1114"/>
                  </a:lnTo>
                  <a:lnTo>
                    <a:pt x="4567" y="1096"/>
                  </a:lnTo>
                  <a:lnTo>
                    <a:pt x="4643" y="1096"/>
                  </a:lnTo>
                  <a:lnTo>
                    <a:pt x="4775" y="1020"/>
                  </a:lnTo>
                  <a:lnTo>
                    <a:pt x="4775" y="1058"/>
                  </a:lnTo>
                  <a:lnTo>
                    <a:pt x="4775" y="1077"/>
                  </a:lnTo>
                  <a:lnTo>
                    <a:pt x="4794" y="1096"/>
                  </a:lnTo>
                  <a:lnTo>
                    <a:pt x="4813" y="1114"/>
                  </a:lnTo>
                  <a:lnTo>
                    <a:pt x="4850" y="1096"/>
                  </a:lnTo>
                  <a:lnTo>
                    <a:pt x="4888" y="1077"/>
                  </a:lnTo>
                  <a:lnTo>
                    <a:pt x="4945" y="1020"/>
                  </a:lnTo>
                  <a:lnTo>
                    <a:pt x="5115" y="680"/>
                  </a:lnTo>
                  <a:lnTo>
                    <a:pt x="5152" y="605"/>
                  </a:lnTo>
                  <a:lnTo>
                    <a:pt x="5171" y="510"/>
                  </a:lnTo>
                  <a:lnTo>
                    <a:pt x="5171" y="435"/>
                  </a:lnTo>
                  <a:lnTo>
                    <a:pt x="5152" y="378"/>
                  </a:lnTo>
                  <a:lnTo>
                    <a:pt x="5115" y="322"/>
                  </a:lnTo>
                  <a:lnTo>
                    <a:pt x="5077" y="265"/>
                  </a:lnTo>
                  <a:lnTo>
                    <a:pt x="5001" y="246"/>
                  </a:lnTo>
                  <a:lnTo>
                    <a:pt x="4926" y="227"/>
                  </a:lnTo>
                  <a:close/>
                  <a:moveTo>
                    <a:pt x="5643" y="265"/>
                  </a:moveTo>
                  <a:lnTo>
                    <a:pt x="5605" y="284"/>
                  </a:lnTo>
                  <a:lnTo>
                    <a:pt x="5568" y="322"/>
                  </a:lnTo>
                  <a:lnTo>
                    <a:pt x="5549" y="359"/>
                  </a:lnTo>
                  <a:lnTo>
                    <a:pt x="5209" y="1039"/>
                  </a:lnTo>
                  <a:lnTo>
                    <a:pt x="5190" y="1077"/>
                  </a:lnTo>
                  <a:lnTo>
                    <a:pt x="5190" y="1096"/>
                  </a:lnTo>
                  <a:lnTo>
                    <a:pt x="5209" y="1114"/>
                  </a:lnTo>
                  <a:lnTo>
                    <a:pt x="5247" y="1133"/>
                  </a:lnTo>
                  <a:lnTo>
                    <a:pt x="5285" y="1133"/>
                  </a:lnTo>
                  <a:lnTo>
                    <a:pt x="5322" y="1114"/>
                  </a:lnTo>
                  <a:lnTo>
                    <a:pt x="5379" y="1039"/>
                  </a:lnTo>
                  <a:lnTo>
                    <a:pt x="5587" y="605"/>
                  </a:lnTo>
                  <a:lnTo>
                    <a:pt x="5587" y="586"/>
                  </a:lnTo>
                  <a:lnTo>
                    <a:pt x="5624" y="548"/>
                  </a:lnTo>
                  <a:lnTo>
                    <a:pt x="5700" y="492"/>
                  </a:lnTo>
                  <a:lnTo>
                    <a:pt x="5756" y="473"/>
                  </a:lnTo>
                  <a:lnTo>
                    <a:pt x="5813" y="454"/>
                  </a:lnTo>
                  <a:lnTo>
                    <a:pt x="5870" y="473"/>
                  </a:lnTo>
                  <a:lnTo>
                    <a:pt x="5889" y="510"/>
                  </a:lnTo>
                  <a:lnTo>
                    <a:pt x="5889" y="548"/>
                  </a:lnTo>
                  <a:lnTo>
                    <a:pt x="5870" y="605"/>
                  </a:lnTo>
                  <a:lnTo>
                    <a:pt x="5643" y="1058"/>
                  </a:lnTo>
                  <a:lnTo>
                    <a:pt x="5643" y="1096"/>
                  </a:lnTo>
                  <a:lnTo>
                    <a:pt x="5643" y="1114"/>
                  </a:lnTo>
                  <a:lnTo>
                    <a:pt x="5662" y="1152"/>
                  </a:lnTo>
                  <a:lnTo>
                    <a:pt x="5719" y="1152"/>
                  </a:lnTo>
                  <a:lnTo>
                    <a:pt x="5756" y="1133"/>
                  </a:lnTo>
                  <a:lnTo>
                    <a:pt x="5794" y="1096"/>
                  </a:lnTo>
                  <a:lnTo>
                    <a:pt x="5813" y="1058"/>
                  </a:lnTo>
                  <a:lnTo>
                    <a:pt x="6039" y="624"/>
                  </a:lnTo>
                  <a:lnTo>
                    <a:pt x="6077" y="567"/>
                  </a:lnTo>
                  <a:lnTo>
                    <a:pt x="6134" y="510"/>
                  </a:lnTo>
                  <a:lnTo>
                    <a:pt x="6209" y="492"/>
                  </a:lnTo>
                  <a:lnTo>
                    <a:pt x="6304" y="492"/>
                  </a:lnTo>
                  <a:lnTo>
                    <a:pt x="6341" y="529"/>
                  </a:lnTo>
                  <a:lnTo>
                    <a:pt x="6341" y="586"/>
                  </a:lnTo>
                  <a:lnTo>
                    <a:pt x="6323" y="643"/>
                  </a:lnTo>
                  <a:lnTo>
                    <a:pt x="6096" y="1077"/>
                  </a:lnTo>
                  <a:lnTo>
                    <a:pt x="6096" y="1114"/>
                  </a:lnTo>
                  <a:lnTo>
                    <a:pt x="6096" y="1152"/>
                  </a:lnTo>
                  <a:lnTo>
                    <a:pt x="6115" y="1171"/>
                  </a:lnTo>
                  <a:lnTo>
                    <a:pt x="6172" y="1171"/>
                  </a:lnTo>
                  <a:lnTo>
                    <a:pt x="6209" y="1152"/>
                  </a:lnTo>
                  <a:lnTo>
                    <a:pt x="6266" y="1096"/>
                  </a:lnTo>
                  <a:lnTo>
                    <a:pt x="6492" y="643"/>
                  </a:lnTo>
                  <a:lnTo>
                    <a:pt x="6530" y="510"/>
                  </a:lnTo>
                  <a:lnTo>
                    <a:pt x="6530" y="454"/>
                  </a:lnTo>
                  <a:lnTo>
                    <a:pt x="6530" y="416"/>
                  </a:lnTo>
                  <a:lnTo>
                    <a:pt x="6511" y="359"/>
                  </a:lnTo>
                  <a:lnTo>
                    <a:pt x="6474" y="322"/>
                  </a:lnTo>
                  <a:lnTo>
                    <a:pt x="6436" y="303"/>
                  </a:lnTo>
                  <a:lnTo>
                    <a:pt x="6304" y="303"/>
                  </a:lnTo>
                  <a:lnTo>
                    <a:pt x="6228" y="322"/>
                  </a:lnTo>
                  <a:lnTo>
                    <a:pt x="6077" y="397"/>
                  </a:lnTo>
                  <a:lnTo>
                    <a:pt x="6058" y="341"/>
                  </a:lnTo>
                  <a:lnTo>
                    <a:pt x="6021" y="303"/>
                  </a:lnTo>
                  <a:lnTo>
                    <a:pt x="5983" y="284"/>
                  </a:lnTo>
                  <a:lnTo>
                    <a:pt x="5813" y="284"/>
                  </a:lnTo>
                  <a:lnTo>
                    <a:pt x="5719" y="341"/>
                  </a:lnTo>
                  <a:lnTo>
                    <a:pt x="5719" y="322"/>
                  </a:lnTo>
                  <a:lnTo>
                    <a:pt x="5719" y="284"/>
                  </a:lnTo>
                  <a:lnTo>
                    <a:pt x="5700" y="265"/>
                  </a:lnTo>
                  <a:close/>
                  <a:moveTo>
                    <a:pt x="7172" y="341"/>
                  </a:moveTo>
                  <a:lnTo>
                    <a:pt x="7078" y="378"/>
                  </a:lnTo>
                  <a:lnTo>
                    <a:pt x="6983" y="397"/>
                  </a:lnTo>
                  <a:lnTo>
                    <a:pt x="6908" y="454"/>
                  </a:lnTo>
                  <a:lnTo>
                    <a:pt x="6813" y="529"/>
                  </a:lnTo>
                  <a:lnTo>
                    <a:pt x="6738" y="586"/>
                  </a:lnTo>
                  <a:lnTo>
                    <a:pt x="6681" y="680"/>
                  </a:lnTo>
                  <a:lnTo>
                    <a:pt x="6625" y="756"/>
                  </a:lnTo>
                  <a:lnTo>
                    <a:pt x="6587" y="850"/>
                  </a:lnTo>
                  <a:lnTo>
                    <a:pt x="6568" y="926"/>
                  </a:lnTo>
                  <a:lnTo>
                    <a:pt x="6568" y="1001"/>
                  </a:lnTo>
                  <a:lnTo>
                    <a:pt x="6587" y="1077"/>
                  </a:lnTo>
                  <a:lnTo>
                    <a:pt x="6625" y="1133"/>
                  </a:lnTo>
                  <a:lnTo>
                    <a:pt x="6681" y="1171"/>
                  </a:lnTo>
                  <a:lnTo>
                    <a:pt x="6738" y="1209"/>
                  </a:lnTo>
                  <a:lnTo>
                    <a:pt x="6908" y="1209"/>
                  </a:lnTo>
                  <a:lnTo>
                    <a:pt x="6983" y="1190"/>
                  </a:lnTo>
                  <a:lnTo>
                    <a:pt x="7115" y="1133"/>
                  </a:lnTo>
                  <a:lnTo>
                    <a:pt x="7153" y="1096"/>
                  </a:lnTo>
                  <a:lnTo>
                    <a:pt x="7191" y="1058"/>
                  </a:lnTo>
                  <a:lnTo>
                    <a:pt x="7191" y="1020"/>
                  </a:lnTo>
                  <a:lnTo>
                    <a:pt x="7191" y="982"/>
                  </a:lnTo>
                  <a:lnTo>
                    <a:pt x="7172" y="963"/>
                  </a:lnTo>
                  <a:lnTo>
                    <a:pt x="7153" y="963"/>
                  </a:lnTo>
                  <a:lnTo>
                    <a:pt x="7078" y="982"/>
                  </a:lnTo>
                  <a:lnTo>
                    <a:pt x="7002" y="1039"/>
                  </a:lnTo>
                  <a:lnTo>
                    <a:pt x="6908" y="1039"/>
                  </a:lnTo>
                  <a:lnTo>
                    <a:pt x="6832" y="1020"/>
                  </a:lnTo>
                  <a:lnTo>
                    <a:pt x="6794" y="982"/>
                  </a:lnTo>
                  <a:lnTo>
                    <a:pt x="6776" y="926"/>
                  </a:lnTo>
                  <a:lnTo>
                    <a:pt x="6776" y="850"/>
                  </a:lnTo>
                  <a:lnTo>
                    <a:pt x="7304" y="888"/>
                  </a:lnTo>
                  <a:lnTo>
                    <a:pt x="7342" y="869"/>
                  </a:lnTo>
                  <a:lnTo>
                    <a:pt x="7379" y="850"/>
                  </a:lnTo>
                  <a:lnTo>
                    <a:pt x="7436" y="794"/>
                  </a:lnTo>
                  <a:lnTo>
                    <a:pt x="7474" y="718"/>
                  </a:lnTo>
                  <a:lnTo>
                    <a:pt x="7493" y="624"/>
                  </a:lnTo>
                  <a:lnTo>
                    <a:pt x="7493" y="548"/>
                  </a:lnTo>
                  <a:lnTo>
                    <a:pt x="7474" y="492"/>
                  </a:lnTo>
                  <a:lnTo>
                    <a:pt x="7436" y="435"/>
                  </a:lnTo>
                  <a:lnTo>
                    <a:pt x="7379" y="378"/>
                  </a:lnTo>
                  <a:lnTo>
                    <a:pt x="7323" y="359"/>
                  </a:lnTo>
                  <a:lnTo>
                    <a:pt x="7247" y="3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5032047" y="-59755"/>
              <a:ext cx="24154" cy="11120"/>
            </a:xfrm>
            <a:custGeom>
              <a:avLst/>
              <a:gdLst/>
              <a:ahLst/>
              <a:cxnLst/>
              <a:rect l="l" t="t" r="r" b="b"/>
              <a:pathLst>
                <a:path w="454" h="209" fill="none" extrusionOk="0">
                  <a:moveTo>
                    <a:pt x="0" y="171"/>
                  </a:moveTo>
                  <a:lnTo>
                    <a:pt x="0" y="171"/>
                  </a:lnTo>
                  <a:lnTo>
                    <a:pt x="76" y="95"/>
                  </a:lnTo>
                  <a:lnTo>
                    <a:pt x="151" y="39"/>
                  </a:lnTo>
                  <a:lnTo>
                    <a:pt x="151" y="39"/>
                  </a:lnTo>
                  <a:lnTo>
                    <a:pt x="227" y="1"/>
                  </a:lnTo>
                  <a:lnTo>
                    <a:pt x="321" y="1"/>
                  </a:lnTo>
                  <a:lnTo>
                    <a:pt x="321" y="1"/>
                  </a:lnTo>
                  <a:lnTo>
                    <a:pt x="396" y="20"/>
                  </a:lnTo>
                  <a:lnTo>
                    <a:pt x="434" y="58"/>
                  </a:lnTo>
                  <a:lnTo>
                    <a:pt x="434" y="58"/>
                  </a:lnTo>
                  <a:lnTo>
                    <a:pt x="453" y="114"/>
                  </a:lnTo>
                  <a:lnTo>
                    <a:pt x="453" y="209"/>
                  </a:lnTo>
                  <a:lnTo>
                    <a:pt x="0" y="17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5017948" y="-69757"/>
              <a:ext cx="48255" cy="47246"/>
            </a:xfrm>
            <a:custGeom>
              <a:avLst/>
              <a:gdLst/>
              <a:ahLst/>
              <a:cxnLst/>
              <a:rect l="l" t="t" r="r" b="b"/>
              <a:pathLst>
                <a:path w="907" h="888" fill="none" extrusionOk="0">
                  <a:moveTo>
                    <a:pt x="661" y="0"/>
                  </a:moveTo>
                  <a:lnTo>
                    <a:pt x="661" y="0"/>
                  </a:lnTo>
                  <a:lnTo>
                    <a:pt x="586" y="19"/>
                  </a:lnTo>
                  <a:lnTo>
                    <a:pt x="492" y="38"/>
                  </a:lnTo>
                  <a:lnTo>
                    <a:pt x="416" y="76"/>
                  </a:lnTo>
                  <a:lnTo>
                    <a:pt x="322" y="113"/>
                  </a:lnTo>
                  <a:lnTo>
                    <a:pt x="322" y="113"/>
                  </a:lnTo>
                  <a:lnTo>
                    <a:pt x="246" y="189"/>
                  </a:lnTo>
                  <a:lnTo>
                    <a:pt x="171" y="264"/>
                  </a:lnTo>
                  <a:lnTo>
                    <a:pt x="95" y="340"/>
                  </a:lnTo>
                  <a:lnTo>
                    <a:pt x="58" y="434"/>
                  </a:lnTo>
                  <a:lnTo>
                    <a:pt x="58" y="434"/>
                  </a:lnTo>
                  <a:lnTo>
                    <a:pt x="20" y="510"/>
                  </a:lnTo>
                  <a:lnTo>
                    <a:pt x="1" y="604"/>
                  </a:lnTo>
                  <a:lnTo>
                    <a:pt x="1" y="680"/>
                  </a:lnTo>
                  <a:lnTo>
                    <a:pt x="20" y="736"/>
                  </a:lnTo>
                  <a:lnTo>
                    <a:pt x="20" y="736"/>
                  </a:lnTo>
                  <a:lnTo>
                    <a:pt x="58" y="793"/>
                  </a:lnTo>
                  <a:lnTo>
                    <a:pt x="95" y="850"/>
                  </a:lnTo>
                  <a:lnTo>
                    <a:pt x="171" y="868"/>
                  </a:lnTo>
                  <a:lnTo>
                    <a:pt x="246" y="887"/>
                  </a:lnTo>
                  <a:lnTo>
                    <a:pt x="246" y="887"/>
                  </a:lnTo>
                  <a:lnTo>
                    <a:pt x="322" y="887"/>
                  </a:lnTo>
                  <a:lnTo>
                    <a:pt x="416" y="868"/>
                  </a:lnTo>
                  <a:lnTo>
                    <a:pt x="416" y="868"/>
                  </a:lnTo>
                  <a:lnTo>
                    <a:pt x="548" y="793"/>
                  </a:lnTo>
                  <a:lnTo>
                    <a:pt x="548" y="793"/>
                  </a:lnTo>
                  <a:lnTo>
                    <a:pt x="586" y="774"/>
                  </a:lnTo>
                  <a:lnTo>
                    <a:pt x="605" y="736"/>
                  </a:lnTo>
                  <a:lnTo>
                    <a:pt x="605" y="736"/>
                  </a:lnTo>
                  <a:lnTo>
                    <a:pt x="624" y="680"/>
                  </a:lnTo>
                  <a:lnTo>
                    <a:pt x="624" y="680"/>
                  </a:lnTo>
                  <a:lnTo>
                    <a:pt x="605" y="661"/>
                  </a:lnTo>
                  <a:lnTo>
                    <a:pt x="605" y="642"/>
                  </a:lnTo>
                  <a:lnTo>
                    <a:pt x="567" y="623"/>
                  </a:lnTo>
                  <a:lnTo>
                    <a:pt x="567" y="623"/>
                  </a:lnTo>
                  <a:lnTo>
                    <a:pt x="510" y="642"/>
                  </a:lnTo>
                  <a:lnTo>
                    <a:pt x="510" y="642"/>
                  </a:lnTo>
                  <a:lnTo>
                    <a:pt x="416" y="699"/>
                  </a:lnTo>
                  <a:lnTo>
                    <a:pt x="322" y="699"/>
                  </a:lnTo>
                  <a:lnTo>
                    <a:pt x="322" y="699"/>
                  </a:lnTo>
                  <a:lnTo>
                    <a:pt x="265" y="699"/>
                  </a:lnTo>
                  <a:lnTo>
                    <a:pt x="209" y="642"/>
                  </a:lnTo>
                  <a:lnTo>
                    <a:pt x="209" y="642"/>
                  </a:lnTo>
                  <a:lnTo>
                    <a:pt x="190" y="585"/>
                  </a:lnTo>
                  <a:lnTo>
                    <a:pt x="190" y="510"/>
                  </a:lnTo>
                  <a:lnTo>
                    <a:pt x="737" y="548"/>
                  </a:lnTo>
                  <a:lnTo>
                    <a:pt x="737" y="548"/>
                  </a:lnTo>
                  <a:lnTo>
                    <a:pt x="775" y="548"/>
                  </a:lnTo>
                  <a:lnTo>
                    <a:pt x="812" y="529"/>
                  </a:lnTo>
                  <a:lnTo>
                    <a:pt x="850" y="453"/>
                  </a:lnTo>
                  <a:lnTo>
                    <a:pt x="850" y="453"/>
                  </a:lnTo>
                  <a:lnTo>
                    <a:pt x="888" y="378"/>
                  </a:lnTo>
                  <a:lnTo>
                    <a:pt x="907" y="283"/>
                  </a:lnTo>
                  <a:lnTo>
                    <a:pt x="907" y="208"/>
                  </a:lnTo>
                  <a:lnTo>
                    <a:pt x="888" y="151"/>
                  </a:lnTo>
                  <a:lnTo>
                    <a:pt x="888" y="151"/>
                  </a:lnTo>
                  <a:lnTo>
                    <a:pt x="850" y="95"/>
                  </a:lnTo>
                  <a:lnTo>
                    <a:pt x="812" y="57"/>
                  </a:lnTo>
                  <a:lnTo>
                    <a:pt x="737" y="19"/>
                  </a:lnTo>
                  <a:lnTo>
                    <a:pt x="66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5166598" y="-52679"/>
              <a:ext cx="28144" cy="27135"/>
            </a:xfrm>
            <a:custGeom>
              <a:avLst/>
              <a:gdLst/>
              <a:ahLst/>
              <a:cxnLst/>
              <a:rect l="l" t="t" r="r" b="b"/>
              <a:pathLst>
                <a:path w="529" h="510" fill="none" extrusionOk="0">
                  <a:moveTo>
                    <a:pt x="132" y="510"/>
                  </a:moveTo>
                  <a:lnTo>
                    <a:pt x="132" y="510"/>
                  </a:lnTo>
                  <a:lnTo>
                    <a:pt x="95" y="491"/>
                  </a:lnTo>
                  <a:lnTo>
                    <a:pt x="57" y="491"/>
                  </a:lnTo>
                  <a:lnTo>
                    <a:pt x="38" y="453"/>
                  </a:lnTo>
                  <a:lnTo>
                    <a:pt x="19" y="415"/>
                  </a:lnTo>
                  <a:lnTo>
                    <a:pt x="19" y="415"/>
                  </a:lnTo>
                  <a:lnTo>
                    <a:pt x="0" y="340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95" y="151"/>
                  </a:lnTo>
                  <a:lnTo>
                    <a:pt x="189" y="57"/>
                  </a:lnTo>
                  <a:lnTo>
                    <a:pt x="189" y="57"/>
                  </a:lnTo>
                  <a:lnTo>
                    <a:pt x="283" y="19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472" y="19"/>
                  </a:lnTo>
                  <a:lnTo>
                    <a:pt x="491" y="38"/>
                  </a:lnTo>
                  <a:lnTo>
                    <a:pt x="510" y="76"/>
                  </a:lnTo>
                  <a:lnTo>
                    <a:pt x="510" y="76"/>
                  </a:lnTo>
                  <a:lnTo>
                    <a:pt x="529" y="170"/>
                  </a:lnTo>
                  <a:lnTo>
                    <a:pt x="491" y="264"/>
                  </a:lnTo>
                  <a:lnTo>
                    <a:pt x="491" y="264"/>
                  </a:lnTo>
                  <a:lnTo>
                    <a:pt x="434" y="359"/>
                  </a:lnTo>
                  <a:lnTo>
                    <a:pt x="340" y="434"/>
                  </a:lnTo>
                  <a:lnTo>
                    <a:pt x="340" y="434"/>
                  </a:lnTo>
                  <a:lnTo>
                    <a:pt x="245" y="491"/>
                  </a:lnTo>
                  <a:lnTo>
                    <a:pt x="132" y="51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5156543" y="-62734"/>
              <a:ext cx="48255" cy="47246"/>
            </a:xfrm>
            <a:custGeom>
              <a:avLst/>
              <a:gdLst/>
              <a:ahLst/>
              <a:cxnLst/>
              <a:rect l="l" t="t" r="r" b="b"/>
              <a:pathLst>
                <a:path w="907" h="888" fill="none" extrusionOk="0">
                  <a:moveTo>
                    <a:pt x="661" y="0"/>
                  </a:moveTo>
                  <a:lnTo>
                    <a:pt x="661" y="0"/>
                  </a:lnTo>
                  <a:lnTo>
                    <a:pt x="585" y="0"/>
                  </a:lnTo>
                  <a:lnTo>
                    <a:pt x="491" y="38"/>
                  </a:lnTo>
                  <a:lnTo>
                    <a:pt x="416" y="76"/>
                  </a:lnTo>
                  <a:lnTo>
                    <a:pt x="321" y="114"/>
                  </a:lnTo>
                  <a:lnTo>
                    <a:pt x="321" y="114"/>
                  </a:lnTo>
                  <a:lnTo>
                    <a:pt x="246" y="189"/>
                  </a:lnTo>
                  <a:lnTo>
                    <a:pt x="170" y="246"/>
                  </a:lnTo>
                  <a:lnTo>
                    <a:pt x="95" y="340"/>
                  </a:lnTo>
                  <a:lnTo>
                    <a:pt x="57" y="416"/>
                  </a:lnTo>
                  <a:lnTo>
                    <a:pt x="57" y="416"/>
                  </a:lnTo>
                  <a:lnTo>
                    <a:pt x="19" y="510"/>
                  </a:lnTo>
                  <a:lnTo>
                    <a:pt x="0" y="585"/>
                  </a:lnTo>
                  <a:lnTo>
                    <a:pt x="0" y="661"/>
                  </a:lnTo>
                  <a:lnTo>
                    <a:pt x="19" y="736"/>
                  </a:lnTo>
                  <a:lnTo>
                    <a:pt x="19" y="736"/>
                  </a:lnTo>
                  <a:lnTo>
                    <a:pt x="57" y="793"/>
                  </a:lnTo>
                  <a:lnTo>
                    <a:pt x="95" y="831"/>
                  </a:lnTo>
                  <a:lnTo>
                    <a:pt x="170" y="869"/>
                  </a:lnTo>
                  <a:lnTo>
                    <a:pt x="246" y="887"/>
                  </a:lnTo>
                  <a:lnTo>
                    <a:pt x="246" y="887"/>
                  </a:lnTo>
                  <a:lnTo>
                    <a:pt x="302" y="869"/>
                  </a:lnTo>
                  <a:lnTo>
                    <a:pt x="378" y="869"/>
                  </a:lnTo>
                  <a:lnTo>
                    <a:pt x="510" y="793"/>
                  </a:lnTo>
                  <a:lnTo>
                    <a:pt x="510" y="793"/>
                  </a:lnTo>
                  <a:lnTo>
                    <a:pt x="510" y="831"/>
                  </a:lnTo>
                  <a:lnTo>
                    <a:pt x="510" y="850"/>
                  </a:lnTo>
                  <a:lnTo>
                    <a:pt x="529" y="869"/>
                  </a:lnTo>
                  <a:lnTo>
                    <a:pt x="548" y="887"/>
                  </a:lnTo>
                  <a:lnTo>
                    <a:pt x="548" y="887"/>
                  </a:lnTo>
                  <a:lnTo>
                    <a:pt x="585" y="869"/>
                  </a:lnTo>
                  <a:lnTo>
                    <a:pt x="623" y="850"/>
                  </a:lnTo>
                  <a:lnTo>
                    <a:pt x="623" y="850"/>
                  </a:lnTo>
                  <a:lnTo>
                    <a:pt x="680" y="793"/>
                  </a:lnTo>
                  <a:lnTo>
                    <a:pt x="850" y="453"/>
                  </a:lnTo>
                  <a:lnTo>
                    <a:pt x="850" y="453"/>
                  </a:lnTo>
                  <a:lnTo>
                    <a:pt x="887" y="378"/>
                  </a:lnTo>
                  <a:lnTo>
                    <a:pt x="906" y="283"/>
                  </a:lnTo>
                  <a:lnTo>
                    <a:pt x="906" y="208"/>
                  </a:lnTo>
                  <a:lnTo>
                    <a:pt x="887" y="151"/>
                  </a:lnTo>
                  <a:lnTo>
                    <a:pt x="887" y="151"/>
                  </a:lnTo>
                  <a:lnTo>
                    <a:pt x="850" y="95"/>
                  </a:lnTo>
                  <a:lnTo>
                    <a:pt x="812" y="38"/>
                  </a:lnTo>
                  <a:lnTo>
                    <a:pt x="736" y="19"/>
                  </a:lnTo>
                  <a:lnTo>
                    <a:pt x="66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5294127" y="-47678"/>
              <a:ext cx="24101" cy="11120"/>
            </a:xfrm>
            <a:custGeom>
              <a:avLst/>
              <a:gdLst/>
              <a:ahLst/>
              <a:cxnLst/>
              <a:rect l="l" t="t" r="r" b="b"/>
              <a:pathLst>
                <a:path w="453" h="209" fill="none" extrusionOk="0">
                  <a:moveTo>
                    <a:pt x="0" y="189"/>
                  </a:moveTo>
                  <a:lnTo>
                    <a:pt x="0" y="189"/>
                  </a:lnTo>
                  <a:lnTo>
                    <a:pt x="57" y="114"/>
                  </a:lnTo>
                  <a:lnTo>
                    <a:pt x="132" y="57"/>
                  </a:lnTo>
                  <a:lnTo>
                    <a:pt x="132" y="57"/>
                  </a:lnTo>
                  <a:lnTo>
                    <a:pt x="227" y="19"/>
                  </a:lnTo>
                  <a:lnTo>
                    <a:pt x="321" y="0"/>
                  </a:lnTo>
                  <a:lnTo>
                    <a:pt x="321" y="0"/>
                  </a:lnTo>
                  <a:lnTo>
                    <a:pt x="378" y="19"/>
                  </a:lnTo>
                  <a:lnTo>
                    <a:pt x="434" y="76"/>
                  </a:lnTo>
                  <a:lnTo>
                    <a:pt x="434" y="76"/>
                  </a:lnTo>
                  <a:lnTo>
                    <a:pt x="453" y="133"/>
                  </a:lnTo>
                  <a:lnTo>
                    <a:pt x="434" y="208"/>
                  </a:lnTo>
                  <a:lnTo>
                    <a:pt x="0" y="18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5279018" y="-56722"/>
              <a:ext cx="49266" cy="46235"/>
            </a:xfrm>
            <a:custGeom>
              <a:avLst/>
              <a:gdLst/>
              <a:ahLst/>
              <a:cxnLst/>
              <a:rect l="l" t="t" r="r" b="b"/>
              <a:pathLst>
                <a:path w="926" h="869" fill="none" extrusionOk="0">
                  <a:moveTo>
                    <a:pt x="680" y="1"/>
                  </a:moveTo>
                  <a:lnTo>
                    <a:pt x="680" y="1"/>
                  </a:lnTo>
                  <a:lnTo>
                    <a:pt x="605" y="1"/>
                  </a:lnTo>
                  <a:lnTo>
                    <a:pt x="511" y="38"/>
                  </a:lnTo>
                  <a:lnTo>
                    <a:pt x="416" y="57"/>
                  </a:lnTo>
                  <a:lnTo>
                    <a:pt x="341" y="114"/>
                  </a:lnTo>
                  <a:lnTo>
                    <a:pt x="341" y="114"/>
                  </a:lnTo>
                  <a:lnTo>
                    <a:pt x="246" y="189"/>
                  </a:lnTo>
                  <a:lnTo>
                    <a:pt x="171" y="246"/>
                  </a:lnTo>
                  <a:lnTo>
                    <a:pt x="114" y="340"/>
                  </a:lnTo>
                  <a:lnTo>
                    <a:pt x="58" y="416"/>
                  </a:lnTo>
                  <a:lnTo>
                    <a:pt x="58" y="416"/>
                  </a:lnTo>
                  <a:lnTo>
                    <a:pt x="20" y="510"/>
                  </a:lnTo>
                  <a:lnTo>
                    <a:pt x="1" y="586"/>
                  </a:lnTo>
                  <a:lnTo>
                    <a:pt x="1" y="661"/>
                  </a:lnTo>
                  <a:lnTo>
                    <a:pt x="20" y="737"/>
                  </a:lnTo>
                  <a:lnTo>
                    <a:pt x="20" y="737"/>
                  </a:lnTo>
                  <a:lnTo>
                    <a:pt x="58" y="793"/>
                  </a:lnTo>
                  <a:lnTo>
                    <a:pt x="114" y="831"/>
                  </a:lnTo>
                  <a:lnTo>
                    <a:pt x="171" y="869"/>
                  </a:lnTo>
                  <a:lnTo>
                    <a:pt x="246" y="869"/>
                  </a:lnTo>
                  <a:lnTo>
                    <a:pt x="246" y="869"/>
                  </a:lnTo>
                  <a:lnTo>
                    <a:pt x="341" y="869"/>
                  </a:lnTo>
                  <a:lnTo>
                    <a:pt x="416" y="850"/>
                  </a:lnTo>
                  <a:lnTo>
                    <a:pt x="416" y="850"/>
                  </a:lnTo>
                  <a:lnTo>
                    <a:pt x="548" y="793"/>
                  </a:lnTo>
                  <a:lnTo>
                    <a:pt x="548" y="793"/>
                  </a:lnTo>
                  <a:lnTo>
                    <a:pt x="586" y="756"/>
                  </a:lnTo>
                  <a:lnTo>
                    <a:pt x="624" y="718"/>
                  </a:lnTo>
                  <a:lnTo>
                    <a:pt x="624" y="718"/>
                  </a:lnTo>
                  <a:lnTo>
                    <a:pt x="624" y="680"/>
                  </a:lnTo>
                  <a:lnTo>
                    <a:pt x="624" y="680"/>
                  </a:lnTo>
                  <a:lnTo>
                    <a:pt x="624" y="642"/>
                  </a:lnTo>
                  <a:lnTo>
                    <a:pt x="605" y="623"/>
                  </a:lnTo>
                  <a:lnTo>
                    <a:pt x="586" y="623"/>
                  </a:lnTo>
                  <a:lnTo>
                    <a:pt x="586" y="623"/>
                  </a:lnTo>
                  <a:lnTo>
                    <a:pt x="511" y="642"/>
                  </a:lnTo>
                  <a:lnTo>
                    <a:pt x="511" y="642"/>
                  </a:lnTo>
                  <a:lnTo>
                    <a:pt x="435" y="699"/>
                  </a:lnTo>
                  <a:lnTo>
                    <a:pt x="341" y="699"/>
                  </a:lnTo>
                  <a:lnTo>
                    <a:pt x="341" y="699"/>
                  </a:lnTo>
                  <a:lnTo>
                    <a:pt x="265" y="680"/>
                  </a:lnTo>
                  <a:lnTo>
                    <a:pt x="227" y="642"/>
                  </a:lnTo>
                  <a:lnTo>
                    <a:pt x="227" y="642"/>
                  </a:lnTo>
                  <a:lnTo>
                    <a:pt x="209" y="586"/>
                  </a:lnTo>
                  <a:lnTo>
                    <a:pt x="209" y="510"/>
                  </a:lnTo>
                  <a:lnTo>
                    <a:pt x="737" y="548"/>
                  </a:lnTo>
                  <a:lnTo>
                    <a:pt x="737" y="548"/>
                  </a:lnTo>
                  <a:lnTo>
                    <a:pt x="775" y="529"/>
                  </a:lnTo>
                  <a:lnTo>
                    <a:pt x="812" y="510"/>
                  </a:lnTo>
                  <a:lnTo>
                    <a:pt x="869" y="454"/>
                  </a:lnTo>
                  <a:lnTo>
                    <a:pt x="869" y="454"/>
                  </a:lnTo>
                  <a:lnTo>
                    <a:pt x="907" y="378"/>
                  </a:lnTo>
                  <a:lnTo>
                    <a:pt x="926" y="284"/>
                  </a:lnTo>
                  <a:lnTo>
                    <a:pt x="926" y="208"/>
                  </a:lnTo>
                  <a:lnTo>
                    <a:pt x="907" y="152"/>
                  </a:lnTo>
                  <a:lnTo>
                    <a:pt x="907" y="152"/>
                  </a:lnTo>
                  <a:lnTo>
                    <a:pt x="869" y="95"/>
                  </a:lnTo>
                  <a:lnTo>
                    <a:pt x="812" y="38"/>
                  </a:lnTo>
                  <a:lnTo>
                    <a:pt x="756" y="19"/>
                  </a:lnTo>
                  <a:lnTo>
                    <a:pt x="680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4929630" y="-74812"/>
              <a:ext cx="50223" cy="48257"/>
            </a:xfrm>
            <a:custGeom>
              <a:avLst/>
              <a:gdLst/>
              <a:ahLst/>
              <a:cxnLst/>
              <a:rect l="l" t="t" r="r" b="b"/>
              <a:pathLst>
                <a:path w="944" h="907" fill="none" extrusionOk="0">
                  <a:moveTo>
                    <a:pt x="359" y="1"/>
                  </a:moveTo>
                  <a:lnTo>
                    <a:pt x="359" y="1"/>
                  </a:lnTo>
                  <a:lnTo>
                    <a:pt x="321" y="20"/>
                  </a:lnTo>
                  <a:lnTo>
                    <a:pt x="283" y="20"/>
                  </a:lnTo>
                  <a:lnTo>
                    <a:pt x="264" y="57"/>
                  </a:lnTo>
                  <a:lnTo>
                    <a:pt x="227" y="95"/>
                  </a:lnTo>
                  <a:lnTo>
                    <a:pt x="57" y="435"/>
                  </a:lnTo>
                  <a:lnTo>
                    <a:pt x="57" y="435"/>
                  </a:lnTo>
                  <a:lnTo>
                    <a:pt x="19" y="529"/>
                  </a:lnTo>
                  <a:lnTo>
                    <a:pt x="0" y="605"/>
                  </a:lnTo>
                  <a:lnTo>
                    <a:pt x="0" y="680"/>
                  </a:lnTo>
                  <a:lnTo>
                    <a:pt x="0" y="756"/>
                  </a:lnTo>
                  <a:lnTo>
                    <a:pt x="0" y="756"/>
                  </a:lnTo>
                  <a:lnTo>
                    <a:pt x="19" y="812"/>
                  </a:lnTo>
                  <a:lnTo>
                    <a:pt x="57" y="850"/>
                  </a:lnTo>
                  <a:lnTo>
                    <a:pt x="113" y="869"/>
                  </a:lnTo>
                  <a:lnTo>
                    <a:pt x="170" y="888"/>
                  </a:lnTo>
                  <a:lnTo>
                    <a:pt x="170" y="888"/>
                  </a:lnTo>
                  <a:lnTo>
                    <a:pt x="245" y="888"/>
                  </a:lnTo>
                  <a:lnTo>
                    <a:pt x="302" y="869"/>
                  </a:lnTo>
                  <a:lnTo>
                    <a:pt x="434" y="794"/>
                  </a:lnTo>
                  <a:lnTo>
                    <a:pt x="434" y="812"/>
                  </a:lnTo>
                  <a:lnTo>
                    <a:pt x="434" y="812"/>
                  </a:lnTo>
                  <a:lnTo>
                    <a:pt x="415" y="831"/>
                  </a:lnTo>
                  <a:lnTo>
                    <a:pt x="434" y="869"/>
                  </a:lnTo>
                  <a:lnTo>
                    <a:pt x="434" y="888"/>
                  </a:lnTo>
                  <a:lnTo>
                    <a:pt x="472" y="907"/>
                  </a:lnTo>
                  <a:lnTo>
                    <a:pt x="472" y="907"/>
                  </a:lnTo>
                  <a:lnTo>
                    <a:pt x="510" y="888"/>
                  </a:lnTo>
                  <a:lnTo>
                    <a:pt x="547" y="869"/>
                  </a:lnTo>
                  <a:lnTo>
                    <a:pt x="547" y="869"/>
                  </a:lnTo>
                  <a:lnTo>
                    <a:pt x="585" y="850"/>
                  </a:lnTo>
                  <a:lnTo>
                    <a:pt x="604" y="812"/>
                  </a:lnTo>
                  <a:lnTo>
                    <a:pt x="944" y="133"/>
                  </a:lnTo>
                  <a:lnTo>
                    <a:pt x="944" y="133"/>
                  </a:lnTo>
                  <a:lnTo>
                    <a:pt x="944" y="95"/>
                  </a:lnTo>
                  <a:lnTo>
                    <a:pt x="944" y="57"/>
                  </a:lnTo>
                  <a:lnTo>
                    <a:pt x="944" y="57"/>
                  </a:lnTo>
                  <a:lnTo>
                    <a:pt x="925" y="39"/>
                  </a:lnTo>
                  <a:lnTo>
                    <a:pt x="906" y="39"/>
                  </a:lnTo>
                  <a:lnTo>
                    <a:pt x="906" y="39"/>
                  </a:lnTo>
                  <a:lnTo>
                    <a:pt x="868" y="39"/>
                  </a:lnTo>
                  <a:lnTo>
                    <a:pt x="830" y="57"/>
                  </a:lnTo>
                  <a:lnTo>
                    <a:pt x="793" y="95"/>
                  </a:lnTo>
                  <a:lnTo>
                    <a:pt x="774" y="114"/>
                  </a:lnTo>
                  <a:lnTo>
                    <a:pt x="604" y="473"/>
                  </a:lnTo>
                  <a:lnTo>
                    <a:pt x="604" y="473"/>
                  </a:lnTo>
                  <a:lnTo>
                    <a:pt x="547" y="567"/>
                  </a:lnTo>
                  <a:lnTo>
                    <a:pt x="453" y="643"/>
                  </a:lnTo>
                  <a:lnTo>
                    <a:pt x="453" y="643"/>
                  </a:lnTo>
                  <a:lnTo>
                    <a:pt x="378" y="680"/>
                  </a:lnTo>
                  <a:lnTo>
                    <a:pt x="283" y="699"/>
                  </a:lnTo>
                  <a:lnTo>
                    <a:pt x="283" y="699"/>
                  </a:lnTo>
                  <a:lnTo>
                    <a:pt x="227" y="680"/>
                  </a:lnTo>
                  <a:lnTo>
                    <a:pt x="189" y="624"/>
                  </a:lnTo>
                  <a:lnTo>
                    <a:pt x="189" y="624"/>
                  </a:lnTo>
                  <a:lnTo>
                    <a:pt x="189" y="548"/>
                  </a:lnTo>
                  <a:lnTo>
                    <a:pt x="227" y="454"/>
                  </a:lnTo>
                  <a:lnTo>
                    <a:pt x="396" y="95"/>
                  </a:lnTo>
                  <a:lnTo>
                    <a:pt x="396" y="95"/>
                  </a:lnTo>
                  <a:lnTo>
                    <a:pt x="415" y="57"/>
                  </a:lnTo>
                  <a:lnTo>
                    <a:pt x="415" y="39"/>
                  </a:lnTo>
                  <a:lnTo>
                    <a:pt x="396" y="20"/>
                  </a:lnTo>
                  <a:lnTo>
                    <a:pt x="359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4974800" y="-71779"/>
              <a:ext cx="43200" cy="47246"/>
            </a:xfrm>
            <a:custGeom>
              <a:avLst/>
              <a:gdLst/>
              <a:ahLst/>
              <a:cxnLst/>
              <a:rect l="l" t="t" r="r" b="b"/>
              <a:pathLst>
                <a:path w="812" h="888" fill="none" extrusionOk="0">
                  <a:moveTo>
                    <a:pt x="623" y="0"/>
                  </a:moveTo>
                  <a:lnTo>
                    <a:pt x="623" y="0"/>
                  </a:lnTo>
                  <a:lnTo>
                    <a:pt x="510" y="19"/>
                  </a:lnTo>
                  <a:lnTo>
                    <a:pt x="416" y="57"/>
                  </a:lnTo>
                  <a:lnTo>
                    <a:pt x="416" y="57"/>
                  </a:lnTo>
                  <a:lnTo>
                    <a:pt x="302" y="133"/>
                  </a:lnTo>
                  <a:lnTo>
                    <a:pt x="227" y="246"/>
                  </a:lnTo>
                  <a:lnTo>
                    <a:pt x="227" y="246"/>
                  </a:lnTo>
                  <a:lnTo>
                    <a:pt x="208" y="340"/>
                  </a:lnTo>
                  <a:lnTo>
                    <a:pt x="208" y="378"/>
                  </a:lnTo>
                  <a:lnTo>
                    <a:pt x="227" y="416"/>
                  </a:lnTo>
                  <a:lnTo>
                    <a:pt x="227" y="416"/>
                  </a:lnTo>
                  <a:lnTo>
                    <a:pt x="283" y="472"/>
                  </a:lnTo>
                  <a:lnTo>
                    <a:pt x="359" y="510"/>
                  </a:lnTo>
                  <a:lnTo>
                    <a:pt x="397" y="529"/>
                  </a:lnTo>
                  <a:lnTo>
                    <a:pt x="397" y="529"/>
                  </a:lnTo>
                  <a:lnTo>
                    <a:pt x="434" y="548"/>
                  </a:lnTo>
                  <a:lnTo>
                    <a:pt x="453" y="586"/>
                  </a:lnTo>
                  <a:lnTo>
                    <a:pt x="453" y="586"/>
                  </a:lnTo>
                  <a:lnTo>
                    <a:pt x="453" y="642"/>
                  </a:lnTo>
                  <a:lnTo>
                    <a:pt x="453" y="642"/>
                  </a:lnTo>
                  <a:lnTo>
                    <a:pt x="416" y="680"/>
                  </a:lnTo>
                  <a:lnTo>
                    <a:pt x="378" y="699"/>
                  </a:lnTo>
                  <a:lnTo>
                    <a:pt x="378" y="699"/>
                  </a:lnTo>
                  <a:lnTo>
                    <a:pt x="321" y="718"/>
                  </a:lnTo>
                  <a:lnTo>
                    <a:pt x="283" y="718"/>
                  </a:lnTo>
                  <a:lnTo>
                    <a:pt x="283" y="718"/>
                  </a:lnTo>
                  <a:lnTo>
                    <a:pt x="246" y="718"/>
                  </a:lnTo>
                  <a:lnTo>
                    <a:pt x="208" y="699"/>
                  </a:lnTo>
                  <a:lnTo>
                    <a:pt x="189" y="661"/>
                  </a:lnTo>
                  <a:lnTo>
                    <a:pt x="170" y="623"/>
                  </a:lnTo>
                  <a:lnTo>
                    <a:pt x="170" y="623"/>
                  </a:lnTo>
                  <a:lnTo>
                    <a:pt x="151" y="586"/>
                  </a:lnTo>
                  <a:lnTo>
                    <a:pt x="132" y="586"/>
                  </a:lnTo>
                  <a:lnTo>
                    <a:pt x="132" y="586"/>
                  </a:lnTo>
                  <a:lnTo>
                    <a:pt x="76" y="586"/>
                  </a:lnTo>
                  <a:lnTo>
                    <a:pt x="38" y="623"/>
                  </a:lnTo>
                  <a:lnTo>
                    <a:pt x="38" y="623"/>
                  </a:lnTo>
                  <a:lnTo>
                    <a:pt x="0" y="661"/>
                  </a:lnTo>
                  <a:lnTo>
                    <a:pt x="0" y="661"/>
                  </a:lnTo>
                  <a:lnTo>
                    <a:pt x="0" y="718"/>
                  </a:lnTo>
                  <a:lnTo>
                    <a:pt x="0" y="718"/>
                  </a:lnTo>
                  <a:lnTo>
                    <a:pt x="0" y="774"/>
                  </a:lnTo>
                  <a:lnTo>
                    <a:pt x="57" y="831"/>
                  </a:lnTo>
                  <a:lnTo>
                    <a:pt x="57" y="831"/>
                  </a:lnTo>
                  <a:lnTo>
                    <a:pt x="132" y="869"/>
                  </a:lnTo>
                  <a:lnTo>
                    <a:pt x="208" y="888"/>
                  </a:lnTo>
                  <a:lnTo>
                    <a:pt x="208" y="888"/>
                  </a:lnTo>
                  <a:lnTo>
                    <a:pt x="321" y="869"/>
                  </a:lnTo>
                  <a:lnTo>
                    <a:pt x="434" y="812"/>
                  </a:lnTo>
                  <a:lnTo>
                    <a:pt x="434" y="812"/>
                  </a:lnTo>
                  <a:lnTo>
                    <a:pt x="548" y="737"/>
                  </a:lnTo>
                  <a:lnTo>
                    <a:pt x="604" y="642"/>
                  </a:lnTo>
                  <a:lnTo>
                    <a:pt x="604" y="642"/>
                  </a:lnTo>
                  <a:lnTo>
                    <a:pt x="642" y="529"/>
                  </a:lnTo>
                  <a:lnTo>
                    <a:pt x="642" y="491"/>
                  </a:lnTo>
                  <a:lnTo>
                    <a:pt x="623" y="453"/>
                  </a:lnTo>
                  <a:lnTo>
                    <a:pt x="623" y="453"/>
                  </a:lnTo>
                  <a:lnTo>
                    <a:pt x="567" y="416"/>
                  </a:lnTo>
                  <a:lnTo>
                    <a:pt x="491" y="359"/>
                  </a:lnTo>
                  <a:lnTo>
                    <a:pt x="491" y="359"/>
                  </a:lnTo>
                  <a:lnTo>
                    <a:pt x="416" y="321"/>
                  </a:lnTo>
                  <a:lnTo>
                    <a:pt x="416" y="321"/>
                  </a:lnTo>
                  <a:lnTo>
                    <a:pt x="397" y="284"/>
                  </a:lnTo>
                  <a:lnTo>
                    <a:pt x="397" y="246"/>
                  </a:lnTo>
                  <a:lnTo>
                    <a:pt x="397" y="246"/>
                  </a:lnTo>
                  <a:lnTo>
                    <a:pt x="434" y="208"/>
                  </a:lnTo>
                  <a:lnTo>
                    <a:pt x="472" y="189"/>
                  </a:lnTo>
                  <a:lnTo>
                    <a:pt x="510" y="170"/>
                  </a:lnTo>
                  <a:lnTo>
                    <a:pt x="567" y="170"/>
                  </a:lnTo>
                  <a:lnTo>
                    <a:pt x="567" y="170"/>
                  </a:lnTo>
                  <a:lnTo>
                    <a:pt x="604" y="170"/>
                  </a:lnTo>
                  <a:lnTo>
                    <a:pt x="623" y="189"/>
                  </a:lnTo>
                  <a:lnTo>
                    <a:pt x="623" y="189"/>
                  </a:lnTo>
                  <a:lnTo>
                    <a:pt x="642" y="208"/>
                  </a:lnTo>
                  <a:lnTo>
                    <a:pt x="661" y="246"/>
                  </a:lnTo>
                  <a:lnTo>
                    <a:pt x="699" y="246"/>
                  </a:lnTo>
                  <a:lnTo>
                    <a:pt x="699" y="246"/>
                  </a:lnTo>
                  <a:lnTo>
                    <a:pt x="718" y="246"/>
                  </a:lnTo>
                  <a:lnTo>
                    <a:pt x="755" y="227"/>
                  </a:lnTo>
                  <a:lnTo>
                    <a:pt x="755" y="227"/>
                  </a:lnTo>
                  <a:lnTo>
                    <a:pt x="812" y="170"/>
                  </a:lnTo>
                  <a:lnTo>
                    <a:pt x="812" y="133"/>
                  </a:lnTo>
                  <a:lnTo>
                    <a:pt x="812" y="133"/>
                  </a:lnTo>
                  <a:lnTo>
                    <a:pt x="793" y="76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699" y="19"/>
                  </a:lnTo>
                  <a:lnTo>
                    <a:pt x="623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5065139" y="-67789"/>
              <a:ext cx="46286" cy="46288"/>
            </a:xfrm>
            <a:custGeom>
              <a:avLst/>
              <a:gdLst/>
              <a:ahLst/>
              <a:cxnLst/>
              <a:rect l="l" t="t" r="r" b="b"/>
              <a:pathLst>
                <a:path w="870" h="870" fill="none" extrusionOk="0">
                  <a:moveTo>
                    <a:pt x="473" y="1"/>
                  </a:moveTo>
                  <a:lnTo>
                    <a:pt x="473" y="1"/>
                  </a:lnTo>
                  <a:lnTo>
                    <a:pt x="435" y="1"/>
                  </a:lnTo>
                  <a:lnTo>
                    <a:pt x="397" y="20"/>
                  </a:lnTo>
                  <a:lnTo>
                    <a:pt x="397" y="20"/>
                  </a:lnTo>
                  <a:lnTo>
                    <a:pt x="341" y="95"/>
                  </a:lnTo>
                  <a:lnTo>
                    <a:pt x="1" y="775"/>
                  </a:lnTo>
                  <a:lnTo>
                    <a:pt x="1" y="775"/>
                  </a:lnTo>
                  <a:lnTo>
                    <a:pt x="1" y="813"/>
                  </a:lnTo>
                  <a:lnTo>
                    <a:pt x="1" y="831"/>
                  </a:lnTo>
                  <a:lnTo>
                    <a:pt x="1" y="831"/>
                  </a:lnTo>
                  <a:lnTo>
                    <a:pt x="20" y="869"/>
                  </a:lnTo>
                  <a:lnTo>
                    <a:pt x="39" y="869"/>
                  </a:lnTo>
                  <a:lnTo>
                    <a:pt x="39" y="869"/>
                  </a:lnTo>
                  <a:lnTo>
                    <a:pt x="76" y="869"/>
                  </a:lnTo>
                  <a:lnTo>
                    <a:pt x="114" y="850"/>
                  </a:lnTo>
                  <a:lnTo>
                    <a:pt x="171" y="775"/>
                  </a:lnTo>
                  <a:lnTo>
                    <a:pt x="322" y="473"/>
                  </a:lnTo>
                  <a:lnTo>
                    <a:pt x="322" y="473"/>
                  </a:lnTo>
                  <a:lnTo>
                    <a:pt x="397" y="360"/>
                  </a:lnTo>
                  <a:lnTo>
                    <a:pt x="511" y="284"/>
                  </a:lnTo>
                  <a:lnTo>
                    <a:pt x="511" y="284"/>
                  </a:lnTo>
                  <a:lnTo>
                    <a:pt x="605" y="227"/>
                  </a:lnTo>
                  <a:lnTo>
                    <a:pt x="718" y="209"/>
                  </a:lnTo>
                  <a:lnTo>
                    <a:pt x="718" y="209"/>
                  </a:lnTo>
                  <a:lnTo>
                    <a:pt x="718" y="209"/>
                  </a:lnTo>
                  <a:lnTo>
                    <a:pt x="756" y="190"/>
                  </a:lnTo>
                  <a:lnTo>
                    <a:pt x="794" y="171"/>
                  </a:lnTo>
                  <a:lnTo>
                    <a:pt x="831" y="152"/>
                  </a:lnTo>
                  <a:lnTo>
                    <a:pt x="850" y="114"/>
                  </a:lnTo>
                  <a:lnTo>
                    <a:pt x="850" y="114"/>
                  </a:lnTo>
                  <a:lnTo>
                    <a:pt x="869" y="76"/>
                  </a:lnTo>
                  <a:lnTo>
                    <a:pt x="869" y="58"/>
                  </a:lnTo>
                  <a:lnTo>
                    <a:pt x="850" y="39"/>
                  </a:lnTo>
                  <a:lnTo>
                    <a:pt x="812" y="20"/>
                  </a:lnTo>
                  <a:lnTo>
                    <a:pt x="812" y="20"/>
                  </a:lnTo>
                  <a:lnTo>
                    <a:pt x="812" y="20"/>
                  </a:lnTo>
                  <a:lnTo>
                    <a:pt x="662" y="39"/>
                  </a:lnTo>
                  <a:lnTo>
                    <a:pt x="511" y="95"/>
                  </a:lnTo>
                  <a:lnTo>
                    <a:pt x="511" y="95"/>
                  </a:lnTo>
                  <a:lnTo>
                    <a:pt x="529" y="58"/>
                  </a:lnTo>
                  <a:lnTo>
                    <a:pt x="529" y="39"/>
                  </a:lnTo>
                  <a:lnTo>
                    <a:pt x="529" y="39"/>
                  </a:lnTo>
                  <a:lnTo>
                    <a:pt x="511" y="20"/>
                  </a:lnTo>
                  <a:lnTo>
                    <a:pt x="473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5102329" y="-65767"/>
              <a:ext cx="50223" cy="47246"/>
            </a:xfrm>
            <a:custGeom>
              <a:avLst/>
              <a:gdLst/>
              <a:ahLst/>
              <a:cxnLst/>
              <a:rect l="l" t="t" r="r" b="b"/>
              <a:pathLst>
                <a:path w="944" h="888" fill="none" extrusionOk="0">
                  <a:moveTo>
                    <a:pt x="472" y="1"/>
                  </a:moveTo>
                  <a:lnTo>
                    <a:pt x="472" y="1"/>
                  </a:lnTo>
                  <a:lnTo>
                    <a:pt x="434" y="1"/>
                  </a:lnTo>
                  <a:lnTo>
                    <a:pt x="397" y="20"/>
                  </a:lnTo>
                  <a:lnTo>
                    <a:pt x="397" y="20"/>
                  </a:lnTo>
                  <a:lnTo>
                    <a:pt x="359" y="57"/>
                  </a:lnTo>
                  <a:lnTo>
                    <a:pt x="340" y="95"/>
                  </a:lnTo>
                  <a:lnTo>
                    <a:pt x="0" y="775"/>
                  </a:lnTo>
                  <a:lnTo>
                    <a:pt x="0" y="775"/>
                  </a:lnTo>
                  <a:lnTo>
                    <a:pt x="0" y="812"/>
                  </a:lnTo>
                  <a:lnTo>
                    <a:pt x="0" y="831"/>
                  </a:lnTo>
                  <a:lnTo>
                    <a:pt x="0" y="831"/>
                  </a:lnTo>
                  <a:lnTo>
                    <a:pt x="19" y="850"/>
                  </a:lnTo>
                  <a:lnTo>
                    <a:pt x="38" y="869"/>
                  </a:lnTo>
                  <a:lnTo>
                    <a:pt x="38" y="869"/>
                  </a:lnTo>
                  <a:lnTo>
                    <a:pt x="76" y="869"/>
                  </a:lnTo>
                  <a:lnTo>
                    <a:pt x="113" y="850"/>
                  </a:lnTo>
                  <a:lnTo>
                    <a:pt x="170" y="775"/>
                  </a:lnTo>
                  <a:lnTo>
                    <a:pt x="340" y="416"/>
                  </a:lnTo>
                  <a:lnTo>
                    <a:pt x="340" y="416"/>
                  </a:lnTo>
                  <a:lnTo>
                    <a:pt x="397" y="340"/>
                  </a:lnTo>
                  <a:lnTo>
                    <a:pt x="491" y="265"/>
                  </a:lnTo>
                  <a:lnTo>
                    <a:pt x="491" y="265"/>
                  </a:lnTo>
                  <a:lnTo>
                    <a:pt x="566" y="208"/>
                  </a:lnTo>
                  <a:lnTo>
                    <a:pt x="661" y="189"/>
                  </a:lnTo>
                  <a:lnTo>
                    <a:pt x="661" y="189"/>
                  </a:lnTo>
                  <a:lnTo>
                    <a:pt x="717" y="208"/>
                  </a:lnTo>
                  <a:lnTo>
                    <a:pt x="736" y="246"/>
                  </a:lnTo>
                  <a:lnTo>
                    <a:pt x="755" y="265"/>
                  </a:lnTo>
                  <a:lnTo>
                    <a:pt x="755" y="265"/>
                  </a:lnTo>
                  <a:lnTo>
                    <a:pt x="755" y="340"/>
                  </a:lnTo>
                  <a:lnTo>
                    <a:pt x="717" y="454"/>
                  </a:lnTo>
                  <a:lnTo>
                    <a:pt x="548" y="793"/>
                  </a:lnTo>
                  <a:lnTo>
                    <a:pt x="548" y="793"/>
                  </a:lnTo>
                  <a:lnTo>
                    <a:pt x="529" y="831"/>
                  </a:lnTo>
                  <a:lnTo>
                    <a:pt x="529" y="869"/>
                  </a:lnTo>
                  <a:lnTo>
                    <a:pt x="548" y="888"/>
                  </a:lnTo>
                  <a:lnTo>
                    <a:pt x="585" y="888"/>
                  </a:lnTo>
                  <a:lnTo>
                    <a:pt x="585" y="888"/>
                  </a:lnTo>
                  <a:lnTo>
                    <a:pt x="623" y="888"/>
                  </a:lnTo>
                  <a:lnTo>
                    <a:pt x="661" y="869"/>
                  </a:lnTo>
                  <a:lnTo>
                    <a:pt x="717" y="812"/>
                  </a:lnTo>
                  <a:lnTo>
                    <a:pt x="887" y="454"/>
                  </a:lnTo>
                  <a:lnTo>
                    <a:pt x="887" y="454"/>
                  </a:lnTo>
                  <a:lnTo>
                    <a:pt x="925" y="359"/>
                  </a:lnTo>
                  <a:lnTo>
                    <a:pt x="944" y="284"/>
                  </a:lnTo>
                  <a:lnTo>
                    <a:pt x="944" y="208"/>
                  </a:lnTo>
                  <a:lnTo>
                    <a:pt x="944" y="152"/>
                  </a:lnTo>
                  <a:lnTo>
                    <a:pt x="944" y="152"/>
                  </a:lnTo>
                  <a:lnTo>
                    <a:pt x="925" y="95"/>
                  </a:lnTo>
                  <a:lnTo>
                    <a:pt x="887" y="57"/>
                  </a:lnTo>
                  <a:lnTo>
                    <a:pt x="831" y="20"/>
                  </a:lnTo>
                  <a:lnTo>
                    <a:pt x="774" y="20"/>
                  </a:lnTo>
                  <a:lnTo>
                    <a:pt x="774" y="20"/>
                  </a:lnTo>
                  <a:lnTo>
                    <a:pt x="699" y="20"/>
                  </a:lnTo>
                  <a:lnTo>
                    <a:pt x="642" y="38"/>
                  </a:lnTo>
                  <a:lnTo>
                    <a:pt x="491" y="114"/>
                  </a:lnTo>
                  <a:lnTo>
                    <a:pt x="510" y="95"/>
                  </a:lnTo>
                  <a:lnTo>
                    <a:pt x="510" y="95"/>
                  </a:lnTo>
                  <a:lnTo>
                    <a:pt x="510" y="57"/>
                  </a:lnTo>
                  <a:lnTo>
                    <a:pt x="510" y="38"/>
                  </a:lnTo>
                  <a:lnTo>
                    <a:pt x="510" y="38"/>
                  </a:lnTo>
                  <a:lnTo>
                    <a:pt x="491" y="1"/>
                  </a:lnTo>
                  <a:lnTo>
                    <a:pt x="472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5205756" y="-60713"/>
              <a:ext cx="71345" cy="48257"/>
            </a:xfrm>
            <a:custGeom>
              <a:avLst/>
              <a:gdLst/>
              <a:ahLst/>
              <a:cxnLst/>
              <a:rect l="l" t="t" r="r" b="b"/>
              <a:pathLst>
                <a:path w="1341" h="907" fill="none" extrusionOk="0">
                  <a:moveTo>
                    <a:pt x="1170" y="38"/>
                  </a:moveTo>
                  <a:lnTo>
                    <a:pt x="1170" y="38"/>
                  </a:lnTo>
                  <a:lnTo>
                    <a:pt x="1114" y="38"/>
                  </a:lnTo>
                  <a:lnTo>
                    <a:pt x="1038" y="57"/>
                  </a:lnTo>
                  <a:lnTo>
                    <a:pt x="887" y="132"/>
                  </a:lnTo>
                  <a:lnTo>
                    <a:pt x="887" y="132"/>
                  </a:lnTo>
                  <a:lnTo>
                    <a:pt x="868" y="76"/>
                  </a:lnTo>
                  <a:lnTo>
                    <a:pt x="831" y="38"/>
                  </a:lnTo>
                  <a:lnTo>
                    <a:pt x="793" y="19"/>
                  </a:lnTo>
                  <a:lnTo>
                    <a:pt x="717" y="19"/>
                  </a:lnTo>
                  <a:lnTo>
                    <a:pt x="717" y="19"/>
                  </a:lnTo>
                  <a:lnTo>
                    <a:pt x="623" y="19"/>
                  </a:lnTo>
                  <a:lnTo>
                    <a:pt x="529" y="76"/>
                  </a:lnTo>
                  <a:lnTo>
                    <a:pt x="529" y="76"/>
                  </a:lnTo>
                  <a:lnTo>
                    <a:pt x="529" y="57"/>
                  </a:lnTo>
                  <a:lnTo>
                    <a:pt x="529" y="19"/>
                  </a:lnTo>
                  <a:lnTo>
                    <a:pt x="510" y="0"/>
                  </a:lnTo>
                  <a:lnTo>
                    <a:pt x="472" y="0"/>
                  </a:lnTo>
                  <a:lnTo>
                    <a:pt x="472" y="0"/>
                  </a:lnTo>
                  <a:lnTo>
                    <a:pt x="453" y="0"/>
                  </a:lnTo>
                  <a:lnTo>
                    <a:pt x="415" y="19"/>
                  </a:lnTo>
                  <a:lnTo>
                    <a:pt x="415" y="19"/>
                  </a:lnTo>
                  <a:lnTo>
                    <a:pt x="378" y="57"/>
                  </a:lnTo>
                  <a:lnTo>
                    <a:pt x="359" y="94"/>
                  </a:lnTo>
                  <a:lnTo>
                    <a:pt x="19" y="774"/>
                  </a:lnTo>
                  <a:lnTo>
                    <a:pt x="19" y="774"/>
                  </a:lnTo>
                  <a:lnTo>
                    <a:pt x="0" y="812"/>
                  </a:lnTo>
                  <a:lnTo>
                    <a:pt x="0" y="831"/>
                  </a:lnTo>
                  <a:lnTo>
                    <a:pt x="0" y="831"/>
                  </a:lnTo>
                  <a:lnTo>
                    <a:pt x="19" y="849"/>
                  </a:lnTo>
                  <a:lnTo>
                    <a:pt x="57" y="868"/>
                  </a:lnTo>
                  <a:lnTo>
                    <a:pt x="57" y="868"/>
                  </a:lnTo>
                  <a:lnTo>
                    <a:pt x="95" y="868"/>
                  </a:lnTo>
                  <a:lnTo>
                    <a:pt x="132" y="849"/>
                  </a:lnTo>
                  <a:lnTo>
                    <a:pt x="189" y="774"/>
                  </a:lnTo>
                  <a:lnTo>
                    <a:pt x="397" y="340"/>
                  </a:lnTo>
                  <a:lnTo>
                    <a:pt x="397" y="340"/>
                  </a:lnTo>
                  <a:lnTo>
                    <a:pt x="397" y="340"/>
                  </a:lnTo>
                  <a:lnTo>
                    <a:pt x="397" y="321"/>
                  </a:lnTo>
                  <a:lnTo>
                    <a:pt x="397" y="321"/>
                  </a:lnTo>
                  <a:lnTo>
                    <a:pt x="434" y="283"/>
                  </a:lnTo>
                  <a:lnTo>
                    <a:pt x="510" y="227"/>
                  </a:lnTo>
                  <a:lnTo>
                    <a:pt x="510" y="227"/>
                  </a:lnTo>
                  <a:lnTo>
                    <a:pt x="566" y="208"/>
                  </a:lnTo>
                  <a:lnTo>
                    <a:pt x="623" y="189"/>
                  </a:lnTo>
                  <a:lnTo>
                    <a:pt x="623" y="189"/>
                  </a:lnTo>
                  <a:lnTo>
                    <a:pt x="680" y="208"/>
                  </a:lnTo>
                  <a:lnTo>
                    <a:pt x="699" y="245"/>
                  </a:lnTo>
                  <a:lnTo>
                    <a:pt x="699" y="245"/>
                  </a:lnTo>
                  <a:lnTo>
                    <a:pt x="699" y="283"/>
                  </a:lnTo>
                  <a:lnTo>
                    <a:pt x="680" y="340"/>
                  </a:lnTo>
                  <a:lnTo>
                    <a:pt x="453" y="793"/>
                  </a:lnTo>
                  <a:lnTo>
                    <a:pt x="453" y="793"/>
                  </a:lnTo>
                  <a:lnTo>
                    <a:pt x="453" y="831"/>
                  </a:lnTo>
                  <a:lnTo>
                    <a:pt x="453" y="849"/>
                  </a:lnTo>
                  <a:lnTo>
                    <a:pt x="453" y="849"/>
                  </a:lnTo>
                  <a:lnTo>
                    <a:pt x="472" y="887"/>
                  </a:lnTo>
                  <a:lnTo>
                    <a:pt x="510" y="887"/>
                  </a:lnTo>
                  <a:lnTo>
                    <a:pt x="510" y="887"/>
                  </a:lnTo>
                  <a:lnTo>
                    <a:pt x="529" y="887"/>
                  </a:lnTo>
                  <a:lnTo>
                    <a:pt x="566" y="868"/>
                  </a:lnTo>
                  <a:lnTo>
                    <a:pt x="604" y="831"/>
                  </a:lnTo>
                  <a:lnTo>
                    <a:pt x="623" y="793"/>
                  </a:lnTo>
                  <a:lnTo>
                    <a:pt x="849" y="359"/>
                  </a:lnTo>
                  <a:lnTo>
                    <a:pt x="849" y="359"/>
                  </a:lnTo>
                  <a:lnTo>
                    <a:pt x="887" y="302"/>
                  </a:lnTo>
                  <a:lnTo>
                    <a:pt x="944" y="245"/>
                  </a:lnTo>
                  <a:lnTo>
                    <a:pt x="944" y="245"/>
                  </a:lnTo>
                  <a:lnTo>
                    <a:pt x="1019" y="227"/>
                  </a:lnTo>
                  <a:lnTo>
                    <a:pt x="1076" y="227"/>
                  </a:lnTo>
                  <a:lnTo>
                    <a:pt x="1076" y="227"/>
                  </a:lnTo>
                  <a:lnTo>
                    <a:pt x="1114" y="227"/>
                  </a:lnTo>
                  <a:lnTo>
                    <a:pt x="1151" y="264"/>
                  </a:lnTo>
                  <a:lnTo>
                    <a:pt x="1151" y="264"/>
                  </a:lnTo>
                  <a:lnTo>
                    <a:pt x="1151" y="321"/>
                  </a:lnTo>
                  <a:lnTo>
                    <a:pt x="1133" y="378"/>
                  </a:lnTo>
                  <a:lnTo>
                    <a:pt x="906" y="812"/>
                  </a:lnTo>
                  <a:lnTo>
                    <a:pt x="906" y="812"/>
                  </a:lnTo>
                  <a:lnTo>
                    <a:pt x="906" y="849"/>
                  </a:lnTo>
                  <a:lnTo>
                    <a:pt x="906" y="887"/>
                  </a:lnTo>
                  <a:lnTo>
                    <a:pt x="906" y="887"/>
                  </a:lnTo>
                  <a:lnTo>
                    <a:pt x="925" y="906"/>
                  </a:lnTo>
                  <a:lnTo>
                    <a:pt x="944" y="906"/>
                  </a:lnTo>
                  <a:lnTo>
                    <a:pt x="944" y="906"/>
                  </a:lnTo>
                  <a:lnTo>
                    <a:pt x="982" y="906"/>
                  </a:lnTo>
                  <a:lnTo>
                    <a:pt x="1019" y="887"/>
                  </a:lnTo>
                  <a:lnTo>
                    <a:pt x="1076" y="831"/>
                  </a:lnTo>
                  <a:lnTo>
                    <a:pt x="1302" y="378"/>
                  </a:lnTo>
                  <a:lnTo>
                    <a:pt x="1302" y="378"/>
                  </a:lnTo>
                  <a:lnTo>
                    <a:pt x="1340" y="245"/>
                  </a:lnTo>
                  <a:lnTo>
                    <a:pt x="1340" y="189"/>
                  </a:lnTo>
                  <a:lnTo>
                    <a:pt x="1340" y="151"/>
                  </a:lnTo>
                  <a:lnTo>
                    <a:pt x="1340" y="151"/>
                  </a:lnTo>
                  <a:lnTo>
                    <a:pt x="1321" y="94"/>
                  </a:lnTo>
                  <a:lnTo>
                    <a:pt x="1284" y="57"/>
                  </a:lnTo>
                  <a:lnTo>
                    <a:pt x="1246" y="38"/>
                  </a:lnTo>
                  <a:lnTo>
                    <a:pt x="1170" y="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4883396" y="165191"/>
              <a:ext cx="267183" cy="42245"/>
            </a:xfrm>
            <a:custGeom>
              <a:avLst/>
              <a:gdLst/>
              <a:ahLst/>
              <a:cxnLst/>
              <a:rect l="l" t="t" r="r" b="b"/>
              <a:pathLst>
                <a:path w="5022" h="794" extrusionOk="0">
                  <a:moveTo>
                    <a:pt x="397" y="1"/>
                  </a:moveTo>
                  <a:lnTo>
                    <a:pt x="359" y="19"/>
                  </a:lnTo>
                  <a:lnTo>
                    <a:pt x="341" y="38"/>
                  </a:lnTo>
                  <a:lnTo>
                    <a:pt x="303" y="76"/>
                  </a:lnTo>
                  <a:lnTo>
                    <a:pt x="284" y="114"/>
                  </a:lnTo>
                  <a:lnTo>
                    <a:pt x="265" y="95"/>
                  </a:lnTo>
                  <a:lnTo>
                    <a:pt x="227" y="76"/>
                  </a:lnTo>
                  <a:lnTo>
                    <a:pt x="190" y="95"/>
                  </a:lnTo>
                  <a:lnTo>
                    <a:pt x="152" y="114"/>
                  </a:lnTo>
                  <a:lnTo>
                    <a:pt x="95" y="170"/>
                  </a:lnTo>
                  <a:lnTo>
                    <a:pt x="95" y="208"/>
                  </a:lnTo>
                  <a:lnTo>
                    <a:pt x="95" y="246"/>
                  </a:lnTo>
                  <a:lnTo>
                    <a:pt x="133" y="265"/>
                  </a:lnTo>
                  <a:lnTo>
                    <a:pt x="76" y="303"/>
                  </a:lnTo>
                  <a:lnTo>
                    <a:pt x="39" y="321"/>
                  </a:lnTo>
                  <a:lnTo>
                    <a:pt x="1" y="378"/>
                  </a:lnTo>
                  <a:lnTo>
                    <a:pt x="1" y="435"/>
                  </a:lnTo>
                  <a:lnTo>
                    <a:pt x="1" y="454"/>
                  </a:lnTo>
                  <a:lnTo>
                    <a:pt x="39" y="472"/>
                  </a:lnTo>
                  <a:lnTo>
                    <a:pt x="95" y="454"/>
                  </a:lnTo>
                  <a:lnTo>
                    <a:pt x="133" y="435"/>
                  </a:lnTo>
                  <a:lnTo>
                    <a:pt x="114" y="472"/>
                  </a:lnTo>
                  <a:lnTo>
                    <a:pt x="95" y="510"/>
                  </a:lnTo>
                  <a:lnTo>
                    <a:pt x="114" y="548"/>
                  </a:lnTo>
                  <a:lnTo>
                    <a:pt x="133" y="567"/>
                  </a:lnTo>
                  <a:lnTo>
                    <a:pt x="190" y="567"/>
                  </a:lnTo>
                  <a:lnTo>
                    <a:pt x="227" y="548"/>
                  </a:lnTo>
                  <a:lnTo>
                    <a:pt x="265" y="510"/>
                  </a:lnTo>
                  <a:lnTo>
                    <a:pt x="284" y="491"/>
                  </a:lnTo>
                  <a:lnTo>
                    <a:pt x="303" y="454"/>
                  </a:lnTo>
                  <a:lnTo>
                    <a:pt x="322" y="454"/>
                  </a:lnTo>
                  <a:lnTo>
                    <a:pt x="322" y="472"/>
                  </a:lnTo>
                  <a:lnTo>
                    <a:pt x="359" y="491"/>
                  </a:lnTo>
                  <a:lnTo>
                    <a:pt x="397" y="472"/>
                  </a:lnTo>
                  <a:lnTo>
                    <a:pt x="435" y="454"/>
                  </a:lnTo>
                  <a:lnTo>
                    <a:pt x="492" y="397"/>
                  </a:lnTo>
                  <a:lnTo>
                    <a:pt x="492" y="359"/>
                  </a:lnTo>
                  <a:lnTo>
                    <a:pt x="492" y="321"/>
                  </a:lnTo>
                  <a:lnTo>
                    <a:pt x="454" y="284"/>
                  </a:lnTo>
                  <a:lnTo>
                    <a:pt x="510" y="265"/>
                  </a:lnTo>
                  <a:lnTo>
                    <a:pt x="548" y="246"/>
                  </a:lnTo>
                  <a:lnTo>
                    <a:pt x="567" y="208"/>
                  </a:lnTo>
                  <a:lnTo>
                    <a:pt x="586" y="189"/>
                  </a:lnTo>
                  <a:lnTo>
                    <a:pt x="586" y="133"/>
                  </a:lnTo>
                  <a:lnTo>
                    <a:pt x="586" y="114"/>
                  </a:lnTo>
                  <a:lnTo>
                    <a:pt x="548" y="95"/>
                  </a:lnTo>
                  <a:lnTo>
                    <a:pt x="492" y="114"/>
                  </a:lnTo>
                  <a:lnTo>
                    <a:pt x="454" y="133"/>
                  </a:lnTo>
                  <a:lnTo>
                    <a:pt x="473" y="95"/>
                  </a:lnTo>
                  <a:lnTo>
                    <a:pt x="492" y="57"/>
                  </a:lnTo>
                  <a:lnTo>
                    <a:pt x="492" y="19"/>
                  </a:lnTo>
                  <a:lnTo>
                    <a:pt x="473" y="1"/>
                  </a:lnTo>
                  <a:close/>
                  <a:moveTo>
                    <a:pt x="1133" y="38"/>
                  </a:moveTo>
                  <a:lnTo>
                    <a:pt x="1096" y="57"/>
                  </a:lnTo>
                  <a:lnTo>
                    <a:pt x="1077" y="76"/>
                  </a:lnTo>
                  <a:lnTo>
                    <a:pt x="1039" y="114"/>
                  </a:lnTo>
                  <a:lnTo>
                    <a:pt x="1020" y="152"/>
                  </a:lnTo>
                  <a:lnTo>
                    <a:pt x="1001" y="133"/>
                  </a:lnTo>
                  <a:lnTo>
                    <a:pt x="1001" y="114"/>
                  </a:lnTo>
                  <a:lnTo>
                    <a:pt x="963" y="114"/>
                  </a:lnTo>
                  <a:lnTo>
                    <a:pt x="926" y="133"/>
                  </a:lnTo>
                  <a:lnTo>
                    <a:pt x="888" y="152"/>
                  </a:lnTo>
                  <a:lnTo>
                    <a:pt x="831" y="208"/>
                  </a:lnTo>
                  <a:lnTo>
                    <a:pt x="831" y="246"/>
                  </a:lnTo>
                  <a:lnTo>
                    <a:pt x="831" y="284"/>
                  </a:lnTo>
                  <a:lnTo>
                    <a:pt x="869" y="303"/>
                  </a:lnTo>
                  <a:lnTo>
                    <a:pt x="812" y="340"/>
                  </a:lnTo>
                  <a:lnTo>
                    <a:pt x="775" y="359"/>
                  </a:lnTo>
                  <a:lnTo>
                    <a:pt x="737" y="397"/>
                  </a:lnTo>
                  <a:lnTo>
                    <a:pt x="737" y="454"/>
                  </a:lnTo>
                  <a:lnTo>
                    <a:pt x="737" y="491"/>
                  </a:lnTo>
                  <a:lnTo>
                    <a:pt x="775" y="510"/>
                  </a:lnTo>
                  <a:lnTo>
                    <a:pt x="831" y="491"/>
                  </a:lnTo>
                  <a:lnTo>
                    <a:pt x="869" y="472"/>
                  </a:lnTo>
                  <a:lnTo>
                    <a:pt x="850" y="510"/>
                  </a:lnTo>
                  <a:lnTo>
                    <a:pt x="831" y="548"/>
                  </a:lnTo>
                  <a:lnTo>
                    <a:pt x="850" y="586"/>
                  </a:lnTo>
                  <a:lnTo>
                    <a:pt x="869" y="605"/>
                  </a:lnTo>
                  <a:lnTo>
                    <a:pt x="926" y="605"/>
                  </a:lnTo>
                  <a:lnTo>
                    <a:pt x="963" y="586"/>
                  </a:lnTo>
                  <a:lnTo>
                    <a:pt x="1001" y="548"/>
                  </a:lnTo>
                  <a:lnTo>
                    <a:pt x="1020" y="510"/>
                  </a:lnTo>
                  <a:lnTo>
                    <a:pt x="1039" y="491"/>
                  </a:lnTo>
                  <a:lnTo>
                    <a:pt x="1058" y="491"/>
                  </a:lnTo>
                  <a:lnTo>
                    <a:pt x="1077" y="510"/>
                  </a:lnTo>
                  <a:lnTo>
                    <a:pt x="1133" y="510"/>
                  </a:lnTo>
                  <a:lnTo>
                    <a:pt x="1171" y="491"/>
                  </a:lnTo>
                  <a:lnTo>
                    <a:pt x="1228" y="435"/>
                  </a:lnTo>
                  <a:lnTo>
                    <a:pt x="1228" y="397"/>
                  </a:lnTo>
                  <a:lnTo>
                    <a:pt x="1228" y="359"/>
                  </a:lnTo>
                  <a:lnTo>
                    <a:pt x="1190" y="321"/>
                  </a:lnTo>
                  <a:lnTo>
                    <a:pt x="1247" y="303"/>
                  </a:lnTo>
                  <a:lnTo>
                    <a:pt x="1284" y="284"/>
                  </a:lnTo>
                  <a:lnTo>
                    <a:pt x="1303" y="246"/>
                  </a:lnTo>
                  <a:lnTo>
                    <a:pt x="1322" y="227"/>
                  </a:lnTo>
                  <a:lnTo>
                    <a:pt x="1322" y="170"/>
                  </a:lnTo>
                  <a:lnTo>
                    <a:pt x="1322" y="152"/>
                  </a:lnTo>
                  <a:lnTo>
                    <a:pt x="1284" y="133"/>
                  </a:lnTo>
                  <a:lnTo>
                    <a:pt x="1228" y="152"/>
                  </a:lnTo>
                  <a:lnTo>
                    <a:pt x="1190" y="152"/>
                  </a:lnTo>
                  <a:lnTo>
                    <a:pt x="1209" y="133"/>
                  </a:lnTo>
                  <a:lnTo>
                    <a:pt x="1228" y="95"/>
                  </a:lnTo>
                  <a:lnTo>
                    <a:pt x="1228" y="57"/>
                  </a:lnTo>
                  <a:lnTo>
                    <a:pt x="1209" y="38"/>
                  </a:lnTo>
                  <a:close/>
                  <a:moveTo>
                    <a:pt x="1907" y="57"/>
                  </a:moveTo>
                  <a:lnTo>
                    <a:pt x="1869" y="76"/>
                  </a:lnTo>
                  <a:lnTo>
                    <a:pt x="1832" y="95"/>
                  </a:lnTo>
                  <a:lnTo>
                    <a:pt x="1813" y="114"/>
                  </a:lnTo>
                  <a:lnTo>
                    <a:pt x="1775" y="152"/>
                  </a:lnTo>
                  <a:lnTo>
                    <a:pt x="1756" y="189"/>
                  </a:lnTo>
                  <a:lnTo>
                    <a:pt x="1756" y="170"/>
                  </a:lnTo>
                  <a:lnTo>
                    <a:pt x="1737" y="152"/>
                  </a:lnTo>
                  <a:lnTo>
                    <a:pt x="1699" y="152"/>
                  </a:lnTo>
                  <a:lnTo>
                    <a:pt x="1662" y="170"/>
                  </a:lnTo>
                  <a:lnTo>
                    <a:pt x="1624" y="189"/>
                  </a:lnTo>
                  <a:lnTo>
                    <a:pt x="1567" y="246"/>
                  </a:lnTo>
                  <a:lnTo>
                    <a:pt x="1567" y="284"/>
                  </a:lnTo>
                  <a:lnTo>
                    <a:pt x="1567" y="321"/>
                  </a:lnTo>
                  <a:lnTo>
                    <a:pt x="1605" y="340"/>
                  </a:lnTo>
                  <a:lnTo>
                    <a:pt x="1548" y="378"/>
                  </a:lnTo>
                  <a:lnTo>
                    <a:pt x="1511" y="397"/>
                  </a:lnTo>
                  <a:lnTo>
                    <a:pt x="1473" y="435"/>
                  </a:lnTo>
                  <a:lnTo>
                    <a:pt x="1473" y="491"/>
                  </a:lnTo>
                  <a:lnTo>
                    <a:pt x="1473" y="529"/>
                  </a:lnTo>
                  <a:lnTo>
                    <a:pt x="1511" y="548"/>
                  </a:lnTo>
                  <a:lnTo>
                    <a:pt x="1567" y="529"/>
                  </a:lnTo>
                  <a:lnTo>
                    <a:pt x="1605" y="510"/>
                  </a:lnTo>
                  <a:lnTo>
                    <a:pt x="1586" y="548"/>
                  </a:lnTo>
                  <a:lnTo>
                    <a:pt x="1567" y="586"/>
                  </a:lnTo>
                  <a:lnTo>
                    <a:pt x="1586" y="605"/>
                  </a:lnTo>
                  <a:lnTo>
                    <a:pt x="1605" y="642"/>
                  </a:lnTo>
                  <a:lnTo>
                    <a:pt x="1662" y="642"/>
                  </a:lnTo>
                  <a:lnTo>
                    <a:pt x="1699" y="623"/>
                  </a:lnTo>
                  <a:lnTo>
                    <a:pt x="1737" y="586"/>
                  </a:lnTo>
                  <a:lnTo>
                    <a:pt x="1756" y="548"/>
                  </a:lnTo>
                  <a:lnTo>
                    <a:pt x="1775" y="510"/>
                  </a:lnTo>
                  <a:lnTo>
                    <a:pt x="1794" y="529"/>
                  </a:lnTo>
                  <a:lnTo>
                    <a:pt x="1813" y="548"/>
                  </a:lnTo>
                  <a:lnTo>
                    <a:pt x="1869" y="548"/>
                  </a:lnTo>
                  <a:lnTo>
                    <a:pt x="1907" y="510"/>
                  </a:lnTo>
                  <a:lnTo>
                    <a:pt x="1964" y="472"/>
                  </a:lnTo>
                  <a:lnTo>
                    <a:pt x="1964" y="416"/>
                  </a:lnTo>
                  <a:lnTo>
                    <a:pt x="1964" y="397"/>
                  </a:lnTo>
                  <a:lnTo>
                    <a:pt x="1926" y="359"/>
                  </a:lnTo>
                  <a:lnTo>
                    <a:pt x="1983" y="340"/>
                  </a:lnTo>
                  <a:lnTo>
                    <a:pt x="2020" y="321"/>
                  </a:lnTo>
                  <a:lnTo>
                    <a:pt x="2058" y="284"/>
                  </a:lnTo>
                  <a:lnTo>
                    <a:pt x="2058" y="265"/>
                  </a:lnTo>
                  <a:lnTo>
                    <a:pt x="2077" y="208"/>
                  </a:lnTo>
                  <a:lnTo>
                    <a:pt x="2058" y="189"/>
                  </a:lnTo>
                  <a:lnTo>
                    <a:pt x="2020" y="170"/>
                  </a:lnTo>
                  <a:lnTo>
                    <a:pt x="1964" y="189"/>
                  </a:lnTo>
                  <a:lnTo>
                    <a:pt x="1926" y="189"/>
                  </a:lnTo>
                  <a:lnTo>
                    <a:pt x="1945" y="170"/>
                  </a:lnTo>
                  <a:lnTo>
                    <a:pt x="1964" y="133"/>
                  </a:lnTo>
                  <a:lnTo>
                    <a:pt x="1964" y="95"/>
                  </a:lnTo>
                  <a:lnTo>
                    <a:pt x="1945" y="76"/>
                  </a:lnTo>
                  <a:lnTo>
                    <a:pt x="1907" y="57"/>
                  </a:lnTo>
                  <a:close/>
                  <a:moveTo>
                    <a:pt x="2643" y="95"/>
                  </a:moveTo>
                  <a:lnTo>
                    <a:pt x="2605" y="114"/>
                  </a:lnTo>
                  <a:lnTo>
                    <a:pt x="2568" y="133"/>
                  </a:lnTo>
                  <a:lnTo>
                    <a:pt x="2549" y="152"/>
                  </a:lnTo>
                  <a:lnTo>
                    <a:pt x="2511" y="189"/>
                  </a:lnTo>
                  <a:lnTo>
                    <a:pt x="2492" y="227"/>
                  </a:lnTo>
                  <a:lnTo>
                    <a:pt x="2492" y="208"/>
                  </a:lnTo>
                  <a:lnTo>
                    <a:pt x="2473" y="189"/>
                  </a:lnTo>
                  <a:lnTo>
                    <a:pt x="2436" y="189"/>
                  </a:lnTo>
                  <a:lnTo>
                    <a:pt x="2398" y="208"/>
                  </a:lnTo>
                  <a:lnTo>
                    <a:pt x="2360" y="227"/>
                  </a:lnTo>
                  <a:lnTo>
                    <a:pt x="2303" y="284"/>
                  </a:lnTo>
                  <a:lnTo>
                    <a:pt x="2303" y="321"/>
                  </a:lnTo>
                  <a:lnTo>
                    <a:pt x="2322" y="359"/>
                  </a:lnTo>
                  <a:lnTo>
                    <a:pt x="2341" y="378"/>
                  </a:lnTo>
                  <a:lnTo>
                    <a:pt x="2285" y="397"/>
                  </a:lnTo>
                  <a:lnTo>
                    <a:pt x="2247" y="435"/>
                  </a:lnTo>
                  <a:lnTo>
                    <a:pt x="2209" y="472"/>
                  </a:lnTo>
                  <a:lnTo>
                    <a:pt x="2209" y="529"/>
                  </a:lnTo>
                  <a:lnTo>
                    <a:pt x="2209" y="567"/>
                  </a:lnTo>
                  <a:lnTo>
                    <a:pt x="2303" y="567"/>
                  </a:lnTo>
                  <a:lnTo>
                    <a:pt x="2341" y="548"/>
                  </a:lnTo>
                  <a:lnTo>
                    <a:pt x="2322" y="586"/>
                  </a:lnTo>
                  <a:lnTo>
                    <a:pt x="2303" y="623"/>
                  </a:lnTo>
                  <a:lnTo>
                    <a:pt x="2322" y="642"/>
                  </a:lnTo>
                  <a:lnTo>
                    <a:pt x="2341" y="680"/>
                  </a:lnTo>
                  <a:lnTo>
                    <a:pt x="2398" y="680"/>
                  </a:lnTo>
                  <a:lnTo>
                    <a:pt x="2436" y="661"/>
                  </a:lnTo>
                  <a:lnTo>
                    <a:pt x="2473" y="623"/>
                  </a:lnTo>
                  <a:lnTo>
                    <a:pt x="2492" y="586"/>
                  </a:lnTo>
                  <a:lnTo>
                    <a:pt x="2511" y="548"/>
                  </a:lnTo>
                  <a:lnTo>
                    <a:pt x="2530" y="567"/>
                  </a:lnTo>
                  <a:lnTo>
                    <a:pt x="2549" y="586"/>
                  </a:lnTo>
                  <a:lnTo>
                    <a:pt x="2605" y="586"/>
                  </a:lnTo>
                  <a:lnTo>
                    <a:pt x="2662" y="548"/>
                  </a:lnTo>
                  <a:lnTo>
                    <a:pt x="2700" y="510"/>
                  </a:lnTo>
                  <a:lnTo>
                    <a:pt x="2700" y="454"/>
                  </a:lnTo>
                  <a:lnTo>
                    <a:pt x="2700" y="435"/>
                  </a:lnTo>
                  <a:lnTo>
                    <a:pt x="2662" y="397"/>
                  </a:lnTo>
                  <a:lnTo>
                    <a:pt x="2719" y="378"/>
                  </a:lnTo>
                  <a:lnTo>
                    <a:pt x="2756" y="340"/>
                  </a:lnTo>
                  <a:lnTo>
                    <a:pt x="2794" y="321"/>
                  </a:lnTo>
                  <a:lnTo>
                    <a:pt x="2794" y="303"/>
                  </a:lnTo>
                  <a:lnTo>
                    <a:pt x="2813" y="246"/>
                  </a:lnTo>
                  <a:lnTo>
                    <a:pt x="2794" y="208"/>
                  </a:lnTo>
                  <a:lnTo>
                    <a:pt x="2756" y="208"/>
                  </a:lnTo>
                  <a:lnTo>
                    <a:pt x="2700" y="227"/>
                  </a:lnTo>
                  <a:lnTo>
                    <a:pt x="2662" y="227"/>
                  </a:lnTo>
                  <a:lnTo>
                    <a:pt x="2681" y="189"/>
                  </a:lnTo>
                  <a:lnTo>
                    <a:pt x="2700" y="152"/>
                  </a:lnTo>
                  <a:lnTo>
                    <a:pt x="2700" y="133"/>
                  </a:lnTo>
                  <a:lnTo>
                    <a:pt x="2681" y="114"/>
                  </a:lnTo>
                  <a:lnTo>
                    <a:pt x="2643" y="95"/>
                  </a:lnTo>
                  <a:close/>
                  <a:moveTo>
                    <a:pt x="3379" y="133"/>
                  </a:moveTo>
                  <a:lnTo>
                    <a:pt x="3341" y="152"/>
                  </a:lnTo>
                  <a:lnTo>
                    <a:pt x="3323" y="152"/>
                  </a:lnTo>
                  <a:lnTo>
                    <a:pt x="3285" y="189"/>
                  </a:lnTo>
                  <a:lnTo>
                    <a:pt x="3247" y="227"/>
                  </a:lnTo>
                  <a:lnTo>
                    <a:pt x="3228" y="265"/>
                  </a:lnTo>
                  <a:lnTo>
                    <a:pt x="3228" y="246"/>
                  </a:lnTo>
                  <a:lnTo>
                    <a:pt x="3209" y="227"/>
                  </a:lnTo>
                  <a:lnTo>
                    <a:pt x="3134" y="227"/>
                  </a:lnTo>
                  <a:lnTo>
                    <a:pt x="3096" y="265"/>
                  </a:lnTo>
                  <a:lnTo>
                    <a:pt x="3058" y="321"/>
                  </a:lnTo>
                  <a:lnTo>
                    <a:pt x="3039" y="359"/>
                  </a:lnTo>
                  <a:lnTo>
                    <a:pt x="3058" y="397"/>
                  </a:lnTo>
                  <a:lnTo>
                    <a:pt x="3077" y="416"/>
                  </a:lnTo>
                  <a:lnTo>
                    <a:pt x="3021" y="435"/>
                  </a:lnTo>
                  <a:lnTo>
                    <a:pt x="2983" y="472"/>
                  </a:lnTo>
                  <a:lnTo>
                    <a:pt x="2945" y="510"/>
                  </a:lnTo>
                  <a:lnTo>
                    <a:pt x="2945" y="567"/>
                  </a:lnTo>
                  <a:lnTo>
                    <a:pt x="2964" y="605"/>
                  </a:lnTo>
                  <a:lnTo>
                    <a:pt x="3039" y="605"/>
                  </a:lnTo>
                  <a:lnTo>
                    <a:pt x="3077" y="586"/>
                  </a:lnTo>
                  <a:lnTo>
                    <a:pt x="3058" y="623"/>
                  </a:lnTo>
                  <a:lnTo>
                    <a:pt x="3058" y="661"/>
                  </a:lnTo>
                  <a:lnTo>
                    <a:pt x="3058" y="680"/>
                  </a:lnTo>
                  <a:lnTo>
                    <a:pt x="3077" y="699"/>
                  </a:lnTo>
                  <a:lnTo>
                    <a:pt x="3096" y="718"/>
                  </a:lnTo>
                  <a:lnTo>
                    <a:pt x="3134" y="718"/>
                  </a:lnTo>
                  <a:lnTo>
                    <a:pt x="3172" y="699"/>
                  </a:lnTo>
                  <a:lnTo>
                    <a:pt x="3209" y="661"/>
                  </a:lnTo>
                  <a:lnTo>
                    <a:pt x="3228" y="623"/>
                  </a:lnTo>
                  <a:lnTo>
                    <a:pt x="3247" y="586"/>
                  </a:lnTo>
                  <a:lnTo>
                    <a:pt x="3266" y="605"/>
                  </a:lnTo>
                  <a:lnTo>
                    <a:pt x="3285" y="623"/>
                  </a:lnTo>
                  <a:lnTo>
                    <a:pt x="3341" y="623"/>
                  </a:lnTo>
                  <a:lnTo>
                    <a:pt x="3398" y="586"/>
                  </a:lnTo>
                  <a:lnTo>
                    <a:pt x="3436" y="529"/>
                  </a:lnTo>
                  <a:lnTo>
                    <a:pt x="3436" y="491"/>
                  </a:lnTo>
                  <a:lnTo>
                    <a:pt x="3436" y="454"/>
                  </a:lnTo>
                  <a:lnTo>
                    <a:pt x="3398" y="435"/>
                  </a:lnTo>
                  <a:lnTo>
                    <a:pt x="3455" y="416"/>
                  </a:lnTo>
                  <a:lnTo>
                    <a:pt x="3492" y="378"/>
                  </a:lnTo>
                  <a:lnTo>
                    <a:pt x="3530" y="359"/>
                  </a:lnTo>
                  <a:lnTo>
                    <a:pt x="3530" y="340"/>
                  </a:lnTo>
                  <a:lnTo>
                    <a:pt x="3549" y="284"/>
                  </a:lnTo>
                  <a:lnTo>
                    <a:pt x="3530" y="246"/>
                  </a:lnTo>
                  <a:lnTo>
                    <a:pt x="3436" y="246"/>
                  </a:lnTo>
                  <a:lnTo>
                    <a:pt x="3398" y="265"/>
                  </a:lnTo>
                  <a:lnTo>
                    <a:pt x="3417" y="227"/>
                  </a:lnTo>
                  <a:lnTo>
                    <a:pt x="3436" y="189"/>
                  </a:lnTo>
                  <a:lnTo>
                    <a:pt x="3436" y="170"/>
                  </a:lnTo>
                  <a:lnTo>
                    <a:pt x="3417" y="152"/>
                  </a:lnTo>
                  <a:lnTo>
                    <a:pt x="3379" y="133"/>
                  </a:lnTo>
                  <a:close/>
                  <a:moveTo>
                    <a:pt x="4096" y="170"/>
                  </a:moveTo>
                  <a:lnTo>
                    <a:pt x="4059" y="189"/>
                  </a:lnTo>
                  <a:lnTo>
                    <a:pt x="4021" y="227"/>
                  </a:lnTo>
                  <a:lnTo>
                    <a:pt x="3983" y="265"/>
                  </a:lnTo>
                  <a:lnTo>
                    <a:pt x="3983" y="303"/>
                  </a:lnTo>
                  <a:lnTo>
                    <a:pt x="3964" y="284"/>
                  </a:lnTo>
                  <a:lnTo>
                    <a:pt x="3945" y="265"/>
                  </a:lnTo>
                  <a:lnTo>
                    <a:pt x="3870" y="265"/>
                  </a:lnTo>
                  <a:lnTo>
                    <a:pt x="3832" y="303"/>
                  </a:lnTo>
                  <a:lnTo>
                    <a:pt x="3794" y="359"/>
                  </a:lnTo>
                  <a:lnTo>
                    <a:pt x="3776" y="397"/>
                  </a:lnTo>
                  <a:lnTo>
                    <a:pt x="3794" y="416"/>
                  </a:lnTo>
                  <a:lnTo>
                    <a:pt x="3813" y="454"/>
                  </a:lnTo>
                  <a:lnTo>
                    <a:pt x="3757" y="472"/>
                  </a:lnTo>
                  <a:lnTo>
                    <a:pt x="3719" y="510"/>
                  </a:lnTo>
                  <a:lnTo>
                    <a:pt x="3681" y="548"/>
                  </a:lnTo>
                  <a:lnTo>
                    <a:pt x="3681" y="605"/>
                  </a:lnTo>
                  <a:lnTo>
                    <a:pt x="3700" y="642"/>
                  </a:lnTo>
                  <a:lnTo>
                    <a:pt x="3719" y="642"/>
                  </a:lnTo>
                  <a:lnTo>
                    <a:pt x="3776" y="623"/>
                  </a:lnTo>
                  <a:lnTo>
                    <a:pt x="3813" y="623"/>
                  </a:lnTo>
                  <a:lnTo>
                    <a:pt x="3794" y="661"/>
                  </a:lnTo>
                  <a:lnTo>
                    <a:pt x="3794" y="699"/>
                  </a:lnTo>
                  <a:lnTo>
                    <a:pt x="3794" y="718"/>
                  </a:lnTo>
                  <a:lnTo>
                    <a:pt x="3813" y="737"/>
                  </a:lnTo>
                  <a:lnTo>
                    <a:pt x="3832" y="756"/>
                  </a:lnTo>
                  <a:lnTo>
                    <a:pt x="3870" y="737"/>
                  </a:lnTo>
                  <a:lnTo>
                    <a:pt x="3908" y="718"/>
                  </a:lnTo>
                  <a:lnTo>
                    <a:pt x="3945" y="699"/>
                  </a:lnTo>
                  <a:lnTo>
                    <a:pt x="3964" y="661"/>
                  </a:lnTo>
                  <a:lnTo>
                    <a:pt x="3983" y="623"/>
                  </a:lnTo>
                  <a:lnTo>
                    <a:pt x="4002" y="642"/>
                  </a:lnTo>
                  <a:lnTo>
                    <a:pt x="4021" y="661"/>
                  </a:lnTo>
                  <a:lnTo>
                    <a:pt x="4078" y="661"/>
                  </a:lnTo>
                  <a:lnTo>
                    <a:pt x="4134" y="623"/>
                  </a:lnTo>
                  <a:lnTo>
                    <a:pt x="4172" y="567"/>
                  </a:lnTo>
                  <a:lnTo>
                    <a:pt x="4172" y="529"/>
                  </a:lnTo>
                  <a:lnTo>
                    <a:pt x="4172" y="491"/>
                  </a:lnTo>
                  <a:lnTo>
                    <a:pt x="4134" y="472"/>
                  </a:lnTo>
                  <a:lnTo>
                    <a:pt x="4191" y="435"/>
                  </a:lnTo>
                  <a:lnTo>
                    <a:pt x="4266" y="397"/>
                  </a:lnTo>
                  <a:lnTo>
                    <a:pt x="4266" y="378"/>
                  </a:lnTo>
                  <a:lnTo>
                    <a:pt x="4285" y="321"/>
                  </a:lnTo>
                  <a:lnTo>
                    <a:pt x="4266" y="284"/>
                  </a:lnTo>
                  <a:lnTo>
                    <a:pt x="4172" y="284"/>
                  </a:lnTo>
                  <a:lnTo>
                    <a:pt x="4134" y="303"/>
                  </a:lnTo>
                  <a:lnTo>
                    <a:pt x="4153" y="265"/>
                  </a:lnTo>
                  <a:lnTo>
                    <a:pt x="4172" y="227"/>
                  </a:lnTo>
                  <a:lnTo>
                    <a:pt x="4172" y="208"/>
                  </a:lnTo>
                  <a:lnTo>
                    <a:pt x="4153" y="189"/>
                  </a:lnTo>
                  <a:lnTo>
                    <a:pt x="4115" y="170"/>
                  </a:lnTo>
                  <a:close/>
                  <a:moveTo>
                    <a:pt x="4832" y="208"/>
                  </a:moveTo>
                  <a:lnTo>
                    <a:pt x="4795" y="227"/>
                  </a:lnTo>
                  <a:lnTo>
                    <a:pt x="4757" y="265"/>
                  </a:lnTo>
                  <a:lnTo>
                    <a:pt x="4738" y="303"/>
                  </a:lnTo>
                  <a:lnTo>
                    <a:pt x="4719" y="340"/>
                  </a:lnTo>
                  <a:lnTo>
                    <a:pt x="4700" y="321"/>
                  </a:lnTo>
                  <a:lnTo>
                    <a:pt x="4681" y="303"/>
                  </a:lnTo>
                  <a:lnTo>
                    <a:pt x="4606" y="303"/>
                  </a:lnTo>
                  <a:lnTo>
                    <a:pt x="4568" y="340"/>
                  </a:lnTo>
                  <a:lnTo>
                    <a:pt x="4530" y="378"/>
                  </a:lnTo>
                  <a:lnTo>
                    <a:pt x="4512" y="435"/>
                  </a:lnTo>
                  <a:lnTo>
                    <a:pt x="4530" y="454"/>
                  </a:lnTo>
                  <a:lnTo>
                    <a:pt x="4549" y="491"/>
                  </a:lnTo>
                  <a:lnTo>
                    <a:pt x="4493" y="510"/>
                  </a:lnTo>
                  <a:lnTo>
                    <a:pt x="4455" y="548"/>
                  </a:lnTo>
                  <a:lnTo>
                    <a:pt x="4417" y="586"/>
                  </a:lnTo>
                  <a:lnTo>
                    <a:pt x="4417" y="642"/>
                  </a:lnTo>
                  <a:lnTo>
                    <a:pt x="4436" y="680"/>
                  </a:lnTo>
                  <a:lnTo>
                    <a:pt x="4455" y="680"/>
                  </a:lnTo>
                  <a:lnTo>
                    <a:pt x="4512" y="661"/>
                  </a:lnTo>
                  <a:lnTo>
                    <a:pt x="4549" y="661"/>
                  </a:lnTo>
                  <a:lnTo>
                    <a:pt x="4530" y="699"/>
                  </a:lnTo>
                  <a:lnTo>
                    <a:pt x="4530" y="718"/>
                  </a:lnTo>
                  <a:lnTo>
                    <a:pt x="4530" y="756"/>
                  </a:lnTo>
                  <a:lnTo>
                    <a:pt x="4549" y="774"/>
                  </a:lnTo>
                  <a:lnTo>
                    <a:pt x="4568" y="793"/>
                  </a:lnTo>
                  <a:lnTo>
                    <a:pt x="4606" y="774"/>
                  </a:lnTo>
                  <a:lnTo>
                    <a:pt x="4644" y="756"/>
                  </a:lnTo>
                  <a:lnTo>
                    <a:pt x="4681" y="737"/>
                  </a:lnTo>
                  <a:lnTo>
                    <a:pt x="4700" y="699"/>
                  </a:lnTo>
                  <a:lnTo>
                    <a:pt x="4719" y="661"/>
                  </a:lnTo>
                  <a:lnTo>
                    <a:pt x="4738" y="680"/>
                  </a:lnTo>
                  <a:lnTo>
                    <a:pt x="4757" y="699"/>
                  </a:lnTo>
                  <a:lnTo>
                    <a:pt x="4814" y="699"/>
                  </a:lnTo>
                  <a:lnTo>
                    <a:pt x="4870" y="661"/>
                  </a:lnTo>
                  <a:lnTo>
                    <a:pt x="4908" y="605"/>
                  </a:lnTo>
                  <a:lnTo>
                    <a:pt x="4908" y="567"/>
                  </a:lnTo>
                  <a:lnTo>
                    <a:pt x="4908" y="529"/>
                  </a:lnTo>
                  <a:lnTo>
                    <a:pt x="4870" y="510"/>
                  </a:lnTo>
                  <a:lnTo>
                    <a:pt x="4927" y="472"/>
                  </a:lnTo>
                  <a:lnTo>
                    <a:pt x="4965" y="454"/>
                  </a:lnTo>
                  <a:lnTo>
                    <a:pt x="5002" y="416"/>
                  </a:lnTo>
                  <a:lnTo>
                    <a:pt x="5021" y="359"/>
                  </a:lnTo>
                  <a:lnTo>
                    <a:pt x="5002" y="321"/>
                  </a:lnTo>
                  <a:lnTo>
                    <a:pt x="4908" y="321"/>
                  </a:lnTo>
                  <a:lnTo>
                    <a:pt x="4889" y="340"/>
                  </a:lnTo>
                  <a:lnTo>
                    <a:pt x="4889" y="303"/>
                  </a:lnTo>
                  <a:lnTo>
                    <a:pt x="4908" y="265"/>
                  </a:lnTo>
                  <a:lnTo>
                    <a:pt x="4908" y="246"/>
                  </a:lnTo>
                  <a:lnTo>
                    <a:pt x="4889" y="2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4883396" y="165191"/>
              <a:ext cx="31177" cy="30167"/>
            </a:xfrm>
            <a:custGeom>
              <a:avLst/>
              <a:gdLst/>
              <a:ahLst/>
              <a:cxnLst/>
              <a:rect l="l" t="t" r="r" b="b"/>
              <a:pathLst>
                <a:path w="586" h="567" fill="none" extrusionOk="0">
                  <a:moveTo>
                    <a:pt x="435" y="1"/>
                  </a:moveTo>
                  <a:lnTo>
                    <a:pt x="435" y="1"/>
                  </a:lnTo>
                  <a:lnTo>
                    <a:pt x="397" y="1"/>
                  </a:lnTo>
                  <a:lnTo>
                    <a:pt x="359" y="19"/>
                  </a:lnTo>
                  <a:lnTo>
                    <a:pt x="341" y="38"/>
                  </a:lnTo>
                  <a:lnTo>
                    <a:pt x="303" y="76"/>
                  </a:lnTo>
                  <a:lnTo>
                    <a:pt x="284" y="114"/>
                  </a:lnTo>
                  <a:lnTo>
                    <a:pt x="265" y="95"/>
                  </a:lnTo>
                  <a:lnTo>
                    <a:pt x="265" y="95"/>
                  </a:lnTo>
                  <a:lnTo>
                    <a:pt x="265" y="95"/>
                  </a:lnTo>
                  <a:lnTo>
                    <a:pt x="227" y="76"/>
                  </a:lnTo>
                  <a:lnTo>
                    <a:pt x="227" y="76"/>
                  </a:lnTo>
                  <a:lnTo>
                    <a:pt x="227" y="76"/>
                  </a:lnTo>
                  <a:lnTo>
                    <a:pt x="190" y="95"/>
                  </a:lnTo>
                  <a:lnTo>
                    <a:pt x="152" y="114"/>
                  </a:lnTo>
                  <a:lnTo>
                    <a:pt x="152" y="114"/>
                  </a:lnTo>
                  <a:lnTo>
                    <a:pt x="95" y="170"/>
                  </a:lnTo>
                  <a:lnTo>
                    <a:pt x="95" y="170"/>
                  </a:lnTo>
                  <a:lnTo>
                    <a:pt x="95" y="208"/>
                  </a:lnTo>
                  <a:lnTo>
                    <a:pt x="95" y="246"/>
                  </a:lnTo>
                  <a:lnTo>
                    <a:pt x="133" y="265"/>
                  </a:lnTo>
                  <a:lnTo>
                    <a:pt x="76" y="303"/>
                  </a:lnTo>
                  <a:lnTo>
                    <a:pt x="76" y="303"/>
                  </a:lnTo>
                  <a:lnTo>
                    <a:pt x="39" y="321"/>
                  </a:lnTo>
                  <a:lnTo>
                    <a:pt x="1" y="378"/>
                  </a:lnTo>
                  <a:lnTo>
                    <a:pt x="1" y="378"/>
                  </a:lnTo>
                  <a:lnTo>
                    <a:pt x="1" y="435"/>
                  </a:lnTo>
                  <a:lnTo>
                    <a:pt x="1" y="435"/>
                  </a:lnTo>
                  <a:lnTo>
                    <a:pt x="1" y="454"/>
                  </a:lnTo>
                  <a:lnTo>
                    <a:pt x="39" y="472"/>
                  </a:lnTo>
                  <a:lnTo>
                    <a:pt x="39" y="472"/>
                  </a:lnTo>
                  <a:lnTo>
                    <a:pt x="95" y="454"/>
                  </a:lnTo>
                  <a:lnTo>
                    <a:pt x="133" y="435"/>
                  </a:lnTo>
                  <a:lnTo>
                    <a:pt x="114" y="472"/>
                  </a:lnTo>
                  <a:lnTo>
                    <a:pt x="114" y="472"/>
                  </a:lnTo>
                  <a:lnTo>
                    <a:pt x="95" y="510"/>
                  </a:lnTo>
                  <a:lnTo>
                    <a:pt x="114" y="548"/>
                  </a:lnTo>
                  <a:lnTo>
                    <a:pt x="114" y="548"/>
                  </a:lnTo>
                  <a:lnTo>
                    <a:pt x="133" y="567"/>
                  </a:lnTo>
                  <a:lnTo>
                    <a:pt x="152" y="567"/>
                  </a:lnTo>
                  <a:lnTo>
                    <a:pt x="152" y="567"/>
                  </a:lnTo>
                  <a:lnTo>
                    <a:pt x="190" y="567"/>
                  </a:lnTo>
                  <a:lnTo>
                    <a:pt x="227" y="548"/>
                  </a:lnTo>
                  <a:lnTo>
                    <a:pt x="227" y="548"/>
                  </a:lnTo>
                  <a:lnTo>
                    <a:pt x="265" y="510"/>
                  </a:lnTo>
                  <a:lnTo>
                    <a:pt x="284" y="491"/>
                  </a:lnTo>
                  <a:lnTo>
                    <a:pt x="303" y="454"/>
                  </a:lnTo>
                  <a:lnTo>
                    <a:pt x="322" y="454"/>
                  </a:lnTo>
                  <a:lnTo>
                    <a:pt x="322" y="454"/>
                  </a:lnTo>
                  <a:lnTo>
                    <a:pt x="322" y="472"/>
                  </a:lnTo>
                  <a:lnTo>
                    <a:pt x="359" y="491"/>
                  </a:lnTo>
                  <a:lnTo>
                    <a:pt x="359" y="491"/>
                  </a:lnTo>
                  <a:lnTo>
                    <a:pt x="397" y="472"/>
                  </a:lnTo>
                  <a:lnTo>
                    <a:pt x="435" y="454"/>
                  </a:lnTo>
                  <a:lnTo>
                    <a:pt x="435" y="454"/>
                  </a:lnTo>
                  <a:lnTo>
                    <a:pt x="492" y="397"/>
                  </a:lnTo>
                  <a:lnTo>
                    <a:pt x="492" y="397"/>
                  </a:lnTo>
                  <a:lnTo>
                    <a:pt x="492" y="359"/>
                  </a:lnTo>
                  <a:lnTo>
                    <a:pt x="492" y="321"/>
                  </a:lnTo>
                  <a:lnTo>
                    <a:pt x="454" y="284"/>
                  </a:lnTo>
                  <a:lnTo>
                    <a:pt x="510" y="265"/>
                  </a:lnTo>
                  <a:lnTo>
                    <a:pt x="510" y="265"/>
                  </a:lnTo>
                  <a:lnTo>
                    <a:pt x="548" y="246"/>
                  </a:lnTo>
                  <a:lnTo>
                    <a:pt x="567" y="208"/>
                  </a:lnTo>
                  <a:lnTo>
                    <a:pt x="586" y="189"/>
                  </a:lnTo>
                  <a:lnTo>
                    <a:pt x="586" y="189"/>
                  </a:lnTo>
                  <a:lnTo>
                    <a:pt x="586" y="133"/>
                  </a:lnTo>
                  <a:lnTo>
                    <a:pt x="586" y="133"/>
                  </a:lnTo>
                  <a:lnTo>
                    <a:pt x="586" y="114"/>
                  </a:lnTo>
                  <a:lnTo>
                    <a:pt x="548" y="95"/>
                  </a:lnTo>
                  <a:lnTo>
                    <a:pt x="548" y="95"/>
                  </a:lnTo>
                  <a:lnTo>
                    <a:pt x="492" y="114"/>
                  </a:lnTo>
                  <a:lnTo>
                    <a:pt x="454" y="133"/>
                  </a:lnTo>
                  <a:lnTo>
                    <a:pt x="473" y="95"/>
                  </a:lnTo>
                  <a:lnTo>
                    <a:pt x="473" y="95"/>
                  </a:lnTo>
                  <a:lnTo>
                    <a:pt x="492" y="57"/>
                  </a:lnTo>
                  <a:lnTo>
                    <a:pt x="492" y="19"/>
                  </a:lnTo>
                  <a:lnTo>
                    <a:pt x="473" y="1"/>
                  </a:lnTo>
                  <a:lnTo>
                    <a:pt x="43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4922554" y="167213"/>
              <a:ext cx="31230" cy="30167"/>
            </a:xfrm>
            <a:custGeom>
              <a:avLst/>
              <a:gdLst/>
              <a:ahLst/>
              <a:cxnLst/>
              <a:rect l="l" t="t" r="r" b="b"/>
              <a:pathLst>
                <a:path w="587" h="567" fill="none" extrusionOk="0">
                  <a:moveTo>
                    <a:pt x="435" y="0"/>
                  </a:moveTo>
                  <a:lnTo>
                    <a:pt x="435" y="0"/>
                  </a:lnTo>
                  <a:lnTo>
                    <a:pt x="397" y="0"/>
                  </a:lnTo>
                  <a:lnTo>
                    <a:pt x="360" y="19"/>
                  </a:lnTo>
                  <a:lnTo>
                    <a:pt x="341" y="38"/>
                  </a:lnTo>
                  <a:lnTo>
                    <a:pt x="303" y="76"/>
                  </a:lnTo>
                  <a:lnTo>
                    <a:pt x="284" y="114"/>
                  </a:lnTo>
                  <a:lnTo>
                    <a:pt x="265" y="95"/>
                  </a:lnTo>
                  <a:lnTo>
                    <a:pt x="265" y="95"/>
                  </a:lnTo>
                  <a:lnTo>
                    <a:pt x="265" y="76"/>
                  </a:lnTo>
                  <a:lnTo>
                    <a:pt x="227" y="76"/>
                  </a:lnTo>
                  <a:lnTo>
                    <a:pt x="227" y="76"/>
                  </a:lnTo>
                  <a:lnTo>
                    <a:pt x="227" y="76"/>
                  </a:lnTo>
                  <a:lnTo>
                    <a:pt x="190" y="95"/>
                  </a:lnTo>
                  <a:lnTo>
                    <a:pt x="152" y="114"/>
                  </a:lnTo>
                  <a:lnTo>
                    <a:pt x="152" y="114"/>
                  </a:lnTo>
                  <a:lnTo>
                    <a:pt x="95" y="170"/>
                  </a:lnTo>
                  <a:lnTo>
                    <a:pt x="95" y="170"/>
                  </a:lnTo>
                  <a:lnTo>
                    <a:pt x="95" y="208"/>
                  </a:lnTo>
                  <a:lnTo>
                    <a:pt x="95" y="246"/>
                  </a:lnTo>
                  <a:lnTo>
                    <a:pt x="133" y="265"/>
                  </a:lnTo>
                  <a:lnTo>
                    <a:pt x="76" y="302"/>
                  </a:lnTo>
                  <a:lnTo>
                    <a:pt x="76" y="302"/>
                  </a:lnTo>
                  <a:lnTo>
                    <a:pt x="39" y="321"/>
                  </a:lnTo>
                  <a:lnTo>
                    <a:pt x="1" y="359"/>
                  </a:lnTo>
                  <a:lnTo>
                    <a:pt x="1" y="359"/>
                  </a:lnTo>
                  <a:lnTo>
                    <a:pt x="1" y="416"/>
                  </a:lnTo>
                  <a:lnTo>
                    <a:pt x="1" y="416"/>
                  </a:lnTo>
                  <a:lnTo>
                    <a:pt x="1" y="453"/>
                  </a:lnTo>
                  <a:lnTo>
                    <a:pt x="39" y="472"/>
                  </a:lnTo>
                  <a:lnTo>
                    <a:pt x="39" y="472"/>
                  </a:lnTo>
                  <a:lnTo>
                    <a:pt x="95" y="453"/>
                  </a:lnTo>
                  <a:lnTo>
                    <a:pt x="133" y="434"/>
                  </a:lnTo>
                  <a:lnTo>
                    <a:pt x="114" y="472"/>
                  </a:lnTo>
                  <a:lnTo>
                    <a:pt x="114" y="472"/>
                  </a:lnTo>
                  <a:lnTo>
                    <a:pt x="95" y="510"/>
                  </a:lnTo>
                  <a:lnTo>
                    <a:pt x="114" y="548"/>
                  </a:lnTo>
                  <a:lnTo>
                    <a:pt x="114" y="548"/>
                  </a:lnTo>
                  <a:lnTo>
                    <a:pt x="133" y="567"/>
                  </a:lnTo>
                  <a:lnTo>
                    <a:pt x="152" y="567"/>
                  </a:lnTo>
                  <a:lnTo>
                    <a:pt x="152" y="567"/>
                  </a:lnTo>
                  <a:lnTo>
                    <a:pt x="190" y="567"/>
                  </a:lnTo>
                  <a:lnTo>
                    <a:pt x="227" y="548"/>
                  </a:lnTo>
                  <a:lnTo>
                    <a:pt x="227" y="548"/>
                  </a:lnTo>
                  <a:lnTo>
                    <a:pt x="265" y="510"/>
                  </a:lnTo>
                  <a:lnTo>
                    <a:pt x="284" y="472"/>
                  </a:lnTo>
                  <a:lnTo>
                    <a:pt x="303" y="453"/>
                  </a:lnTo>
                  <a:lnTo>
                    <a:pt x="322" y="453"/>
                  </a:lnTo>
                  <a:lnTo>
                    <a:pt x="322" y="453"/>
                  </a:lnTo>
                  <a:lnTo>
                    <a:pt x="341" y="472"/>
                  </a:lnTo>
                  <a:lnTo>
                    <a:pt x="360" y="472"/>
                  </a:lnTo>
                  <a:lnTo>
                    <a:pt x="360" y="472"/>
                  </a:lnTo>
                  <a:lnTo>
                    <a:pt x="397" y="472"/>
                  </a:lnTo>
                  <a:lnTo>
                    <a:pt x="435" y="453"/>
                  </a:lnTo>
                  <a:lnTo>
                    <a:pt x="435" y="453"/>
                  </a:lnTo>
                  <a:lnTo>
                    <a:pt x="492" y="397"/>
                  </a:lnTo>
                  <a:lnTo>
                    <a:pt x="492" y="397"/>
                  </a:lnTo>
                  <a:lnTo>
                    <a:pt x="492" y="359"/>
                  </a:lnTo>
                  <a:lnTo>
                    <a:pt x="492" y="321"/>
                  </a:lnTo>
                  <a:lnTo>
                    <a:pt x="454" y="283"/>
                  </a:lnTo>
                  <a:lnTo>
                    <a:pt x="511" y="265"/>
                  </a:lnTo>
                  <a:lnTo>
                    <a:pt x="511" y="265"/>
                  </a:lnTo>
                  <a:lnTo>
                    <a:pt x="548" y="246"/>
                  </a:lnTo>
                  <a:lnTo>
                    <a:pt x="567" y="208"/>
                  </a:lnTo>
                  <a:lnTo>
                    <a:pt x="586" y="189"/>
                  </a:lnTo>
                  <a:lnTo>
                    <a:pt x="586" y="189"/>
                  </a:lnTo>
                  <a:lnTo>
                    <a:pt x="586" y="132"/>
                  </a:lnTo>
                  <a:lnTo>
                    <a:pt x="586" y="132"/>
                  </a:lnTo>
                  <a:lnTo>
                    <a:pt x="586" y="114"/>
                  </a:lnTo>
                  <a:lnTo>
                    <a:pt x="548" y="95"/>
                  </a:lnTo>
                  <a:lnTo>
                    <a:pt x="548" y="95"/>
                  </a:lnTo>
                  <a:lnTo>
                    <a:pt x="492" y="114"/>
                  </a:lnTo>
                  <a:lnTo>
                    <a:pt x="454" y="114"/>
                  </a:lnTo>
                  <a:lnTo>
                    <a:pt x="473" y="95"/>
                  </a:lnTo>
                  <a:lnTo>
                    <a:pt x="473" y="95"/>
                  </a:lnTo>
                  <a:lnTo>
                    <a:pt x="492" y="57"/>
                  </a:lnTo>
                  <a:lnTo>
                    <a:pt x="492" y="19"/>
                  </a:lnTo>
                  <a:lnTo>
                    <a:pt x="473" y="0"/>
                  </a:lnTo>
                  <a:lnTo>
                    <a:pt x="435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4961765" y="168223"/>
              <a:ext cx="32134" cy="31178"/>
            </a:xfrm>
            <a:custGeom>
              <a:avLst/>
              <a:gdLst/>
              <a:ahLst/>
              <a:cxnLst/>
              <a:rect l="l" t="t" r="r" b="b"/>
              <a:pathLst>
                <a:path w="604" h="586" fill="none" extrusionOk="0">
                  <a:moveTo>
                    <a:pt x="434" y="0"/>
                  </a:moveTo>
                  <a:lnTo>
                    <a:pt x="434" y="0"/>
                  </a:lnTo>
                  <a:lnTo>
                    <a:pt x="396" y="19"/>
                  </a:lnTo>
                  <a:lnTo>
                    <a:pt x="359" y="38"/>
                  </a:lnTo>
                  <a:lnTo>
                    <a:pt x="340" y="57"/>
                  </a:lnTo>
                  <a:lnTo>
                    <a:pt x="302" y="95"/>
                  </a:lnTo>
                  <a:lnTo>
                    <a:pt x="283" y="132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64" y="95"/>
                  </a:lnTo>
                  <a:lnTo>
                    <a:pt x="226" y="95"/>
                  </a:lnTo>
                  <a:lnTo>
                    <a:pt x="226" y="95"/>
                  </a:lnTo>
                  <a:lnTo>
                    <a:pt x="226" y="95"/>
                  </a:lnTo>
                  <a:lnTo>
                    <a:pt x="189" y="113"/>
                  </a:lnTo>
                  <a:lnTo>
                    <a:pt x="151" y="132"/>
                  </a:lnTo>
                  <a:lnTo>
                    <a:pt x="151" y="132"/>
                  </a:lnTo>
                  <a:lnTo>
                    <a:pt x="94" y="189"/>
                  </a:lnTo>
                  <a:lnTo>
                    <a:pt x="94" y="189"/>
                  </a:lnTo>
                  <a:lnTo>
                    <a:pt x="94" y="227"/>
                  </a:lnTo>
                  <a:lnTo>
                    <a:pt x="94" y="264"/>
                  </a:lnTo>
                  <a:lnTo>
                    <a:pt x="132" y="283"/>
                  </a:lnTo>
                  <a:lnTo>
                    <a:pt x="75" y="321"/>
                  </a:lnTo>
                  <a:lnTo>
                    <a:pt x="75" y="321"/>
                  </a:lnTo>
                  <a:lnTo>
                    <a:pt x="38" y="340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434"/>
                  </a:lnTo>
                  <a:lnTo>
                    <a:pt x="0" y="434"/>
                  </a:lnTo>
                  <a:lnTo>
                    <a:pt x="0" y="472"/>
                  </a:lnTo>
                  <a:lnTo>
                    <a:pt x="38" y="491"/>
                  </a:lnTo>
                  <a:lnTo>
                    <a:pt x="38" y="491"/>
                  </a:lnTo>
                  <a:lnTo>
                    <a:pt x="94" y="472"/>
                  </a:lnTo>
                  <a:lnTo>
                    <a:pt x="132" y="453"/>
                  </a:lnTo>
                  <a:lnTo>
                    <a:pt x="113" y="491"/>
                  </a:lnTo>
                  <a:lnTo>
                    <a:pt x="113" y="491"/>
                  </a:lnTo>
                  <a:lnTo>
                    <a:pt x="94" y="529"/>
                  </a:lnTo>
                  <a:lnTo>
                    <a:pt x="113" y="548"/>
                  </a:lnTo>
                  <a:lnTo>
                    <a:pt x="113" y="548"/>
                  </a:lnTo>
                  <a:lnTo>
                    <a:pt x="132" y="585"/>
                  </a:lnTo>
                  <a:lnTo>
                    <a:pt x="151" y="585"/>
                  </a:lnTo>
                  <a:lnTo>
                    <a:pt x="151" y="585"/>
                  </a:lnTo>
                  <a:lnTo>
                    <a:pt x="189" y="585"/>
                  </a:lnTo>
                  <a:lnTo>
                    <a:pt x="226" y="566"/>
                  </a:lnTo>
                  <a:lnTo>
                    <a:pt x="226" y="566"/>
                  </a:lnTo>
                  <a:lnTo>
                    <a:pt x="264" y="529"/>
                  </a:lnTo>
                  <a:lnTo>
                    <a:pt x="283" y="491"/>
                  </a:lnTo>
                  <a:lnTo>
                    <a:pt x="302" y="453"/>
                  </a:lnTo>
                  <a:lnTo>
                    <a:pt x="321" y="472"/>
                  </a:lnTo>
                  <a:lnTo>
                    <a:pt x="321" y="472"/>
                  </a:lnTo>
                  <a:lnTo>
                    <a:pt x="340" y="491"/>
                  </a:lnTo>
                  <a:lnTo>
                    <a:pt x="359" y="491"/>
                  </a:lnTo>
                  <a:lnTo>
                    <a:pt x="359" y="491"/>
                  </a:lnTo>
                  <a:lnTo>
                    <a:pt x="396" y="491"/>
                  </a:lnTo>
                  <a:lnTo>
                    <a:pt x="434" y="453"/>
                  </a:lnTo>
                  <a:lnTo>
                    <a:pt x="434" y="453"/>
                  </a:lnTo>
                  <a:lnTo>
                    <a:pt x="491" y="415"/>
                  </a:lnTo>
                  <a:lnTo>
                    <a:pt x="491" y="415"/>
                  </a:lnTo>
                  <a:lnTo>
                    <a:pt x="491" y="359"/>
                  </a:lnTo>
                  <a:lnTo>
                    <a:pt x="491" y="340"/>
                  </a:lnTo>
                  <a:lnTo>
                    <a:pt x="453" y="302"/>
                  </a:lnTo>
                  <a:lnTo>
                    <a:pt x="510" y="283"/>
                  </a:lnTo>
                  <a:lnTo>
                    <a:pt x="510" y="283"/>
                  </a:lnTo>
                  <a:lnTo>
                    <a:pt x="547" y="264"/>
                  </a:lnTo>
                  <a:lnTo>
                    <a:pt x="585" y="227"/>
                  </a:lnTo>
                  <a:lnTo>
                    <a:pt x="585" y="208"/>
                  </a:lnTo>
                  <a:lnTo>
                    <a:pt x="585" y="208"/>
                  </a:lnTo>
                  <a:lnTo>
                    <a:pt x="604" y="151"/>
                  </a:lnTo>
                  <a:lnTo>
                    <a:pt x="604" y="151"/>
                  </a:lnTo>
                  <a:lnTo>
                    <a:pt x="585" y="132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491" y="132"/>
                  </a:lnTo>
                  <a:lnTo>
                    <a:pt x="453" y="132"/>
                  </a:lnTo>
                  <a:lnTo>
                    <a:pt x="472" y="113"/>
                  </a:lnTo>
                  <a:lnTo>
                    <a:pt x="472" y="113"/>
                  </a:lnTo>
                  <a:lnTo>
                    <a:pt x="491" y="76"/>
                  </a:lnTo>
                  <a:lnTo>
                    <a:pt x="491" y="38"/>
                  </a:lnTo>
                  <a:lnTo>
                    <a:pt x="472" y="19"/>
                  </a:lnTo>
                  <a:lnTo>
                    <a:pt x="434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5000923" y="170192"/>
              <a:ext cx="32134" cy="31231"/>
            </a:xfrm>
            <a:custGeom>
              <a:avLst/>
              <a:gdLst/>
              <a:ahLst/>
              <a:cxnLst/>
              <a:rect l="l" t="t" r="r" b="b"/>
              <a:pathLst>
                <a:path w="604" h="587" fill="none" extrusionOk="0">
                  <a:moveTo>
                    <a:pt x="434" y="1"/>
                  </a:moveTo>
                  <a:lnTo>
                    <a:pt x="434" y="1"/>
                  </a:lnTo>
                  <a:lnTo>
                    <a:pt x="396" y="20"/>
                  </a:lnTo>
                  <a:lnTo>
                    <a:pt x="359" y="39"/>
                  </a:lnTo>
                  <a:lnTo>
                    <a:pt x="340" y="58"/>
                  </a:lnTo>
                  <a:lnTo>
                    <a:pt x="302" y="95"/>
                  </a:lnTo>
                  <a:lnTo>
                    <a:pt x="283" y="133"/>
                  </a:lnTo>
                  <a:lnTo>
                    <a:pt x="283" y="114"/>
                  </a:lnTo>
                  <a:lnTo>
                    <a:pt x="283" y="114"/>
                  </a:lnTo>
                  <a:lnTo>
                    <a:pt x="264" y="95"/>
                  </a:lnTo>
                  <a:lnTo>
                    <a:pt x="227" y="95"/>
                  </a:lnTo>
                  <a:lnTo>
                    <a:pt x="227" y="95"/>
                  </a:lnTo>
                  <a:lnTo>
                    <a:pt x="227" y="95"/>
                  </a:lnTo>
                  <a:lnTo>
                    <a:pt x="189" y="114"/>
                  </a:lnTo>
                  <a:lnTo>
                    <a:pt x="151" y="133"/>
                  </a:lnTo>
                  <a:lnTo>
                    <a:pt x="151" y="133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94" y="227"/>
                  </a:lnTo>
                  <a:lnTo>
                    <a:pt x="113" y="265"/>
                  </a:lnTo>
                  <a:lnTo>
                    <a:pt x="132" y="284"/>
                  </a:lnTo>
                  <a:lnTo>
                    <a:pt x="76" y="303"/>
                  </a:lnTo>
                  <a:lnTo>
                    <a:pt x="76" y="303"/>
                  </a:lnTo>
                  <a:lnTo>
                    <a:pt x="38" y="341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435"/>
                  </a:lnTo>
                  <a:lnTo>
                    <a:pt x="0" y="435"/>
                  </a:lnTo>
                  <a:lnTo>
                    <a:pt x="0" y="473"/>
                  </a:lnTo>
                  <a:lnTo>
                    <a:pt x="38" y="473"/>
                  </a:lnTo>
                  <a:lnTo>
                    <a:pt x="38" y="473"/>
                  </a:lnTo>
                  <a:lnTo>
                    <a:pt x="94" y="473"/>
                  </a:lnTo>
                  <a:lnTo>
                    <a:pt x="132" y="454"/>
                  </a:lnTo>
                  <a:lnTo>
                    <a:pt x="113" y="492"/>
                  </a:lnTo>
                  <a:lnTo>
                    <a:pt x="113" y="492"/>
                  </a:lnTo>
                  <a:lnTo>
                    <a:pt x="94" y="529"/>
                  </a:lnTo>
                  <a:lnTo>
                    <a:pt x="113" y="548"/>
                  </a:lnTo>
                  <a:lnTo>
                    <a:pt x="113" y="548"/>
                  </a:lnTo>
                  <a:lnTo>
                    <a:pt x="132" y="586"/>
                  </a:lnTo>
                  <a:lnTo>
                    <a:pt x="151" y="586"/>
                  </a:lnTo>
                  <a:lnTo>
                    <a:pt x="151" y="586"/>
                  </a:lnTo>
                  <a:lnTo>
                    <a:pt x="189" y="586"/>
                  </a:lnTo>
                  <a:lnTo>
                    <a:pt x="227" y="567"/>
                  </a:lnTo>
                  <a:lnTo>
                    <a:pt x="227" y="567"/>
                  </a:lnTo>
                  <a:lnTo>
                    <a:pt x="264" y="529"/>
                  </a:lnTo>
                  <a:lnTo>
                    <a:pt x="283" y="492"/>
                  </a:lnTo>
                  <a:lnTo>
                    <a:pt x="302" y="454"/>
                  </a:lnTo>
                  <a:lnTo>
                    <a:pt x="321" y="473"/>
                  </a:lnTo>
                  <a:lnTo>
                    <a:pt x="321" y="473"/>
                  </a:lnTo>
                  <a:lnTo>
                    <a:pt x="340" y="492"/>
                  </a:lnTo>
                  <a:lnTo>
                    <a:pt x="359" y="492"/>
                  </a:lnTo>
                  <a:lnTo>
                    <a:pt x="359" y="492"/>
                  </a:lnTo>
                  <a:lnTo>
                    <a:pt x="396" y="492"/>
                  </a:lnTo>
                  <a:lnTo>
                    <a:pt x="453" y="454"/>
                  </a:lnTo>
                  <a:lnTo>
                    <a:pt x="453" y="454"/>
                  </a:lnTo>
                  <a:lnTo>
                    <a:pt x="491" y="416"/>
                  </a:lnTo>
                  <a:lnTo>
                    <a:pt x="491" y="416"/>
                  </a:lnTo>
                  <a:lnTo>
                    <a:pt x="491" y="360"/>
                  </a:lnTo>
                  <a:lnTo>
                    <a:pt x="491" y="341"/>
                  </a:lnTo>
                  <a:lnTo>
                    <a:pt x="453" y="303"/>
                  </a:lnTo>
                  <a:lnTo>
                    <a:pt x="510" y="284"/>
                  </a:lnTo>
                  <a:lnTo>
                    <a:pt x="510" y="284"/>
                  </a:lnTo>
                  <a:lnTo>
                    <a:pt x="547" y="246"/>
                  </a:lnTo>
                  <a:lnTo>
                    <a:pt x="585" y="227"/>
                  </a:lnTo>
                  <a:lnTo>
                    <a:pt x="585" y="209"/>
                  </a:lnTo>
                  <a:lnTo>
                    <a:pt x="585" y="209"/>
                  </a:lnTo>
                  <a:lnTo>
                    <a:pt x="604" y="152"/>
                  </a:lnTo>
                  <a:lnTo>
                    <a:pt x="604" y="152"/>
                  </a:lnTo>
                  <a:lnTo>
                    <a:pt x="585" y="114"/>
                  </a:lnTo>
                  <a:lnTo>
                    <a:pt x="547" y="114"/>
                  </a:lnTo>
                  <a:lnTo>
                    <a:pt x="547" y="114"/>
                  </a:lnTo>
                  <a:lnTo>
                    <a:pt x="491" y="133"/>
                  </a:lnTo>
                  <a:lnTo>
                    <a:pt x="453" y="133"/>
                  </a:lnTo>
                  <a:lnTo>
                    <a:pt x="472" y="95"/>
                  </a:lnTo>
                  <a:lnTo>
                    <a:pt x="472" y="95"/>
                  </a:lnTo>
                  <a:lnTo>
                    <a:pt x="491" y="58"/>
                  </a:lnTo>
                  <a:lnTo>
                    <a:pt x="491" y="39"/>
                  </a:lnTo>
                  <a:lnTo>
                    <a:pt x="472" y="20"/>
                  </a:lnTo>
                  <a:lnTo>
                    <a:pt x="434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5040080" y="172214"/>
              <a:ext cx="32188" cy="31178"/>
            </a:xfrm>
            <a:custGeom>
              <a:avLst/>
              <a:gdLst/>
              <a:ahLst/>
              <a:cxnLst/>
              <a:rect l="l" t="t" r="r" b="b"/>
              <a:pathLst>
                <a:path w="605" h="586" fill="none" extrusionOk="0">
                  <a:moveTo>
                    <a:pt x="434" y="1"/>
                  </a:moveTo>
                  <a:lnTo>
                    <a:pt x="434" y="1"/>
                  </a:lnTo>
                  <a:lnTo>
                    <a:pt x="396" y="20"/>
                  </a:lnTo>
                  <a:lnTo>
                    <a:pt x="378" y="20"/>
                  </a:lnTo>
                  <a:lnTo>
                    <a:pt x="340" y="57"/>
                  </a:lnTo>
                  <a:lnTo>
                    <a:pt x="302" y="95"/>
                  </a:lnTo>
                  <a:lnTo>
                    <a:pt x="283" y="133"/>
                  </a:lnTo>
                  <a:lnTo>
                    <a:pt x="283" y="114"/>
                  </a:lnTo>
                  <a:lnTo>
                    <a:pt x="283" y="114"/>
                  </a:lnTo>
                  <a:lnTo>
                    <a:pt x="264" y="95"/>
                  </a:lnTo>
                  <a:lnTo>
                    <a:pt x="245" y="95"/>
                  </a:lnTo>
                  <a:lnTo>
                    <a:pt x="227" y="95"/>
                  </a:lnTo>
                  <a:lnTo>
                    <a:pt x="227" y="95"/>
                  </a:lnTo>
                  <a:lnTo>
                    <a:pt x="189" y="95"/>
                  </a:lnTo>
                  <a:lnTo>
                    <a:pt x="151" y="133"/>
                  </a:lnTo>
                  <a:lnTo>
                    <a:pt x="151" y="133"/>
                  </a:lnTo>
                  <a:lnTo>
                    <a:pt x="113" y="189"/>
                  </a:lnTo>
                  <a:lnTo>
                    <a:pt x="113" y="189"/>
                  </a:lnTo>
                  <a:lnTo>
                    <a:pt x="94" y="227"/>
                  </a:lnTo>
                  <a:lnTo>
                    <a:pt x="113" y="265"/>
                  </a:lnTo>
                  <a:lnTo>
                    <a:pt x="132" y="284"/>
                  </a:lnTo>
                  <a:lnTo>
                    <a:pt x="76" y="303"/>
                  </a:lnTo>
                  <a:lnTo>
                    <a:pt x="76" y="303"/>
                  </a:lnTo>
                  <a:lnTo>
                    <a:pt x="38" y="340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435"/>
                  </a:lnTo>
                  <a:lnTo>
                    <a:pt x="0" y="435"/>
                  </a:lnTo>
                  <a:lnTo>
                    <a:pt x="19" y="473"/>
                  </a:lnTo>
                  <a:lnTo>
                    <a:pt x="38" y="473"/>
                  </a:lnTo>
                  <a:lnTo>
                    <a:pt x="38" y="473"/>
                  </a:lnTo>
                  <a:lnTo>
                    <a:pt x="94" y="473"/>
                  </a:lnTo>
                  <a:lnTo>
                    <a:pt x="132" y="454"/>
                  </a:lnTo>
                  <a:lnTo>
                    <a:pt x="113" y="491"/>
                  </a:lnTo>
                  <a:lnTo>
                    <a:pt x="113" y="491"/>
                  </a:lnTo>
                  <a:lnTo>
                    <a:pt x="113" y="529"/>
                  </a:lnTo>
                  <a:lnTo>
                    <a:pt x="113" y="548"/>
                  </a:lnTo>
                  <a:lnTo>
                    <a:pt x="113" y="548"/>
                  </a:lnTo>
                  <a:lnTo>
                    <a:pt x="132" y="567"/>
                  </a:lnTo>
                  <a:lnTo>
                    <a:pt x="151" y="586"/>
                  </a:lnTo>
                  <a:lnTo>
                    <a:pt x="151" y="586"/>
                  </a:lnTo>
                  <a:lnTo>
                    <a:pt x="189" y="586"/>
                  </a:lnTo>
                  <a:lnTo>
                    <a:pt x="227" y="567"/>
                  </a:lnTo>
                  <a:lnTo>
                    <a:pt x="227" y="567"/>
                  </a:lnTo>
                  <a:lnTo>
                    <a:pt x="264" y="529"/>
                  </a:lnTo>
                  <a:lnTo>
                    <a:pt x="283" y="491"/>
                  </a:lnTo>
                  <a:lnTo>
                    <a:pt x="302" y="454"/>
                  </a:lnTo>
                  <a:lnTo>
                    <a:pt x="321" y="473"/>
                  </a:lnTo>
                  <a:lnTo>
                    <a:pt x="321" y="473"/>
                  </a:lnTo>
                  <a:lnTo>
                    <a:pt x="340" y="491"/>
                  </a:lnTo>
                  <a:lnTo>
                    <a:pt x="359" y="491"/>
                  </a:lnTo>
                  <a:lnTo>
                    <a:pt x="359" y="491"/>
                  </a:lnTo>
                  <a:lnTo>
                    <a:pt x="396" y="491"/>
                  </a:lnTo>
                  <a:lnTo>
                    <a:pt x="453" y="454"/>
                  </a:lnTo>
                  <a:lnTo>
                    <a:pt x="453" y="454"/>
                  </a:lnTo>
                  <a:lnTo>
                    <a:pt x="491" y="397"/>
                  </a:lnTo>
                  <a:lnTo>
                    <a:pt x="491" y="397"/>
                  </a:lnTo>
                  <a:lnTo>
                    <a:pt x="491" y="359"/>
                  </a:lnTo>
                  <a:lnTo>
                    <a:pt x="491" y="322"/>
                  </a:lnTo>
                  <a:lnTo>
                    <a:pt x="453" y="303"/>
                  </a:lnTo>
                  <a:lnTo>
                    <a:pt x="510" y="284"/>
                  </a:lnTo>
                  <a:lnTo>
                    <a:pt x="510" y="284"/>
                  </a:lnTo>
                  <a:lnTo>
                    <a:pt x="547" y="246"/>
                  </a:lnTo>
                  <a:lnTo>
                    <a:pt x="585" y="227"/>
                  </a:lnTo>
                  <a:lnTo>
                    <a:pt x="585" y="208"/>
                  </a:lnTo>
                  <a:lnTo>
                    <a:pt x="585" y="208"/>
                  </a:lnTo>
                  <a:lnTo>
                    <a:pt x="604" y="152"/>
                  </a:lnTo>
                  <a:lnTo>
                    <a:pt x="604" y="152"/>
                  </a:lnTo>
                  <a:lnTo>
                    <a:pt x="585" y="114"/>
                  </a:lnTo>
                  <a:lnTo>
                    <a:pt x="547" y="114"/>
                  </a:lnTo>
                  <a:lnTo>
                    <a:pt x="547" y="114"/>
                  </a:lnTo>
                  <a:lnTo>
                    <a:pt x="491" y="114"/>
                  </a:lnTo>
                  <a:lnTo>
                    <a:pt x="453" y="133"/>
                  </a:lnTo>
                  <a:lnTo>
                    <a:pt x="472" y="95"/>
                  </a:lnTo>
                  <a:lnTo>
                    <a:pt x="472" y="95"/>
                  </a:lnTo>
                  <a:lnTo>
                    <a:pt x="491" y="57"/>
                  </a:lnTo>
                  <a:lnTo>
                    <a:pt x="491" y="38"/>
                  </a:lnTo>
                  <a:lnTo>
                    <a:pt x="472" y="20"/>
                  </a:lnTo>
                  <a:lnTo>
                    <a:pt x="434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5079238" y="174236"/>
              <a:ext cx="32188" cy="31178"/>
            </a:xfrm>
            <a:custGeom>
              <a:avLst/>
              <a:gdLst/>
              <a:ahLst/>
              <a:cxnLst/>
              <a:rect l="l" t="t" r="r" b="b"/>
              <a:pathLst>
                <a:path w="605" h="586" fill="none" extrusionOk="0">
                  <a:moveTo>
                    <a:pt x="434" y="0"/>
                  </a:moveTo>
                  <a:lnTo>
                    <a:pt x="434" y="0"/>
                  </a:lnTo>
                  <a:lnTo>
                    <a:pt x="415" y="0"/>
                  </a:lnTo>
                  <a:lnTo>
                    <a:pt x="378" y="19"/>
                  </a:lnTo>
                  <a:lnTo>
                    <a:pt x="340" y="57"/>
                  </a:lnTo>
                  <a:lnTo>
                    <a:pt x="302" y="95"/>
                  </a:lnTo>
                  <a:lnTo>
                    <a:pt x="302" y="133"/>
                  </a:lnTo>
                  <a:lnTo>
                    <a:pt x="283" y="114"/>
                  </a:lnTo>
                  <a:lnTo>
                    <a:pt x="283" y="114"/>
                  </a:lnTo>
                  <a:lnTo>
                    <a:pt x="264" y="95"/>
                  </a:lnTo>
                  <a:lnTo>
                    <a:pt x="246" y="95"/>
                  </a:lnTo>
                  <a:lnTo>
                    <a:pt x="227" y="95"/>
                  </a:lnTo>
                  <a:lnTo>
                    <a:pt x="227" y="95"/>
                  </a:lnTo>
                  <a:lnTo>
                    <a:pt x="189" y="95"/>
                  </a:lnTo>
                  <a:lnTo>
                    <a:pt x="151" y="133"/>
                  </a:lnTo>
                  <a:lnTo>
                    <a:pt x="151" y="133"/>
                  </a:lnTo>
                  <a:lnTo>
                    <a:pt x="113" y="189"/>
                  </a:lnTo>
                  <a:lnTo>
                    <a:pt x="113" y="189"/>
                  </a:lnTo>
                  <a:lnTo>
                    <a:pt x="95" y="227"/>
                  </a:lnTo>
                  <a:lnTo>
                    <a:pt x="113" y="246"/>
                  </a:lnTo>
                  <a:lnTo>
                    <a:pt x="132" y="284"/>
                  </a:lnTo>
                  <a:lnTo>
                    <a:pt x="76" y="302"/>
                  </a:lnTo>
                  <a:lnTo>
                    <a:pt x="76" y="302"/>
                  </a:lnTo>
                  <a:lnTo>
                    <a:pt x="38" y="340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435"/>
                  </a:lnTo>
                  <a:lnTo>
                    <a:pt x="0" y="435"/>
                  </a:lnTo>
                  <a:lnTo>
                    <a:pt x="19" y="472"/>
                  </a:lnTo>
                  <a:lnTo>
                    <a:pt x="38" y="472"/>
                  </a:lnTo>
                  <a:lnTo>
                    <a:pt x="38" y="472"/>
                  </a:lnTo>
                  <a:lnTo>
                    <a:pt x="95" y="453"/>
                  </a:lnTo>
                  <a:lnTo>
                    <a:pt x="132" y="453"/>
                  </a:lnTo>
                  <a:lnTo>
                    <a:pt x="113" y="491"/>
                  </a:lnTo>
                  <a:lnTo>
                    <a:pt x="113" y="491"/>
                  </a:lnTo>
                  <a:lnTo>
                    <a:pt x="113" y="529"/>
                  </a:lnTo>
                  <a:lnTo>
                    <a:pt x="113" y="548"/>
                  </a:lnTo>
                  <a:lnTo>
                    <a:pt x="113" y="548"/>
                  </a:lnTo>
                  <a:lnTo>
                    <a:pt x="132" y="567"/>
                  </a:lnTo>
                  <a:lnTo>
                    <a:pt x="151" y="586"/>
                  </a:lnTo>
                  <a:lnTo>
                    <a:pt x="151" y="586"/>
                  </a:lnTo>
                  <a:lnTo>
                    <a:pt x="189" y="567"/>
                  </a:lnTo>
                  <a:lnTo>
                    <a:pt x="227" y="548"/>
                  </a:lnTo>
                  <a:lnTo>
                    <a:pt x="227" y="548"/>
                  </a:lnTo>
                  <a:lnTo>
                    <a:pt x="264" y="529"/>
                  </a:lnTo>
                  <a:lnTo>
                    <a:pt x="283" y="491"/>
                  </a:lnTo>
                  <a:lnTo>
                    <a:pt x="302" y="453"/>
                  </a:lnTo>
                  <a:lnTo>
                    <a:pt x="321" y="472"/>
                  </a:lnTo>
                  <a:lnTo>
                    <a:pt x="321" y="472"/>
                  </a:lnTo>
                  <a:lnTo>
                    <a:pt x="340" y="491"/>
                  </a:lnTo>
                  <a:lnTo>
                    <a:pt x="359" y="491"/>
                  </a:lnTo>
                  <a:lnTo>
                    <a:pt x="359" y="491"/>
                  </a:lnTo>
                  <a:lnTo>
                    <a:pt x="397" y="491"/>
                  </a:lnTo>
                  <a:lnTo>
                    <a:pt x="453" y="453"/>
                  </a:lnTo>
                  <a:lnTo>
                    <a:pt x="453" y="453"/>
                  </a:lnTo>
                  <a:lnTo>
                    <a:pt x="491" y="397"/>
                  </a:lnTo>
                  <a:lnTo>
                    <a:pt x="491" y="397"/>
                  </a:lnTo>
                  <a:lnTo>
                    <a:pt x="491" y="359"/>
                  </a:lnTo>
                  <a:lnTo>
                    <a:pt x="491" y="321"/>
                  </a:lnTo>
                  <a:lnTo>
                    <a:pt x="453" y="302"/>
                  </a:lnTo>
                  <a:lnTo>
                    <a:pt x="510" y="265"/>
                  </a:lnTo>
                  <a:lnTo>
                    <a:pt x="510" y="265"/>
                  </a:lnTo>
                  <a:lnTo>
                    <a:pt x="585" y="227"/>
                  </a:lnTo>
                  <a:lnTo>
                    <a:pt x="585" y="208"/>
                  </a:lnTo>
                  <a:lnTo>
                    <a:pt x="585" y="208"/>
                  </a:lnTo>
                  <a:lnTo>
                    <a:pt x="604" y="151"/>
                  </a:lnTo>
                  <a:lnTo>
                    <a:pt x="604" y="151"/>
                  </a:lnTo>
                  <a:lnTo>
                    <a:pt x="585" y="114"/>
                  </a:lnTo>
                  <a:lnTo>
                    <a:pt x="547" y="114"/>
                  </a:lnTo>
                  <a:lnTo>
                    <a:pt x="547" y="114"/>
                  </a:lnTo>
                  <a:lnTo>
                    <a:pt x="491" y="114"/>
                  </a:lnTo>
                  <a:lnTo>
                    <a:pt x="453" y="133"/>
                  </a:lnTo>
                  <a:lnTo>
                    <a:pt x="472" y="95"/>
                  </a:lnTo>
                  <a:lnTo>
                    <a:pt x="472" y="95"/>
                  </a:lnTo>
                  <a:lnTo>
                    <a:pt x="491" y="57"/>
                  </a:lnTo>
                  <a:lnTo>
                    <a:pt x="491" y="38"/>
                  </a:lnTo>
                  <a:lnTo>
                    <a:pt x="472" y="19"/>
                  </a:lnTo>
                  <a:lnTo>
                    <a:pt x="434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5118396" y="176257"/>
              <a:ext cx="32188" cy="31178"/>
            </a:xfrm>
            <a:custGeom>
              <a:avLst/>
              <a:gdLst/>
              <a:ahLst/>
              <a:cxnLst/>
              <a:rect l="l" t="t" r="r" b="b"/>
              <a:pathLst>
                <a:path w="605" h="586" fill="none" extrusionOk="0">
                  <a:moveTo>
                    <a:pt x="453" y="0"/>
                  </a:moveTo>
                  <a:lnTo>
                    <a:pt x="453" y="0"/>
                  </a:lnTo>
                  <a:lnTo>
                    <a:pt x="415" y="0"/>
                  </a:lnTo>
                  <a:lnTo>
                    <a:pt x="378" y="19"/>
                  </a:lnTo>
                  <a:lnTo>
                    <a:pt x="340" y="57"/>
                  </a:lnTo>
                  <a:lnTo>
                    <a:pt x="321" y="95"/>
                  </a:lnTo>
                  <a:lnTo>
                    <a:pt x="302" y="132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64" y="95"/>
                  </a:lnTo>
                  <a:lnTo>
                    <a:pt x="246" y="95"/>
                  </a:lnTo>
                  <a:lnTo>
                    <a:pt x="227" y="95"/>
                  </a:lnTo>
                  <a:lnTo>
                    <a:pt x="227" y="95"/>
                  </a:lnTo>
                  <a:lnTo>
                    <a:pt x="189" y="95"/>
                  </a:lnTo>
                  <a:lnTo>
                    <a:pt x="151" y="132"/>
                  </a:lnTo>
                  <a:lnTo>
                    <a:pt x="151" y="132"/>
                  </a:lnTo>
                  <a:lnTo>
                    <a:pt x="113" y="170"/>
                  </a:lnTo>
                  <a:lnTo>
                    <a:pt x="113" y="170"/>
                  </a:lnTo>
                  <a:lnTo>
                    <a:pt x="95" y="227"/>
                  </a:lnTo>
                  <a:lnTo>
                    <a:pt x="113" y="246"/>
                  </a:lnTo>
                  <a:lnTo>
                    <a:pt x="132" y="283"/>
                  </a:lnTo>
                  <a:lnTo>
                    <a:pt x="76" y="302"/>
                  </a:lnTo>
                  <a:lnTo>
                    <a:pt x="76" y="302"/>
                  </a:lnTo>
                  <a:lnTo>
                    <a:pt x="38" y="340"/>
                  </a:lnTo>
                  <a:lnTo>
                    <a:pt x="0" y="378"/>
                  </a:lnTo>
                  <a:lnTo>
                    <a:pt x="0" y="378"/>
                  </a:lnTo>
                  <a:lnTo>
                    <a:pt x="0" y="434"/>
                  </a:lnTo>
                  <a:lnTo>
                    <a:pt x="0" y="434"/>
                  </a:lnTo>
                  <a:lnTo>
                    <a:pt x="19" y="472"/>
                  </a:lnTo>
                  <a:lnTo>
                    <a:pt x="38" y="472"/>
                  </a:lnTo>
                  <a:lnTo>
                    <a:pt x="38" y="472"/>
                  </a:lnTo>
                  <a:lnTo>
                    <a:pt x="95" y="453"/>
                  </a:lnTo>
                  <a:lnTo>
                    <a:pt x="132" y="453"/>
                  </a:lnTo>
                  <a:lnTo>
                    <a:pt x="113" y="491"/>
                  </a:lnTo>
                  <a:lnTo>
                    <a:pt x="113" y="491"/>
                  </a:lnTo>
                  <a:lnTo>
                    <a:pt x="113" y="510"/>
                  </a:lnTo>
                  <a:lnTo>
                    <a:pt x="113" y="548"/>
                  </a:lnTo>
                  <a:lnTo>
                    <a:pt x="113" y="548"/>
                  </a:lnTo>
                  <a:lnTo>
                    <a:pt x="132" y="566"/>
                  </a:lnTo>
                  <a:lnTo>
                    <a:pt x="151" y="585"/>
                  </a:lnTo>
                  <a:lnTo>
                    <a:pt x="151" y="585"/>
                  </a:lnTo>
                  <a:lnTo>
                    <a:pt x="189" y="566"/>
                  </a:lnTo>
                  <a:lnTo>
                    <a:pt x="227" y="548"/>
                  </a:lnTo>
                  <a:lnTo>
                    <a:pt x="227" y="548"/>
                  </a:lnTo>
                  <a:lnTo>
                    <a:pt x="264" y="529"/>
                  </a:lnTo>
                  <a:lnTo>
                    <a:pt x="283" y="491"/>
                  </a:lnTo>
                  <a:lnTo>
                    <a:pt x="302" y="453"/>
                  </a:lnTo>
                  <a:lnTo>
                    <a:pt x="321" y="472"/>
                  </a:lnTo>
                  <a:lnTo>
                    <a:pt x="321" y="472"/>
                  </a:lnTo>
                  <a:lnTo>
                    <a:pt x="340" y="491"/>
                  </a:lnTo>
                  <a:lnTo>
                    <a:pt x="359" y="491"/>
                  </a:lnTo>
                  <a:lnTo>
                    <a:pt x="359" y="491"/>
                  </a:lnTo>
                  <a:lnTo>
                    <a:pt x="397" y="491"/>
                  </a:lnTo>
                  <a:lnTo>
                    <a:pt x="453" y="453"/>
                  </a:lnTo>
                  <a:lnTo>
                    <a:pt x="453" y="453"/>
                  </a:lnTo>
                  <a:lnTo>
                    <a:pt x="491" y="397"/>
                  </a:lnTo>
                  <a:lnTo>
                    <a:pt x="491" y="397"/>
                  </a:lnTo>
                  <a:lnTo>
                    <a:pt x="491" y="359"/>
                  </a:lnTo>
                  <a:lnTo>
                    <a:pt x="491" y="321"/>
                  </a:lnTo>
                  <a:lnTo>
                    <a:pt x="453" y="302"/>
                  </a:lnTo>
                  <a:lnTo>
                    <a:pt x="510" y="264"/>
                  </a:lnTo>
                  <a:lnTo>
                    <a:pt x="510" y="264"/>
                  </a:lnTo>
                  <a:lnTo>
                    <a:pt x="548" y="246"/>
                  </a:lnTo>
                  <a:lnTo>
                    <a:pt x="585" y="208"/>
                  </a:lnTo>
                  <a:lnTo>
                    <a:pt x="585" y="208"/>
                  </a:lnTo>
                  <a:lnTo>
                    <a:pt x="585" y="208"/>
                  </a:lnTo>
                  <a:lnTo>
                    <a:pt x="604" y="151"/>
                  </a:lnTo>
                  <a:lnTo>
                    <a:pt x="604" y="151"/>
                  </a:lnTo>
                  <a:lnTo>
                    <a:pt x="585" y="113"/>
                  </a:lnTo>
                  <a:lnTo>
                    <a:pt x="548" y="113"/>
                  </a:lnTo>
                  <a:lnTo>
                    <a:pt x="548" y="113"/>
                  </a:lnTo>
                  <a:lnTo>
                    <a:pt x="491" y="113"/>
                  </a:lnTo>
                  <a:lnTo>
                    <a:pt x="472" y="132"/>
                  </a:lnTo>
                  <a:lnTo>
                    <a:pt x="472" y="95"/>
                  </a:lnTo>
                  <a:lnTo>
                    <a:pt x="472" y="95"/>
                  </a:lnTo>
                  <a:lnTo>
                    <a:pt x="491" y="57"/>
                  </a:lnTo>
                  <a:lnTo>
                    <a:pt x="491" y="38"/>
                  </a:lnTo>
                  <a:lnTo>
                    <a:pt x="472" y="0"/>
                  </a:lnTo>
                  <a:lnTo>
                    <a:pt x="453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4408448" y="305755"/>
              <a:ext cx="76399" cy="57302"/>
            </a:xfrm>
            <a:custGeom>
              <a:avLst/>
              <a:gdLst/>
              <a:ahLst/>
              <a:cxnLst/>
              <a:rect l="l" t="t" r="r" b="b"/>
              <a:pathLst>
                <a:path w="1436" h="1077" extrusionOk="0">
                  <a:moveTo>
                    <a:pt x="510" y="1"/>
                  </a:moveTo>
                  <a:lnTo>
                    <a:pt x="1" y="1020"/>
                  </a:lnTo>
                  <a:lnTo>
                    <a:pt x="945" y="1077"/>
                  </a:lnTo>
                  <a:lnTo>
                    <a:pt x="1435" y="57"/>
                  </a:lnTo>
                  <a:lnTo>
                    <a:pt x="5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4408448" y="305755"/>
              <a:ext cx="76399" cy="57302"/>
            </a:xfrm>
            <a:custGeom>
              <a:avLst/>
              <a:gdLst/>
              <a:ahLst/>
              <a:cxnLst/>
              <a:rect l="l" t="t" r="r" b="b"/>
              <a:pathLst>
                <a:path w="1436" h="1077" fill="none" extrusionOk="0">
                  <a:moveTo>
                    <a:pt x="1435" y="57"/>
                  </a:moveTo>
                  <a:lnTo>
                    <a:pt x="510" y="1"/>
                  </a:lnTo>
                  <a:lnTo>
                    <a:pt x="1" y="1020"/>
                  </a:lnTo>
                  <a:lnTo>
                    <a:pt x="945" y="1077"/>
                  </a:lnTo>
                  <a:lnTo>
                    <a:pt x="1435" y="5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4509907" y="-297736"/>
              <a:ext cx="998132" cy="911827"/>
            </a:xfrm>
            <a:custGeom>
              <a:avLst/>
              <a:gdLst/>
              <a:ahLst/>
              <a:cxnLst/>
              <a:rect l="l" t="t" r="r" b="b"/>
              <a:pathLst>
                <a:path w="18761" h="17138" extrusionOk="0">
                  <a:moveTo>
                    <a:pt x="9305" y="1"/>
                  </a:moveTo>
                  <a:lnTo>
                    <a:pt x="9154" y="39"/>
                  </a:lnTo>
                  <a:lnTo>
                    <a:pt x="9003" y="114"/>
                  </a:lnTo>
                  <a:lnTo>
                    <a:pt x="8852" y="190"/>
                  </a:lnTo>
                  <a:lnTo>
                    <a:pt x="8719" y="303"/>
                  </a:lnTo>
                  <a:lnTo>
                    <a:pt x="8587" y="435"/>
                  </a:lnTo>
                  <a:lnTo>
                    <a:pt x="8474" y="567"/>
                  </a:lnTo>
                  <a:lnTo>
                    <a:pt x="8380" y="718"/>
                  </a:lnTo>
                  <a:lnTo>
                    <a:pt x="8323" y="888"/>
                  </a:lnTo>
                  <a:lnTo>
                    <a:pt x="8285" y="1020"/>
                  </a:lnTo>
                  <a:lnTo>
                    <a:pt x="8285" y="1152"/>
                  </a:lnTo>
                  <a:lnTo>
                    <a:pt x="8323" y="1284"/>
                  </a:lnTo>
                  <a:lnTo>
                    <a:pt x="8380" y="1379"/>
                  </a:lnTo>
                  <a:lnTo>
                    <a:pt x="8455" y="1454"/>
                  </a:lnTo>
                  <a:lnTo>
                    <a:pt x="8568" y="1511"/>
                  </a:lnTo>
                  <a:lnTo>
                    <a:pt x="8701" y="1530"/>
                  </a:lnTo>
                  <a:lnTo>
                    <a:pt x="14306" y="1794"/>
                  </a:lnTo>
                  <a:lnTo>
                    <a:pt x="14457" y="1794"/>
                  </a:lnTo>
                  <a:lnTo>
                    <a:pt x="14608" y="1756"/>
                  </a:lnTo>
                  <a:lnTo>
                    <a:pt x="14759" y="1681"/>
                  </a:lnTo>
                  <a:lnTo>
                    <a:pt x="14910" y="1605"/>
                  </a:lnTo>
                  <a:lnTo>
                    <a:pt x="15042" y="1492"/>
                  </a:lnTo>
                  <a:lnTo>
                    <a:pt x="15174" y="1360"/>
                  </a:lnTo>
                  <a:lnTo>
                    <a:pt x="15287" y="1228"/>
                  </a:lnTo>
                  <a:lnTo>
                    <a:pt x="15382" y="1077"/>
                  </a:lnTo>
                  <a:lnTo>
                    <a:pt x="15438" y="907"/>
                  </a:lnTo>
                  <a:lnTo>
                    <a:pt x="15476" y="775"/>
                  </a:lnTo>
                  <a:lnTo>
                    <a:pt x="15476" y="643"/>
                  </a:lnTo>
                  <a:lnTo>
                    <a:pt x="15438" y="511"/>
                  </a:lnTo>
                  <a:lnTo>
                    <a:pt x="15382" y="416"/>
                  </a:lnTo>
                  <a:lnTo>
                    <a:pt x="15306" y="341"/>
                  </a:lnTo>
                  <a:lnTo>
                    <a:pt x="15193" y="284"/>
                  </a:lnTo>
                  <a:lnTo>
                    <a:pt x="15061" y="265"/>
                  </a:lnTo>
                  <a:lnTo>
                    <a:pt x="9456" y="1"/>
                  </a:lnTo>
                  <a:close/>
                  <a:moveTo>
                    <a:pt x="17061" y="360"/>
                  </a:moveTo>
                  <a:lnTo>
                    <a:pt x="16910" y="378"/>
                  </a:lnTo>
                  <a:lnTo>
                    <a:pt x="16759" y="416"/>
                  </a:lnTo>
                  <a:lnTo>
                    <a:pt x="16608" y="473"/>
                  </a:lnTo>
                  <a:lnTo>
                    <a:pt x="16458" y="567"/>
                  </a:lnTo>
                  <a:lnTo>
                    <a:pt x="16307" y="680"/>
                  </a:lnTo>
                  <a:lnTo>
                    <a:pt x="16174" y="813"/>
                  </a:lnTo>
                  <a:lnTo>
                    <a:pt x="16080" y="945"/>
                  </a:lnTo>
                  <a:lnTo>
                    <a:pt x="15986" y="1096"/>
                  </a:lnTo>
                  <a:lnTo>
                    <a:pt x="15929" y="1247"/>
                  </a:lnTo>
                  <a:lnTo>
                    <a:pt x="15891" y="1398"/>
                  </a:lnTo>
                  <a:lnTo>
                    <a:pt x="15891" y="1530"/>
                  </a:lnTo>
                  <a:lnTo>
                    <a:pt x="15929" y="1643"/>
                  </a:lnTo>
                  <a:lnTo>
                    <a:pt x="15986" y="1756"/>
                  </a:lnTo>
                  <a:lnTo>
                    <a:pt x="16061" y="1832"/>
                  </a:lnTo>
                  <a:lnTo>
                    <a:pt x="16174" y="1869"/>
                  </a:lnTo>
                  <a:lnTo>
                    <a:pt x="16307" y="1888"/>
                  </a:lnTo>
                  <a:lnTo>
                    <a:pt x="17590" y="1964"/>
                  </a:lnTo>
                  <a:lnTo>
                    <a:pt x="17741" y="1945"/>
                  </a:lnTo>
                  <a:lnTo>
                    <a:pt x="17892" y="1907"/>
                  </a:lnTo>
                  <a:lnTo>
                    <a:pt x="18043" y="1851"/>
                  </a:lnTo>
                  <a:lnTo>
                    <a:pt x="18194" y="1756"/>
                  </a:lnTo>
                  <a:lnTo>
                    <a:pt x="18345" y="1643"/>
                  </a:lnTo>
                  <a:lnTo>
                    <a:pt x="18477" y="1530"/>
                  </a:lnTo>
                  <a:lnTo>
                    <a:pt x="18571" y="1379"/>
                  </a:lnTo>
                  <a:lnTo>
                    <a:pt x="18666" y="1228"/>
                  </a:lnTo>
                  <a:lnTo>
                    <a:pt x="18722" y="1077"/>
                  </a:lnTo>
                  <a:lnTo>
                    <a:pt x="18760" y="926"/>
                  </a:lnTo>
                  <a:lnTo>
                    <a:pt x="18760" y="794"/>
                  </a:lnTo>
                  <a:lnTo>
                    <a:pt x="18741" y="680"/>
                  </a:lnTo>
                  <a:lnTo>
                    <a:pt x="18666" y="586"/>
                  </a:lnTo>
                  <a:lnTo>
                    <a:pt x="18590" y="511"/>
                  </a:lnTo>
                  <a:lnTo>
                    <a:pt x="18477" y="454"/>
                  </a:lnTo>
                  <a:lnTo>
                    <a:pt x="18345" y="435"/>
                  </a:lnTo>
                  <a:lnTo>
                    <a:pt x="17061" y="360"/>
                  </a:lnTo>
                  <a:close/>
                  <a:moveTo>
                    <a:pt x="679" y="11457"/>
                  </a:moveTo>
                  <a:lnTo>
                    <a:pt x="585" y="11495"/>
                  </a:lnTo>
                  <a:lnTo>
                    <a:pt x="472" y="11533"/>
                  </a:lnTo>
                  <a:lnTo>
                    <a:pt x="378" y="11589"/>
                  </a:lnTo>
                  <a:lnTo>
                    <a:pt x="283" y="11665"/>
                  </a:lnTo>
                  <a:lnTo>
                    <a:pt x="208" y="11740"/>
                  </a:lnTo>
                  <a:lnTo>
                    <a:pt x="132" y="11835"/>
                  </a:lnTo>
                  <a:lnTo>
                    <a:pt x="76" y="11948"/>
                  </a:lnTo>
                  <a:lnTo>
                    <a:pt x="19" y="12042"/>
                  </a:lnTo>
                  <a:lnTo>
                    <a:pt x="0" y="12137"/>
                  </a:lnTo>
                  <a:lnTo>
                    <a:pt x="0" y="12231"/>
                  </a:lnTo>
                  <a:lnTo>
                    <a:pt x="19" y="12306"/>
                  </a:lnTo>
                  <a:lnTo>
                    <a:pt x="57" y="12382"/>
                  </a:lnTo>
                  <a:lnTo>
                    <a:pt x="113" y="12420"/>
                  </a:lnTo>
                  <a:lnTo>
                    <a:pt x="189" y="12457"/>
                  </a:lnTo>
                  <a:lnTo>
                    <a:pt x="283" y="12476"/>
                  </a:lnTo>
                  <a:lnTo>
                    <a:pt x="7946" y="12854"/>
                  </a:lnTo>
                  <a:lnTo>
                    <a:pt x="8040" y="12835"/>
                  </a:lnTo>
                  <a:lnTo>
                    <a:pt x="8153" y="12816"/>
                  </a:lnTo>
                  <a:lnTo>
                    <a:pt x="8248" y="12778"/>
                  </a:lnTo>
                  <a:lnTo>
                    <a:pt x="8361" y="12722"/>
                  </a:lnTo>
                  <a:lnTo>
                    <a:pt x="8455" y="12646"/>
                  </a:lnTo>
                  <a:lnTo>
                    <a:pt x="8531" y="12552"/>
                  </a:lnTo>
                  <a:lnTo>
                    <a:pt x="8606" y="12457"/>
                  </a:lnTo>
                  <a:lnTo>
                    <a:pt x="8663" y="12363"/>
                  </a:lnTo>
                  <a:lnTo>
                    <a:pt x="8701" y="12250"/>
                  </a:lnTo>
                  <a:lnTo>
                    <a:pt x="8719" y="12155"/>
                  </a:lnTo>
                  <a:lnTo>
                    <a:pt x="8719" y="12080"/>
                  </a:lnTo>
                  <a:lnTo>
                    <a:pt x="8701" y="12004"/>
                  </a:lnTo>
                  <a:lnTo>
                    <a:pt x="8663" y="11929"/>
                  </a:lnTo>
                  <a:lnTo>
                    <a:pt x="8606" y="11872"/>
                  </a:lnTo>
                  <a:lnTo>
                    <a:pt x="8531" y="11853"/>
                  </a:lnTo>
                  <a:lnTo>
                    <a:pt x="8455" y="11835"/>
                  </a:lnTo>
                  <a:lnTo>
                    <a:pt x="774" y="11457"/>
                  </a:lnTo>
                  <a:close/>
                  <a:moveTo>
                    <a:pt x="2850" y="14458"/>
                  </a:moveTo>
                  <a:lnTo>
                    <a:pt x="2623" y="14515"/>
                  </a:lnTo>
                  <a:lnTo>
                    <a:pt x="2397" y="14628"/>
                  </a:lnTo>
                  <a:lnTo>
                    <a:pt x="2170" y="14760"/>
                  </a:lnTo>
                  <a:lnTo>
                    <a:pt x="1944" y="14911"/>
                  </a:lnTo>
                  <a:lnTo>
                    <a:pt x="1755" y="15118"/>
                  </a:lnTo>
                  <a:lnTo>
                    <a:pt x="1585" y="15326"/>
                  </a:lnTo>
                  <a:lnTo>
                    <a:pt x="1453" y="15553"/>
                  </a:lnTo>
                  <a:lnTo>
                    <a:pt x="1359" y="15798"/>
                  </a:lnTo>
                  <a:lnTo>
                    <a:pt x="1302" y="16024"/>
                  </a:lnTo>
                  <a:lnTo>
                    <a:pt x="1302" y="16119"/>
                  </a:lnTo>
                  <a:lnTo>
                    <a:pt x="1302" y="16213"/>
                  </a:lnTo>
                  <a:lnTo>
                    <a:pt x="1321" y="16308"/>
                  </a:lnTo>
                  <a:lnTo>
                    <a:pt x="1359" y="16402"/>
                  </a:lnTo>
                  <a:lnTo>
                    <a:pt x="1397" y="16477"/>
                  </a:lnTo>
                  <a:lnTo>
                    <a:pt x="1434" y="16553"/>
                  </a:lnTo>
                  <a:lnTo>
                    <a:pt x="1491" y="16609"/>
                  </a:lnTo>
                  <a:lnTo>
                    <a:pt x="1567" y="16666"/>
                  </a:lnTo>
                  <a:lnTo>
                    <a:pt x="1642" y="16704"/>
                  </a:lnTo>
                  <a:lnTo>
                    <a:pt x="1736" y="16742"/>
                  </a:lnTo>
                  <a:lnTo>
                    <a:pt x="1831" y="16760"/>
                  </a:lnTo>
                  <a:lnTo>
                    <a:pt x="1944" y="16779"/>
                  </a:lnTo>
                  <a:lnTo>
                    <a:pt x="9361" y="17138"/>
                  </a:lnTo>
                  <a:lnTo>
                    <a:pt x="9474" y="17138"/>
                  </a:lnTo>
                  <a:lnTo>
                    <a:pt x="9588" y="17119"/>
                  </a:lnTo>
                  <a:lnTo>
                    <a:pt x="9814" y="17062"/>
                  </a:lnTo>
                  <a:lnTo>
                    <a:pt x="10041" y="16968"/>
                  </a:lnTo>
                  <a:lnTo>
                    <a:pt x="10267" y="16836"/>
                  </a:lnTo>
                  <a:lnTo>
                    <a:pt x="10494" y="16666"/>
                  </a:lnTo>
                  <a:lnTo>
                    <a:pt x="10682" y="16477"/>
                  </a:lnTo>
                  <a:lnTo>
                    <a:pt x="10852" y="16251"/>
                  </a:lnTo>
                  <a:lnTo>
                    <a:pt x="10984" y="16024"/>
                  </a:lnTo>
                  <a:lnTo>
                    <a:pt x="11079" y="15798"/>
                  </a:lnTo>
                  <a:lnTo>
                    <a:pt x="11135" y="15571"/>
                  </a:lnTo>
                  <a:lnTo>
                    <a:pt x="11135" y="15458"/>
                  </a:lnTo>
                  <a:lnTo>
                    <a:pt x="11135" y="15364"/>
                  </a:lnTo>
                  <a:lnTo>
                    <a:pt x="11116" y="15269"/>
                  </a:lnTo>
                  <a:lnTo>
                    <a:pt x="11079" y="15194"/>
                  </a:lnTo>
                  <a:lnTo>
                    <a:pt x="11041" y="15118"/>
                  </a:lnTo>
                  <a:lnTo>
                    <a:pt x="11003" y="15043"/>
                  </a:lnTo>
                  <a:lnTo>
                    <a:pt x="10928" y="14986"/>
                  </a:lnTo>
                  <a:lnTo>
                    <a:pt x="10871" y="14930"/>
                  </a:lnTo>
                  <a:lnTo>
                    <a:pt x="10796" y="14873"/>
                  </a:lnTo>
                  <a:lnTo>
                    <a:pt x="10701" y="14854"/>
                  </a:lnTo>
                  <a:lnTo>
                    <a:pt x="10607" y="14817"/>
                  </a:lnTo>
                  <a:lnTo>
                    <a:pt x="10494" y="14817"/>
                  </a:lnTo>
                  <a:lnTo>
                    <a:pt x="3076" y="14458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4579178" y="471432"/>
              <a:ext cx="523193" cy="142643"/>
            </a:xfrm>
            <a:custGeom>
              <a:avLst/>
              <a:gdLst/>
              <a:ahLst/>
              <a:cxnLst/>
              <a:rect l="l" t="t" r="r" b="b"/>
              <a:pathLst>
                <a:path w="9834" h="2681" fill="none" extrusionOk="0">
                  <a:moveTo>
                    <a:pt x="9192" y="360"/>
                  </a:moveTo>
                  <a:lnTo>
                    <a:pt x="1774" y="1"/>
                  </a:lnTo>
                  <a:lnTo>
                    <a:pt x="1774" y="1"/>
                  </a:lnTo>
                  <a:lnTo>
                    <a:pt x="1661" y="1"/>
                  </a:lnTo>
                  <a:lnTo>
                    <a:pt x="1548" y="1"/>
                  </a:lnTo>
                  <a:lnTo>
                    <a:pt x="1321" y="58"/>
                  </a:lnTo>
                  <a:lnTo>
                    <a:pt x="1095" y="171"/>
                  </a:lnTo>
                  <a:lnTo>
                    <a:pt x="868" y="303"/>
                  </a:lnTo>
                  <a:lnTo>
                    <a:pt x="642" y="454"/>
                  </a:lnTo>
                  <a:lnTo>
                    <a:pt x="453" y="661"/>
                  </a:lnTo>
                  <a:lnTo>
                    <a:pt x="283" y="869"/>
                  </a:lnTo>
                  <a:lnTo>
                    <a:pt x="151" y="1096"/>
                  </a:lnTo>
                  <a:lnTo>
                    <a:pt x="151" y="1096"/>
                  </a:lnTo>
                  <a:lnTo>
                    <a:pt x="57" y="1341"/>
                  </a:lnTo>
                  <a:lnTo>
                    <a:pt x="0" y="1567"/>
                  </a:lnTo>
                  <a:lnTo>
                    <a:pt x="0" y="1662"/>
                  </a:lnTo>
                  <a:lnTo>
                    <a:pt x="0" y="1756"/>
                  </a:lnTo>
                  <a:lnTo>
                    <a:pt x="19" y="1851"/>
                  </a:lnTo>
                  <a:lnTo>
                    <a:pt x="57" y="1945"/>
                  </a:lnTo>
                  <a:lnTo>
                    <a:pt x="95" y="2020"/>
                  </a:lnTo>
                  <a:lnTo>
                    <a:pt x="132" y="2096"/>
                  </a:lnTo>
                  <a:lnTo>
                    <a:pt x="189" y="2152"/>
                  </a:lnTo>
                  <a:lnTo>
                    <a:pt x="265" y="2209"/>
                  </a:lnTo>
                  <a:lnTo>
                    <a:pt x="340" y="2247"/>
                  </a:lnTo>
                  <a:lnTo>
                    <a:pt x="434" y="2285"/>
                  </a:lnTo>
                  <a:lnTo>
                    <a:pt x="529" y="2303"/>
                  </a:lnTo>
                  <a:lnTo>
                    <a:pt x="642" y="2322"/>
                  </a:lnTo>
                  <a:lnTo>
                    <a:pt x="8059" y="2681"/>
                  </a:lnTo>
                  <a:lnTo>
                    <a:pt x="8059" y="2681"/>
                  </a:lnTo>
                  <a:lnTo>
                    <a:pt x="8172" y="2681"/>
                  </a:lnTo>
                  <a:lnTo>
                    <a:pt x="8286" y="2662"/>
                  </a:lnTo>
                  <a:lnTo>
                    <a:pt x="8512" y="2605"/>
                  </a:lnTo>
                  <a:lnTo>
                    <a:pt x="8739" y="2511"/>
                  </a:lnTo>
                  <a:lnTo>
                    <a:pt x="8965" y="2379"/>
                  </a:lnTo>
                  <a:lnTo>
                    <a:pt x="9192" y="2209"/>
                  </a:lnTo>
                  <a:lnTo>
                    <a:pt x="9380" y="2020"/>
                  </a:lnTo>
                  <a:lnTo>
                    <a:pt x="9550" y="1794"/>
                  </a:lnTo>
                  <a:lnTo>
                    <a:pt x="9682" y="1567"/>
                  </a:lnTo>
                  <a:lnTo>
                    <a:pt x="9682" y="1567"/>
                  </a:lnTo>
                  <a:lnTo>
                    <a:pt x="9777" y="1341"/>
                  </a:lnTo>
                  <a:lnTo>
                    <a:pt x="9833" y="1114"/>
                  </a:lnTo>
                  <a:lnTo>
                    <a:pt x="9833" y="1001"/>
                  </a:lnTo>
                  <a:lnTo>
                    <a:pt x="9833" y="907"/>
                  </a:lnTo>
                  <a:lnTo>
                    <a:pt x="9814" y="812"/>
                  </a:lnTo>
                  <a:lnTo>
                    <a:pt x="9777" y="737"/>
                  </a:lnTo>
                  <a:lnTo>
                    <a:pt x="9739" y="661"/>
                  </a:lnTo>
                  <a:lnTo>
                    <a:pt x="9701" y="586"/>
                  </a:lnTo>
                  <a:lnTo>
                    <a:pt x="9626" y="529"/>
                  </a:lnTo>
                  <a:lnTo>
                    <a:pt x="9569" y="473"/>
                  </a:lnTo>
                  <a:lnTo>
                    <a:pt x="9494" y="416"/>
                  </a:lnTo>
                  <a:lnTo>
                    <a:pt x="9399" y="397"/>
                  </a:lnTo>
                  <a:lnTo>
                    <a:pt x="9305" y="360"/>
                  </a:lnTo>
                  <a:lnTo>
                    <a:pt x="9192" y="36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4509907" y="311821"/>
              <a:ext cx="463926" cy="74327"/>
            </a:xfrm>
            <a:custGeom>
              <a:avLst/>
              <a:gdLst/>
              <a:ahLst/>
              <a:cxnLst/>
              <a:rect l="l" t="t" r="r" b="b"/>
              <a:pathLst>
                <a:path w="8720" h="1397" fill="none" extrusionOk="0">
                  <a:moveTo>
                    <a:pt x="8455" y="378"/>
                  </a:moveTo>
                  <a:lnTo>
                    <a:pt x="774" y="0"/>
                  </a:lnTo>
                  <a:lnTo>
                    <a:pt x="774" y="0"/>
                  </a:lnTo>
                  <a:lnTo>
                    <a:pt x="679" y="0"/>
                  </a:lnTo>
                  <a:lnTo>
                    <a:pt x="585" y="38"/>
                  </a:lnTo>
                  <a:lnTo>
                    <a:pt x="472" y="76"/>
                  </a:lnTo>
                  <a:lnTo>
                    <a:pt x="378" y="132"/>
                  </a:lnTo>
                  <a:lnTo>
                    <a:pt x="283" y="208"/>
                  </a:lnTo>
                  <a:lnTo>
                    <a:pt x="208" y="283"/>
                  </a:lnTo>
                  <a:lnTo>
                    <a:pt x="132" y="378"/>
                  </a:lnTo>
                  <a:lnTo>
                    <a:pt x="76" y="491"/>
                  </a:lnTo>
                  <a:lnTo>
                    <a:pt x="76" y="491"/>
                  </a:lnTo>
                  <a:lnTo>
                    <a:pt x="19" y="585"/>
                  </a:lnTo>
                  <a:lnTo>
                    <a:pt x="0" y="680"/>
                  </a:lnTo>
                  <a:lnTo>
                    <a:pt x="0" y="774"/>
                  </a:lnTo>
                  <a:lnTo>
                    <a:pt x="19" y="849"/>
                  </a:lnTo>
                  <a:lnTo>
                    <a:pt x="57" y="925"/>
                  </a:lnTo>
                  <a:lnTo>
                    <a:pt x="113" y="963"/>
                  </a:lnTo>
                  <a:lnTo>
                    <a:pt x="189" y="1000"/>
                  </a:lnTo>
                  <a:lnTo>
                    <a:pt x="283" y="1019"/>
                  </a:lnTo>
                  <a:lnTo>
                    <a:pt x="7946" y="1397"/>
                  </a:lnTo>
                  <a:lnTo>
                    <a:pt x="7946" y="1397"/>
                  </a:lnTo>
                  <a:lnTo>
                    <a:pt x="8040" y="1378"/>
                  </a:lnTo>
                  <a:lnTo>
                    <a:pt x="8153" y="1359"/>
                  </a:lnTo>
                  <a:lnTo>
                    <a:pt x="8248" y="1321"/>
                  </a:lnTo>
                  <a:lnTo>
                    <a:pt x="8361" y="1265"/>
                  </a:lnTo>
                  <a:lnTo>
                    <a:pt x="8455" y="1189"/>
                  </a:lnTo>
                  <a:lnTo>
                    <a:pt x="8531" y="1095"/>
                  </a:lnTo>
                  <a:lnTo>
                    <a:pt x="8606" y="1000"/>
                  </a:lnTo>
                  <a:lnTo>
                    <a:pt x="8663" y="906"/>
                  </a:lnTo>
                  <a:lnTo>
                    <a:pt x="8663" y="906"/>
                  </a:lnTo>
                  <a:lnTo>
                    <a:pt x="8701" y="793"/>
                  </a:lnTo>
                  <a:lnTo>
                    <a:pt x="8719" y="698"/>
                  </a:lnTo>
                  <a:lnTo>
                    <a:pt x="8719" y="623"/>
                  </a:lnTo>
                  <a:lnTo>
                    <a:pt x="8701" y="547"/>
                  </a:lnTo>
                  <a:lnTo>
                    <a:pt x="8663" y="472"/>
                  </a:lnTo>
                  <a:lnTo>
                    <a:pt x="8606" y="415"/>
                  </a:lnTo>
                  <a:lnTo>
                    <a:pt x="8531" y="396"/>
                  </a:lnTo>
                  <a:lnTo>
                    <a:pt x="8455" y="3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4950699" y="-297736"/>
              <a:ext cx="382632" cy="95450"/>
            </a:xfrm>
            <a:custGeom>
              <a:avLst/>
              <a:gdLst/>
              <a:ahLst/>
              <a:cxnLst/>
              <a:rect l="l" t="t" r="r" b="b"/>
              <a:pathLst>
                <a:path w="7192" h="1794" fill="none" extrusionOk="0">
                  <a:moveTo>
                    <a:pt x="6776" y="265"/>
                  </a:moveTo>
                  <a:lnTo>
                    <a:pt x="1171" y="1"/>
                  </a:lnTo>
                  <a:lnTo>
                    <a:pt x="1171" y="1"/>
                  </a:lnTo>
                  <a:lnTo>
                    <a:pt x="1020" y="1"/>
                  </a:lnTo>
                  <a:lnTo>
                    <a:pt x="869" y="39"/>
                  </a:lnTo>
                  <a:lnTo>
                    <a:pt x="718" y="114"/>
                  </a:lnTo>
                  <a:lnTo>
                    <a:pt x="567" y="190"/>
                  </a:lnTo>
                  <a:lnTo>
                    <a:pt x="434" y="303"/>
                  </a:lnTo>
                  <a:lnTo>
                    <a:pt x="302" y="435"/>
                  </a:lnTo>
                  <a:lnTo>
                    <a:pt x="189" y="567"/>
                  </a:lnTo>
                  <a:lnTo>
                    <a:pt x="95" y="718"/>
                  </a:lnTo>
                  <a:lnTo>
                    <a:pt x="95" y="718"/>
                  </a:lnTo>
                  <a:lnTo>
                    <a:pt x="38" y="888"/>
                  </a:lnTo>
                  <a:lnTo>
                    <a:pt x="0" y="1020"/>
                  </a:lnTo>
                  <a:lnTo>
                    <a:pt x="0" y="1152"/>
                  </a:lnTo>
                  <a:lnTo>
                    <a:pt x="38" y="1284"/>
                  </a:lnTo>
                  <a:lnTo>
                    <a:pt x="95" y="1379"/>
                  </a:lnTo>
                  <a:lnTo>
                    <a:pt x="170" y="1454"/>
                  </a:lnTo>
                  <a:lnTo>
                    <a:pt x="283" y="1511"/>
                  </a:lnTo>
                  <a:lnTo>
                    <a:pt x="416" y="1530"/>
                  </a:lnTo>
                  <a:lnTo>
                    <a:pt x="6021" y="1794"/>
                  </a:lnTo>
                  <a:lnTo>
                    <a:pt x="6021" y="1794"/>
                  </a:lnTo>
                  <a:lnTo>
                    <a:pt x="6172" y="1794"/>
                  </a:lnTo>
                  <a:lnTo>
                    <a:pt x="6323" y="1756"/>
                  </a:lnTo>
                  <a:lnTo>
                    <a:pt x="6474" y="1681"/>
                  </a:lnTo>
                  <a:lnTo>
                    <a:pt x="6625" y="1605"/>
                  </a:lnTo>
                  <a:lnTo>
                    <a:pt x="6757" y="1492"/>
                  </a:lnTo>
                  <a:lnTo>
                    <a:pt x="6889" y="1360"/>
                  </a:lnTo>
                  <a:lnTo>
                    <a:pt x="7002" y="1228"/>
                  </a:lnTo>
                  <a:lnTo>
                    <a:pt x="7097" y="1077"/>
                  </a:lnTo>
                  <a:lnTo>
                    <a:pt x="7097" y="1077"/>
                  </a:lnTo>
                  <a:lnTo>
                    <a:pt x="7153" y="907"/>
                  </a:lnTo>
                  <a:lnTo>
                    <a:pt x="7191" y="775"/>
                  </a:lnTo>
                  <a:lnTo>
                    <a:pt x="7191" y="643"/>
                  </a:lnTo>
                  <a:lnTo>
                    <a:pt x="7153" y="511"/>
                  </a:lnTo>
                  <a:lnTo>
                    <a:pt x="7097" y="416"/>
                  </a:lnTo>
                  <a:lnTo>
                    <a:pt x="7021" y="341"/>
                  </a:lnTo>
                  <a:lnTo>
                    <a:pt x="6908" y="284"/>
                  </a:lnTo>
                  <a:lnTo>
                    <a:pt x="6776" y="26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5355365" y="-278635"/>
              <a:ext cx="152691" cy="85394"/>
            </a:xfrm>
            <a:custGeom>
              <a:avLst/>
              <a:gdLst/>
              <a:ahLst/>
              <a:cxnLst/>
              <a:rect l="l" t="t" r="r" b="b"/>
              <a:pathLst>
                <a:path w="2870" h="1605" fill="none" extrusionOk="0">
                  <a:moveTo>
                    <a:pt x="2454" y="76"/>
                  </a:moveTo>
                  <a:lnTo>
                    <a:pt x="1170" y="1"/>
                  </a:lnTo>
                  <a:lnTo>
                    <a:pt x="1170" y="1"/>
                  </a:lnTo>
                  <a:lnTo>
                    <a:pt x="1019" y="19"/>
                  </a:lnTo>
                  <a:lnTo>
                    <a:pt x="868" y="57"/>
                  </a:lnTo>
                  <a:lnTo>
                    <a:pt x="717" y="114"/>
                  </a:lnTo>
                  <a:lnTo>
                    <a:pt x="567" y="208"/>
                  </a:lnTo>
                  <a:lnTo>
                    <a:pt x="416" y="321"/>
                  </a:lnTo>
                  <a:lnTo>
                    <a:pt x="283" y="454"/>
                  </a:lnTo>
                  <a:lnTo>
                    <a:pt x="189" y="586"/>
                  </a:lnTo>
                  <a:lnTo>
                    <a:pt x="95" y="737"/>
                  </a:lnTo>
                  <a:lnTo>
                    <a:pt x="95" y="737"/>
                  </a:lnTo>
                  <a:lnTo>
                    <a:pt x="38" y="888"/>
                  </a:lnTo>
                  <a:lnTo>
                    <a:pt x="0" y="1039"/>
                  </a:lnTo>
                  <a:lnTo>
                    <a:pt x="0" y="1171"/>
                  </a:lnTo>
                  <a:lnTo>
                    <a:pt x="38" y="1284"/>
                  </a:lnTo>
                  <a:lnTo>
                    <a:pt x="95" y="1397"/>
                  </a:lnTo>
                  <a:lnTo>
                    <a:pt x="170" y="1473"/>
                  </a:lnTo>
                  <a:lnTo>
                    <a:pt x="283" y="1510"/>
                  </a:lnTo>
                  <a:lnTo>
                    <a:pt x="416" y="1529"/>
                  </a:lnTo>
                  <a:lnTo>
                    <a:pt x="1699" y="1605"/>
                  </a:lnTo>
                  <a:lnTo>
                    <a:pt x="1699" y="1605"/>
                  </a:lnTo>
                  <a:lnTo>
                    <a:pt x="1850" y="1586"/>
                  </a:lnTo>
                  <a:lnTo>
                    <a:pt x="2001" y="1548"/>
                  </a:lnTo>
                  <a:lnTo>
                    <a:pt x="2152" y="1492"/>
                  </a:lnTo>
                  <a:lnTo>
                    <a:pt x="2303" y="1397"/>
                  </a:lnTo>
                  <a:lnTo>
                    <a:pt x="2454" y="1284"/>
                  </a:lnTo>
                  <a:lnTo>
                    <a:pt x="2586" y="1171"/>
                  </a:lnTo>
                  <a:lnTo>
                    <a:pt x="2680" y="1020"/>
                  </a:lnTo>
                  <a:lnTo>
                    <a:pt x="2775" y="869"/>
                  </a:lnTo>
                  <a:lnTo>
                    <a:pt x="2775" y="869"/>
                  </a:lnTo>
                  <a:lnTo>
                    <a:pt x="2831" y="718"/>
                  </a:lnTo>
                  <a:lnTo>
                    <a:pt x="2869" y="567"/>
                  </a:lnTo>
                  <a:lnTo>
                    <a:pt x="2869" y="435"/>
                  </a:lnTo>
                  <a:lnTo>
                    <a:pt x="2850" y="321"/>
                  </a:lnTo>
                  <a:lnTo>
                    <a:pt x="2775" y="227"/>
                  </a:lnTo>
                  <a:lnTo>
                    <a:pt x="2699" y="152"/>
                  </a:lnTo>
                  <a:lnTo>
                    <a:pt x="2586" y="95"/>
                  </a:lnTo>
                  <a:lnTo>
                    <a:pt x="2454" y="7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09" name="Google Shape;709;p27"/>
          <p:cNvGrpSpPr/>
          <p:nvPr/>
        </p:nvGrpSpPr>
        <p:grpSpPr>
          <a:xfrm>
            <a:off x="9512348" y="124516"/>
            <a:ext cx="1000549" cy="1019888"/>
            <a:chOff x="5556375" y="-1059675"/>
            <a:chExt cx="854975" cy="871500"/>
          </a:xfrm>
        </p:grpSpPr>
        <p:sp>
          <p:nvSpPr>
            <p:cNvPr id="710" name="Google Shape;710;p27"/>
            <p:cNvSpPr/>
            <p:nvPr/>
          </p:nvSpPr>
          <p:spPr>
            <a:xfrm>
              <a:off x="5556375" y="-1059675"/>
              <a:ext cx="854975" cy="871500"/>
            </a:xfrm>
            <a:custGeom>
              <a:avLst/>
              <a:gdLst/>
              <a:ahLst/>
              <a:cxnLst/>
              <a:rect l="l" t="t" r="r" b="b"/>
              <a:pathLst>
                <a:path w="34199" h="34860" extrusionOk="0">
                  <a:moveTo>
                    <a:pt x="31990" y="0"/>
                  </a:moveTo>
                  <a:lnTo>
                    <a:pt x="31782" y="19"/>
                  </a:lnTo>
                  <a:lnTo>
                    <a:pt x="31575" y="38"/>
                  </a:lnTo>
                  <a:lnTo>
                    <a:pt x="31367" y="76"/>
                  </a:lnTo>
                  <a:lnTo>
                    <a:pt x="31141" y="133"/>
                  </a:lnTo>
                  <a:lnTo>
                    <a:pt x="30914" y="208"/>
                  </a:lnTo>
                  <a:lnTo>
                    <a:pt x="30688" y="284"/>
                  </a:lnTo>
                  <a:lnTo>
                    <a:pt x="30461" y="378"/>
                  </a:lnTo>
                  <a:lnTo>
                    <a:pt x="30235" y="491"/>
                  </a:lnTo>
                  <a:lnTo>
                    <a:pt x="30008" y="623"/>
                  </a:lnTo>
                  <a:lnTo>
                    <a:pt x="29763" y="755"/>
                  </a:lnTo>
                  <a:lnTo>
                    <a:pt x="29537" y="906"/>
                  </a:lnTo>
                  <a:lnTo>
                    <a:pt x="29310" y="1076"/>
                  </a:lnTo>
                  <a:lnTo>
                    <a:pt x="29084" y="1265"/>
                  </a:lnTo>
                  <a:lnTo>
                    <a:pt x="28857" y="1454"/>
                  </a:lnTo>
                  <a:lnTo>
                    <a:pt x="28631" y="1661"/>
                  </a:lnTo>
                  <a:lnTo>
                    <a:pt x="15193" y="14854"/>
                  </a:lnTo>
                  <a:lnTo>
                    <a:pt x="1774" y="28027"/>
                  </a:lnTo>
                  <a:lnTo>
                    <a:pt x="1548" y="28254"/>
                  </a:lnTo>
                  <a:lnTo>
                    <a:pt x="1359" y="28480"/>
                  </a:lnTo>
                  <a:lnTo>
                    <a:pt x="1170" y="28707"/>
                  </a:lnTo>
                  <a:lnTo>
                    <a:pt x="1000" y="28933"/>
                  </a:lnTo>
                  <a:lnTo>
                    <a:pt x="830" y="29160"/>
                  </a:lnTo>
                  <a:lnTo>
                    <a:pt x="679" y="29405"/>
                  </a:lnTo>
                  <a:lnTo>
                    <a:pt x="547" y="29631"/>
                  </a:lnTo>
                  <a:lnTo>
                    <a:pt x="434" y="29858"/>
                  </a:lnTo>
                  <a:lnTo>
                    <a:pt x="340" y="30084"/>
                  </a:lnTo>
                  <a:lnTo>
                    <a:pt x="245" y="30311"/>
                  </a:lnTo>
                  <a:lnTo>
                    <a:pt x="170" y="30537"/>
                  </a:lnTo>
                  <a:lnTo>
                    <a:pt x="113" y="30764"/>
                  </a:lnTo>
                  <a:lnTo>
                    <a:pt x="57" y="30990"/>
                  </a:lnTo>
                  <a:lnTo>
                    <a:pt x="19" y="31198"/>
                  </a:lnTo>
                  <a:lnTo>
                    <a:pt x="0" y="31406"/>
                  </a:lnTo>
                  <a:lnTo>
                    <a:pt x="0" y="31613"/>
                  </a:lnTo>
                  <a:lnTo>
                    <a:pt x="19" y="31821"/>
                  </a:lnTo>
                  <a:lnTo>
                    <a:pt x="38" y="32010"/>
                  </a:lnTo>
                  <a:lnTo>
                    <a:pt x="75" y="32179"/>
                  </a:lnTo>
                  <a:lnTo>
                    <a:pt x="113" y="32349"/>
                  </a:lnTo>
                  <a:lnTo>
                    <a:pt x="189" y="32519"/>
                  </a:lnTo>
                  <a:lnTo>
                    <a:pt x="264" y="32670"/>
                  </a:lnTo>
                  <a:lnTo>
                    <a:pt x="359" y="32821"/>
                  </a:lnTo>
                  <a:lnTo>
                    <a:pt x="453" y="32953"/>
                  </a:lnTo>
                  <a:lnTo>
                    <a:pt x="585" y="33085"/>
                  </a:lnTo>
                  <a:lnTo>
                    <a:pt x="717" y="33180"/>
                  </a:lnTo>
                  <a:lnTo>
                    <a:pt x="868" y="33274"/>
                  </a:lnTo>
                  <a:lnTo>
                    <a:pt x="1019" y="33368"/>
                  </a:lnTo>
                  <a:lnTo>
                    <a:pt x="1208" y="33425"/>
                  </a:lnTo>
                  <a:lnTo>
                    <a:pt x="1397" y="33482"/>
                  </a:lnTo>
                  <a:lnTo>
                    <a:pt x="1585" y="33519"/>
                  </a:lnTo>
                  <a:lnTo>
                    <a:pt x="1812" y="33538"/>
                  </a:lnTo>
                  <a:lnTo>
                    <a:pt x="28857" y="34859"/>
                  </a:lnTo>
                  <a:lnTo>
                    <a:pt x="29084" y="34859"/>
                  </a:lnTo>
                  <a:lnTo>
                    <a:pt x="29310" y="34840"/>
                  </a:lnTo>
                  <a:lnTo>
                    <a:pt x="29537" y="34803"/>
                  </a:lnTo>
                  <a:lnTo>
                    <a:pt x="29763" y="34765"/>
                  </a:lnTo>
                  <a:lnTo>
                    <a:pt x="30008" y="34708"/>
                  </a:lnTo>
                  <a:lnTo>
                    <a:pt x="30235" y="34633"/>
                  </a:lnTo>
                  <a:lnTo>
                    <a:pt x="30461" y="34539"/>
                  </a:lnTo>
                  <a:lnTo>
                    <a:pt x="30688" y="34425"/>
                  </a:lnTo>
                  <a:lnTo>
                    <a:pt x="30933" y="34312"/>
                  </a:lnTo>
                  <a:lnTo>
                    <a:pt x="31160" y="34180"/>
                  </a:lnTo>
                  <a:lnTo>
                    <a:pt x="31594" y="33897"/>
                  </a:lnTo>
                  <a:lnTo>
                    <a:pt x="32028" y="33557"/>
                  </a:lnTo>
                  <a:lnTo>
                    <a:pt x="32424" y="33199"/>
                  </a:lnTo>
                  <a:lnTo>
                    <a:pt x="32802" y="32802"/>
                  </a:lnTo>
                  <a:lnTo>
                    <a:pt x="33141" y="32387"/>
                  </a:lnTo>
                  <a:lnTo>
                    <a:pt x="33443" y="31934"/>
                  </a:lnTo>
                  <a:lnTo>
                    <a:pt x="33575" y="31708"/>
                  </a:lnTo>
                  <a:lnTo>
                    <a:pt x="33708" y="31481"/>
                  </a:lnTo>
                  <a:lnTo>
                    <a:pt x="33802" y="31255"/>
                  </a:lnTo>
                  <a:lnTo>
                    <a:pt x="33915" y="31009"/>
                  </a:lnTo>
                  <a:lnTo>
                    <a:pt x="33991" y="30783"/>
                  </a:lnTo>
                  <a:lnTo>
                    <a:pt x="34066" y="30556"/>
                  </a:lnTo>
                  <a:lnTo>
                    <a:pt x="34123" y="30311"/>
                  </a:lnTo>
                  <a:lnTo>
                    <a:pt x="34161" y="30084"/>
                  </a:lnTo>
                  <a:lnTo>
                    <a:pt x="34179" y="29839"/>
                  </a:lnTo>
                  <a:lnTo>
                    <a:pt x="34198" y="29613"/>
                  </a:lnTo>
                  <a:lnTo>
                    <a:pt x="34104" y="15778"/>
                  </a:lnTo>
                  <a:lnTo>
                    <a:pt x="34010" y="1925"/>
                  </a:lnTo>
                  <a:lnTo>
                    <a:pt x="33991" y="1699"/>
                  </a:lnTo>
                  <a:lnTo>
                    <a:pt x="33972" y="1491"/>
                  </a:lnTo>
                  <a:lnTo>
                    <a:pt x="33915" y="1303"/>
                  </a:lnTo>
                  <a:lnTo>
                    <a:pt x="33859" y="1114"/>
                  </a:lnTo>
                  <a:lnTo>
                    <a:pt x="33783" y="944"/>
                  </a:lnTo>
                  <a:lnTo>
                    <a:pt x="33708" y="793"/>
                  </a:lnTo>
                  <a:lnTo>
                    <a:pt x="33594" y="661"/>
                  </a:lnTo>
                  <a:lnTo>
                    <a:pt x="33481" y="529"/>
                  </a:lnTo>
                  <a:lnTo>
                    <a:pt x="33368" y="416"/>
                  </a:lnTo>
                  <a:lnTo>
                    <a:pt x="33217" y="321"/>
                  </a:lnTo>
                  <a:lnTo>
                    <a:pt x="33085" y="227"/>
                  </a:lnTo>
                  <a:lnTo>
                    <a:pt x="32915" y="151"/>
                  </a:lnTo>
                  <a:lnTo>
                    <a:pt x="32745" y="95"/>
                  </a:lnTo>
                  <a:lnTo>
                    <a:pt x="32575" y="57"/>
                  </a:lnTo>
                  <a:lnTo>
                    <a:pt x="32386" y="19"/>
                  </a:lnTo>
                  <a:lnTo>
                    <a:pt x="32198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  <a:effectLst>
              <a:outerShdw blurRad="142875" dist="95250" dir="42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5981000" y="-738350"/>
              <a:ext cx="263325" cy="391625"/>
            </a:xfrm>
            <a:custGeom>
              <a:avLst/>
              <a:gdLst/>
              <a:ahLst/>
              <a:cxnLst/>
              <a:rect l="l" t="t" r="r" b="b"/>
              <a:pathLst>
                <a:path w="10533" h="15665" extrusionOk="0">
                  <a:moveTo>
                    <a:pt x="7135" y="0"/>
                  </a:moveTo>
                  <a:lnTo>
                    <a:pt x="5568" y="3397"/>
                  </a:lnTo>
                  <a:lnTo>
                    <a:pt x="2926" y="9758"/>
                  </a:lnTo>
                  <a:lnTo>
                    <a:pt x="5134" y="9871"/>
                  </a:lnTo>
                  <a:lnTo>
                    <a:pt x="8739" y="3548"/>
                  </a:lnTo>
                  <a:lnTo>
                    <a:pt x="10532" y="170"/>
                  </a:lnTo>
                  <a:lnTo>
                    <a:pt x="7135" y="0"/>
                  </a:lnTo>
                  <a:close/>
                  <a:moveTo>
                    <a:pt x="3266" y="10928"/>
                  </a:moveTo>
                  <a:lnTo>
                    <a:pt x="3039" y="10947"/>
                  </a:lnTo>
                  <a:lnTo>
                    <a:pt x="2832" y="11003"/>
                  </a:lnTo>
                  <a:lnTo>
                    <a:pt x="2605" y="11060"/>
                  </a:lnTo>
                  <a:lnTo>
                    <a:pt x="2379" y="11154"/>
                  </a:lnTo>
                  <a:lnTo>
                    <a:pt x="2152" y="11267"/>
                  </a:lnTo>
                  <a:lnTo>
                    <a:pt x="1945" y="11400"/>
                  </a:lnTo>
                  <a:lnTo>
                    <a:pt x="1718" y="11532"/>
                  </a:lnTo>
                  <a:lnTo>
                    <a:pt x="1511" y="11702"/>
                  </a:lnTo>
                  <a:lnTo>
                    <a:pt x="1322" y="11871"/>
                  </a:lnTo>
                  <a:lnTo>
                    <a:pt x="1133" y="12079"/>
                  </a:lnTo>
                  <a:lnTo>
                    <a:pt x="945" y="12268"/>
                  </a:lnTo>
                  <a:lnTo>
                    <a:pt x="775" y="12494"/>
                  </a:lnTo>
                  <a:lnTo>
                    <a:pt x="605" y="12721"/>
                  </a:lnTo>
                  <a:lnTo>
                    <a:pt x="473" y="12947"/>
                  </a:lnTo>
                  <a:lnTo>
                    <a:pt x="341" y="13193"/>
                  </a:lnTo>
                  <a:lnTo>
                    <a:pt x="227" y="13438"/>
                  </a:lnTo>
                  <a:lnTo>
                    <a:pt x="133" y="13683"/>
                  </a:lnTo>
                  <a:lnTo>
                    <a:pt x="76" y="13910"/>
                  </a:lnTo>
                  <a:lnTo>
                    <a:pt x="20" y="14136"/>
                  </a:lnTo>
                  <a:lnTo>
                    <a:pt x="1" y="14344"/>
                  </a:lnTo>
                  <a:lnTo>
                    <a:pt x="1" y="14551"/>
                  </a:lnTo>
                  <a:lnTo>
                    <a:pt x="20" y="14740"/>
                  </a:lnTo>
                  <a:lnTo>
                    <a:pt x="58" y="14910"/>
                  </a:lnTo>
                  <a:lnTo>
                    <a:pt x="133" y="15061"/>
                  </a:lnTo>
                  <a:lnTo>
                    <a:pt x="209" y="15212"/>
                  </a:lnTo>
                  <a:lnTo>
                    <a:pt x="322" y="15344"/>
                  </a:lnTo>
                  <a:lnTo>
                    <a:pt x="435" y="15438"/>
                  </a:lnTo>
                  <a:lnTo>
                    <a:pt x="586" y="15533"/>
                  </a:lnTo>
                  <a:lnTo>
                    <a:pt x="756" y="15608"/>
                  </a:lnTo>
                  <a:lnTo>
                    <a:pt x="945" y="15646"/>
                  </a:lnTo>
                  <a:lnTo>
                    <a:pt x="1152" y="15665"/>
                  </a:lnTo>
                  <a:lnTo>
                    <a:pt x="1360" y="15665"/>
                  </a:lnTo>
                  <a:lnTo>
                    <a:pt x="1586" y="15646"/>
                  </a:lnTo>
                  <a:lnTo>
                    <a:pt x="1813" y="15589"/>
                  </a:lnTo>
                  <a:lnTo>
                    <a:pt x="2020" y="15514"/>
                  </a:lnTo>
                  <a:lnTo>
                    <a:pt x="2247" y="15438"/>
                  </a:lnTo>
                  <a:lnTo>
                    <a:pt x="2473" y="15325"/>
                  </a:lnTo>
                  <a:lnTo>
                    <a:pt x="2700" y="15193"/>
                  </a:lnTo>
                  <a:lnTo>
                    <a:pt x="2907" y="15042"/>
                  </a:lnTo>
                  <a:lnTo>
                    <a:pt x="3115" y="14891"/>
                  </a:lnTo>
                  <a:lnTo>
                    <a:pt x="3304" y="14702"/>
                  </a:lnTo>
                  <a:lnTo>
                    <a:pt x="3511" y="14514"/>
                  </a:lnTo>
                  <a:lnTo>
                    <a:pt x="3681" y="14306"/>
                  </a:lnTo>
                  <a:lnTo>
                    <a:pt x="3851" y="14098"/>
                  </a:lnTo>
                  <a:lnTo>
                    <a:pt x="4021" y="13872"/>
                  </a:lnTo>
                  <a:lnTo>
                    <a:pt x="4172" y="13627"/>
                  </a:lnTo>
                  <a:lnTo>
                    <a:pt x="4285" y="13400"/>
                  </a:lnTo>
                  <a:lnTo>
                    <a:pt x="4398" y="13136"/>
                  </a:lnTo>
                  <a:lnTo>
                    <a:pt x="4493" y="12909"/>
                  </a:lnTo>
                  <a:lnTo>
                    <a:pt x="4568" y="12683"/>
                  </a:lnTo>
                  <a:lnTo>
                    <a:pt x="4606" y="12456"/>
                  </a:lnTo>
                  <a:lnTo>
                    <a:pt x="4625" y="12249"/>
                  </a:lnTo>
                  <a:lnTo>
                    <a:pt x="4625" y="12041"/>
                  </a:lnTo>
                  <a:lnTo>
                    <a:pt x="4606" y="11853"/>
                  </a:lnTo>
                  <a:lnTo>
                    <a:pt x="4568" y="11683"/>
                  </a:lnTo>
                  <a:lnTo>
                    <a:pt x="4512" y="11513"/>
                  </a:lnTo>
                  <a:lnTo>
                    <a:pt x="4417" y="11381"/>
                  </a:lnTo>
                  <a:lnTo>
                    <a:pt x="4323" y="11249"/>
                  </a:lnTo>
                  <a:lnTo>
                    <a:pt x="4191" y="11135"/>
                  </a:lnTo>
                  <a:lnTo>
                    <a:pt x="4040" y="11060"/>
                  </a:lnTo>
                  <a:lnTo>
                    <a:pt x="3870" y="10984"/>
                  </a:lnTo>
                  <a:lnTo>
                    <a:pt x="3700" y="10947"/>
                  </a:lnTo>
                  <a:lnTo>
                    <a:pt x="3492" y="109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5981000" y="-465175"/>
              <a:ext cx="115625" cy="118450"/>
            </a:xfrm>
            <a:custGeom>
              <a:avLst/>
              <a:gdLst/>
              <a:ahLst/>
              <a:cxnLst/>
              <a:rect l="l" t="t" r="r" b="b"/>
              <a:pathLst>
                <a:path w="4625" h="4738" fill="none" extrusionOk="0">
                  <a:moveTo>
                    <a:pt x="1152" y="4738"/>
                  </a:moveTo>
                  <a:lnTo>
                    <a:pt x="1152" y="4738"/>
                  </a:lnTo>
                  <a:lnTo>
                    <a:pt x="945" y="4719"/>
                  </a:lnTo>
                  <a:lnTo>
                    <a:pt x="756" y="4681"/>
                  </a:lnTo>
                  <a:lnTo>
                    <a:pt x="586" y="4606"/>
                  </a:lnTo>
                  <a:lnTo>
                    <a:pt x="435" y="4511"/>
                  </a:lnTo>
                  <a:lnTo>
                    <a:pt x="322" y="4417"/>
                  </a:lnTo>
                  <a:lnTo>
                    <a:pt x="209" y="4285"/>
                  </a:lnTo>
                  <a:lnTo>
                    <a:pt x="133" y="4134"/>
                  </a:lnTo>
                  <a:lnTo>
                    <a:pt x="58" y="3983"/>
                  </a:lnTo>
                  <a:lnTo>
                    <a:pt x="20" y="3813"/>
                  </a:lnTo>
                  <a:lnTo>
                    <a:pt x="1" y="3624"/>
                  </a:lnTo>
                  <a:lnTo>
                    <a:pt x="1" y="3417"/>
                  </a:lnTo>
                  <a:lnTo>
                    <a:pt x="20" y="3209"/>
                  </a:lnTo>
                  <a:lnTo>
                    <a:pt x="76" y="2983"/>
                  </a:lnTo>
                  <a:lnTo>
                    <a:pt x="133" y="2756"/>
                  </a:lnTo>
                  <a:lnTo>
                    <a:pt x="227" y="2511"/>
                  </a:lnTo>
                  <a:lnTo>
                    <a:pt x="341" y="2266"/>
                  </a:lnTo>
                  <a:lnTo>
                    <a:pt x="341" y="2266"/>
                  </a:lnTo>
                  <a:lnTo>
                    <a:pt x="473" y="2020"/>
                  </a:lnTo>
                  <a:lnTo>
                    <a:pt x="605" y="1794"/>
                  </a:lnTo>
                  <a:lnTo>
                    <a:pt x="775" y="1567"/>
                  </a:lnTo>
                  <a:lnTo>
                    <a:pt x="945" y="1341"/>
                  </a:lnTo>
                  <a:lnTo>
                    <a:pt x="1133" y="1152"/>
                  </a:lnTo>
                  <a:lnTo>
                    <a:pt x="1322" y="944"/>
                  </a:lnTo>
                  <a:lnTo>
                    <a:pt x="1511" y="775"/>
                  </a:lnTo>
                  <a:lnTo>
                    <a:pt x="1718" y="605"/>
                  </a:lnTo>
                  <a:lnTo>
                    <a:pt x="1945" y="473"/>
                  </a:lnTo>
                  <a:lnTo>
                    <a:pt x="2152" y="340"/>
                  </a:lnTo>
                  <a:lnTo>
                    <a:pt x="2379" y="227"/>
                  </a:lnTo>
                  <a:lnTo>
                    <a:pt x="2605" y="133"/>
                  </a:lnTo>
                  <a:lnTo>
                    <a:pt x="2832" y="76"/>
                  </a:lnTo>
                  <a:lnTo>
                    <a:pt x="3039" y="20"/>
                  </a:lnTo>
                  <a:lnTo>
                    <a:pt x="3266" y="1"/>
                  </a:lnTo>
                  <a:lnTo>
                    <a:pt x="3492" y="1"/>
                  </a:lnTo>
                  <a:lnTo>
                    <a:pt x="3492" y="1"/>
                  </a:lnTo>
                  <a:lnTo>
                    <a:pt x="3700" y="20"/>
                  </a:lnTo>
                  <a:lnTo>
                    <a:pt x="3870" y="57"/>
                  </a:lnTo>
                  <a:lnTo>
                    <a:pt x="4040" y="133"/>
                  </a:lnTo>
                  <a:lnTo>
                    <a:pt x="4191" y="208"/>
                  </a:lnTo>
                  <a:lnTo>
                    <a:pt x="4323" y="322"/>
                  </a:lnTo>
                  <a:lnTo>
                    <a:pt x="4417" y="454"/>
                  </a:lnTo>
                  <a:lnTo>
                    <a:pt x="4512" y="586"/>
                  </a:lnTo>
                  <a:lnTo>
                    <a:pt x="4568" y="756"/>
                  </a:lnTo>
                  <a:lnTo>
                    <a:pt x="4606" y="926"/>
                  </a:lnTo>
                  <a:lnTo>
                    <a:pt x="4625" y="1114"/>
                  </a:lnTo>
                  <a:lnTo>
                    <a:pt x="4625" y="1322"/>
                  </a:lnTo>
                  <a:lnTo>
                    <a:pt x="4606" y="1529"/>
                  </a:lnTo>
                  <a:lnTo>
                    <a:pt x="4568" y="1756"/>
                  </a:lnTo>
                  <a:lnTo>
                    <a:pt x="4493" y="1982"/>
                  </a:lnTo>
                  <a:lnTo>
                    <a:pt x="4398" y="2209"/>
                  </a:lnTo>
                  <a:lnTo>
                    <a:pt x="4285" y="2473"/>
                  </a:lnTo>
                  <a:lnTo>
                    <a:pt x="4285" y="2473"/>
                  </a:lnTo>
                  <a:lnTo>
                    <a:pt x="4172" y="2700"/>
                  </a:lnTo>
                  <a:lnTo>
                    <a:pt x="4021" y="2945"/>
                  </a:lnTo>
                  <a:lnTo>
                    <a:pt x="3851" y="3171"/>
                  </a:lnTo>
                  <a:lnTo>
                    <a:pt x="3681" y="3379"/>
                  </a:lnTo>
                  <a:lnTo>
                    <a:pt x="3511" y="3587"/>
                  </a:lnTo>
                  <a:lnTo>
                    <a:pt x="3304" y="3775"/>
                  </a:lnTo>
                  <a:lnTo>
                    <a:pt x="3115" y="3964"/>
                  </a:lnTo>
                  <a:lnTo>
                    <a:pt x="2907" y="4115"/>
                  </a:lnTo>
                  <a:lnTo>
                    <a:pt x="2700" y="4266"/>
                  </a:lnTo>
                  <a:lnTo>
                    <a:pt x="2473" y="4398"/>
                  </a:lnTo>
                  <a:lnTo>
                    <a:pt x="2247" y="4511"/>
                  </a:lnTo>
                  <a:lnTo>
                    <a:pt x="2020" y="4587"/>
                  </a:lnTo>
                  <a:lnTo>
                    <a:pt x="1813" y="4662"/>
                  </a:lnTo>
                  <a:lnTo>
                    <a:pt x="1586" y="4719"/>
                  </a:lnTo>
                  <a:lnTo>
                    <a:pt x="1360" y="4738"/>
                  </a:lnTo>
                  <a:lnTo>
                    <a:pt x="1152" y="473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6054150" y="-738350"/>
              <a:ext cx="190175" cy="246775"/>
            </a:xfrm>
            <a:custGeom>
              <a:avLst/>
              <a:gdLst/>
              <a:ahLst/>
              <a:cxnLst/>
              <a:rect l="l" t="t" r="r" b="b"/>
              <a:pathLst>
                <a:path w="7607" h="9871" fill="none" extrusionOk="0">
                  <a:moveTo>
                    <a:pt x="0" y="9758"/>
                  </a:moveTo>
                  <a:lnTo>
                    <a:pt x="2642" y="3397"/>
                  </a:lnTo>
                  <a:lnTo>
                    <a:pt x="4209" y="0"/>
                  </a:lnTo>
                  <a:lnTo>
                    <a:pt x="7606" y="170"/>
                  </a:lnTo>
                  <a:lnTo>
                    <a:pt x="5813" y="3548"/>
                  </a:lnTo>
                  <a:lnTo>
                    <a:pt x="2208" y="9871"/>
                  </a:lnTo>
                  <a:lnTo>
                    <a:pt x="0" y="975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14" name="Google Shape;714;p27"/>
          <p:cNvGrpSpPr/>
          <p:nvPr/>
        </p:nvGrpSpPr>
        <p:grpSpPr>
          <a:xfrm>
            <a:off x="8203322" y="1593752"/>
            <a:ext cx="478363" cy="487608"/>
            <a:chOff x="5201261" y="-1241988"/>
            <a:chExt cx="750412" cy="764916"/>
          </a:xfrm>
        </p:grpSpPr>
        <p:sp>
          <p:nvSpPr>
            <p:cNvPr id="715" name="Google Shape;715;p27"/>
            <p:cNvSpPr/>
            <p:nvPr/>
          </p:nvSpPr>
          <p:spPr>
            <a:xfrm>
              <a:off x="5201261" y="-1241988"/>
              <a:ext cx="750412" cy="764916"/>
            </a:xfrm>
            <a:custGeom>
              <a:avLst/>
              <a:gdLst/>
              <a:ahLst/>
              <a:cxnLst/>
              <a:rect l="l" t="t" r="r" b="b"/>
              <a:pathLst>
                <a:path w="34199" h="34860" extrusionOk="0">
                  <a:moveTo>
                    <a:pt x="31990" y="0"/>
                  </a:moveTo>
                  <a:lnTo>
                    <a:pt x="31782" y="19"/>
                  </a:lnTo>
                  <a:lnTo>
                    <a:pt x="31575" y="38"/>
                  </a:lnTo>
                  <a:lnTo>
                    <a:pt x="31367" y="76"/>
                  </a:lnTo>
                  <a:lnTo>
                    <a:pt x="31141" y="133"/>
                  </a:lnTo>
                  <a:lnTo>
                    <a:pt x="30914" y="208"/>
                  </a:lnTo>
                  <a:lnTo>
                    <a:pt x="30688" y="284"/>
                  </a:lnTo>
                  <a:lnTo>
                    <a:pt x="30461" y="378"/>
                  </a:lnTo>
                  <a:lnTo>
                    <a:pt x="30235" y="491"/>
                  </a:lnTo>
                  <a:lnTo>
                    <a:pt x="30008" y="623"/>
                  </a:lnTo>
                  <a:lnTo>
                    <a:pt x="29763" y="755"/>
                  </a:lnTo>
                  <a:lnTo>
                    <a:pt x="29537" y="906"/>
                  </a:lnTo>
                  <a:lnTo>
                    <a:pt x="29310" y="1076"/>
                  </a:lnTo>
                  <a:lnTo>
                    <a:pt x="29084" y="1265"/>
                  </a:lnTo>
                  <a:lnTo>
                    <a:pt x="28857" y="1454"/>
                  </a:lnTo>
                  <a:lnTo>
                    <a:pt x="28631" y="1661"/>
                  </a:lnTo>
                  <a:lnTo>
                    <a:pt x="15193" y="14854"/>
                  </a:lnTo>
                  <a:lnTo>
                    <a:pt x="1774" y="28027"/>
                  </a:lnTo>
                  <a:lnTo>
                    <a:pt x="1548" y="28254"/>
                  </a:lnTo>
                  <a:lnTo>
                    <a:pt x="1359" y="28480"/>
                  </a:lnTo>
                  <a:lnTo>
                    <a:pt x="1170" y="28707"/>
                  </a:lnTo>
                  <a:lnTo>
                    <a:pt x="1000" y="28933"/>
                  </a:lnTo>
                  <a:lnTo>
                    <a:pt x="830" y="29160"/>
                  </a:lnTo>
                  <a:lnTo>
                    <a:pt x="679" y="29405"/>
                  </a:lnTo>
                  <a:lnTo>
                    <a:pt x="547" y="29631"/>
                  </a:lnTo>
                  <a:lnTo>
                    <a:pt x="434" y="29858"/>
                  </a:lnTo>
                  <a:lnTo>
                    <a:pt x="340" y="30084"/>
                  </a:lnTo>
                  <a:lnTo>
                    <a:pt x="245" y="30311"/>
                  </a:lnTo>
                  <a:lnTo>
                    <a:pt x="170" y="30537"/>
                  </a:lnTo>
                  <a:lnTo>
                    <a:pt x="113" y="30764"/>
                  </a:lnTo>
                  <a:lnTo>
                    <a:pt x="57" y="30990"/>
                  </a:lnTo>
                  <a:lnTo>
                    <a:pt x="19" y="31198"/>
                  </a:lnTo>
                  <a:lnTo>
                    <a:pt x="0" y="31406"/>
                  </a:lnTo>
                  <a:lnTo>
                    <a:pt x="0" y="31613"/>
                  </a:lnTo>
                  <a:lnTo>
                    <a:pt x="19" y="31821"/>
                  </a:lnTo>
                  <a:lnTo>
                    <a:pt x="38" y="32010"/>
                  </a:lnTo>
                  <a:lnTo>
                    <a:pt x="75" y="32179"/>
                  </a:lnTo>
                  <a:lnTo>
                    <a:pt x="113" y="32349"/>
                  </a:lnTo>
                  <a:lnTo>
                    <a:pt x="189" y="32519"/>
                  </a:lnTo>
                  <a:lnTo>
                    <a:pt x="264" y="32670"/>
                  </a:lnTo>
                  <a:lnTo>
                    <a:pt x="359" y="32821"/>
                  </a:lnTo>
                  <a:lnTo>
                    <a:pt x="453" y="32953"/>
                  </a:lnTo>
                  <a:lnTo>
                    <a:pt x="585" y="33085"/>
                  </a:lnTo>
                  <a:lnTo>
                    <a:pt x="717" y="33180"/>
                  </a:lnTo>
                  <a:lnTo>
                    <a:pt x="868" y="33274"/>
                  </a:lnTo>
                  <a:lnTo>
                    <a:pt x="1019" y="33368"/>
                  </a:lnTo>
                  <a:lnTo>
                    <a:pt x="1208" y="33425"/>
                  </a:lnTo>
                  <a:lnTo>
                    <a:pt x="1397" y="33482"/>
                  </a:lnTo>
                  <a:lnTo>
                    <a:pt x="1585" y="33519"/>
                  </a:lnTo>
                  <a:lnTo>
                    <a:pt x="1812" y="33538"/>
                  </a:lnTo>
                  <a:lnTo>
                    <a:pt x="28857" y="34859"/>
                  </a:lnTo>
                  <a:lnTo>
                    <a:pt x="29084" y="34859"/>
                  </a:lnTo>
                  <a:lnTo>
                    <a:pt x="29310" y="34840"/>
                  </a:lnTo>
                  <a:lnTo>
                    <a:pt x="29537" y="34803"/>
                  </a:lnTo>
                  <a:lnTo>
                    <a:pt x="29763" y="34765"/>
                  </a:lnTo>
                  <a:lnTo>
                    <a:pt x="30008" y="34708"/>
                  </a:lnTo>
                  <a:lnTo>
                    <a:pt x="30235" y="34633"/>
                  </a:lnTo>
                  <a:lnTo>
                    <a:pt x="30461" y="34539"/>
                  </a:lnTo>
                  <a:lnTo>
                    <a:pt x="30688" y="34425"/>
                  </a:lnTo>
                  <a:lnTo>
                    <a:pt x="30933" y="34312"/>
                  </a:lnTo>
                  <a:lnTo>
                    <a:pt x="31160" y="34180"/>
                  </a:lnTo>
                  <a:lnTo>
                    <a:pt x="31594" y="33897"/>
                  </a:lnTo>
                  <a:lnTo>
                    <a:pt x="32028" y="33557"/>
                  </a:lnTo>
                  <a:lnTo>
                    <a:pt x="32424" y="33199"/>
                  </a:lnTo>
                  <a:lnTo>
                    <a:pt x="32802" y="32802"/>
                  </a:lnTo>
                  <a:lnTo>
                    <a:pt x="33141" y="32387"/>
                  </a:lnTo>
                  <a:lnTo>
                    <a:pt x="33443" y="31934"/>
                  </a:lnTo>
                  <a:lnTo>
                    <a:pt x="33575" y="31708"/>
                  </a:lnTo>
                  <a:lnTo>
                    <a:pt x="33708" y="31481"/>
                  </a:lnTo>
                  <a:lnTo>
                    <a:pt x="33802" y="31255"/>
                  </a:lnTo>
                  <a:lnTo>
                    <a:pt x="33915" y="31009"/>
                  </a:lnTo>
                  <a:lnTo>
                    <a:pt x="33991" y="30783"/>
                  </a:lnTo>
                  <a:lnTo>
                    <a:pt x="34066" y="30556"/>
                  </a:lnTo>
                  <a:lnTo>
                    <a:pt x="34123" y="30311"/>
                  </a:lnTo>
                  <a:lnTo>
                    <a:pt x="34161" y="30084"/>
                  </a:lnTo>
                  <a:lnTo>
                    <a:pt x="34179" y="29839"/>
                  </a:lnTo>
                  <a:lnTo>
                    <a:pt x="34198" y="29613"/>
                  </a:lnTo>
                  <a:lnTo>
                    <a:pt x="34104" y="15778"/>
                  </a:lnTo>
                  <a:lnTo>
                    <a:pt x="34010" y="1925"/>
                  </a:lnTo>
                  <a:lnTo>
                    <a:pt x="33991" y="1699"/>
                  </a:lnTo>
                  <a:lnTo>
                    <a:pt x="33972" y="1491"/>
                  </a:lnTo>
                  <a:lnTo>
                    <a:pt x="33915" y="1303"/>
                  </a:lnTo>
                  <a:lnTo>
                    <a:pt x="33859" y="1114"/>
                  </a:lnTo>
                  <a:lnTo>
                    <a:pt x="33783" y="944"/>
                  </a:lnTo>
                  <a:lnTo>
                    <a:pt x="33708" y="793"/>
                  </a:lnTo>
                  <a:lnTo>
                    <a:pt x="33594" y="661"/>
                  </a:lnTo>
                  <a:lnTo>
                    <a:pt x="33481" y="529"/>
                  </a:lnTo>
                  <a:lnTo>
                    <a:pt x="33368" y="416"/>
                  </a:lnTo>
                  <a:lnTo>
                    <a:pt x="33217" y="321"/>
                  </a:lnTo>
                  <a:lnTo>
                    <a:pt x="33085" y="227"/>
                  </a:lnTo>
                  <a:lnTo>
                    <a:pt x="32915" y="151"/>
                  </a:lnTo>
                  <a:lnTo>
                    <a:pt x="32745" y="95"/>
                  </a:lnTo>
                  <a:lnTo>
                    <a:pt x="32575" y="57"/>
                  </a:lnTo>
                  <a:lnTo>
                    <a:pt x="32386" y="19"/>
                  </a:lnTo>
                  <a:lnTo>
                    <a:pt x="32198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  <a:effectLst>
              <a:outerShdw blurRad="142875" dist="95250" dir="42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5573954" y="-959961"/>
              <a:ext cx="231120" cy="343729"/>
            </a:xfrm>
            <a:custGeom>
              <a:avLst/>
              <a:gdLst/>
              <a:ahLst/>
              <a:cxnLst/>
              <a:rect l="l" t="t" r="r" b="b"/>
              <a:pathLst>
                <a:path w="10533" h="15665" extrusionOk="0">
                  <a:moveTo>
                    <a:pt x="7135" y="0"/>
                  </a:moveTo>
                  <a:lnTo>
                    <a:pt x="5568" y="3397"/>
                  </a:lnTo>
                  <a:lnTo>
                    <a:pt x="2926" y="9758"/>
                  </a:lnTo>
                  <a:lnTo>
                    <a:pt x="5134" y="9871"/>
                  </a:lnTo>
                  <a:lnTo>
                    <a:pt x="8739" y="3548"/>
                  </a:lnTo>
                  <a:lnTo>
                    <a:pt x="10532" y="170"/>
                  </a:lnTo>
                  <a:lnTo>
                    <a:pt x="7135" y="0"/>
                  </a:lnTo>
                  <a:close/>
                  <a:moveTo>
                    <a:pt x="3266" y="10928"/>
                  </a:moveTo>
                  <a:lnTo>
                    <a:pt x="3039" y="10947"/>
                  </a:lnTo>
                  <a:lnTo>
                    <a:pt x="2832" y="11003"/>
                  </a:lnTo>
                  <a:lnTo>
                    <a:pt x="2605" y="11060"/>
                  </a:lnTo>
                  <a:lnTo>
                    <a:pt x="2379" y="11154"/>
                  </a:lnTo>
                  <a:lnTo>
                    <a:pt x="2152" y="11267"/>
                  </a:lnTo>
                  <a:lnTo>
                    <a:pt x="1945" y="11400"/>
                  </a:lnTo>
                  <a:lnTo>
                    <a:pt x="1718" y="11532"/>
                  </a:lnTo>
                  <a:lnTo>
                    <a:pt x="1511" y="11702"/>
                  </a:lnTo>
                  <a:lnTo>
                    <a:pt x="1322" y="11871"/>
                  </a:lnTo>
                  <a:lnTo>
                    <a:pt x="1133" y="12079"/>
                  </a:lnTo>
                  <a:lnTo>
                    <a:pt x="945" y="12268"/>
                  </a:lnTo>
                  <a:lnTo>
                    <a:pt x="775" y="12494"/>
                  </a:lnTo>
                  <a:lnTo>
                    <a:pt x="605" y="12721"/>
                  </a:lnTo>
                  <a:lnTo>
                    <a:pt x="473" y="12947"/>
                  </a:lnTo>
                  <a:lnTo>
                    <a:pt x="341" y="13193"/>
                  </a:lnTo>
                  <a:lnTo>
                    <a:pt x="227" y="13438"/>
                  </a:lnTo>
                  <a:lnTo>
                    <a:pt x="133" y="13683"/>
                  </a:lnTo>
                  <a:lnTo>
                    <a:pt x="76" y="13910"/>
                  </a:lnTo>
                  <a:lnTo>
                    <a:pt x="20" y="14136"/>
                  </a:lnTo>
                  <a:lnTo>
                    <a:pt x="1" y="14344"/>
                  </a:lnTo>
                  <a:lnTo>
                    <a:pt x="1" y="14551"/>
                  </a:lnTo>
                  <a:lnTo>
                    <a:pt x="20" y="14740"/>
                  </a:lnTo>
                  <a:lnTo>
                    <a:pt x="58" y="14910"/>
                  </a:lnTo>
                  <a:lnTo>
                    <a:pt x="133" y="15061"/>
                  </a:lnTo>
                  <a:lnTo>
                    <a:pt x="209" y="15212"/>
                  </a:lnTo>
                  <a:lnTo>
                    <a:pt x="322" y="15344"/>
                  </a:lnTo>
                  <a:lnTo>
                    <a:pt x="435" y="15438"/>
                  </a:lnTo>
                  <a:lnTo>
                    <a:pt x="586" y="15533"/>
                  </a:lnTo>
                  <a:lnTo>
                    <a:pt x="756" y="15608"/>
                  </a:lnTo>
                  <a:lnTo>
                    <a:pt x="945" y="15646"/>
                  </a:lnTo>
                  <a:lnTo>
                    <a:pt x="1152" y="15665"/>
                  </a:lnTo>
                  <a:lnTo>
                    <a:pt x="1360" y="15665"/>
                  </a:lnTo>
                  <a:lnTo>
                    <a:pt x="1586" y="15646"/>
                  </a:lnTo>
                  <a:lnTo>
                    <a:pt x="1813" y="15589"/>
                  </a:lnTo>
                  <a:lnTo>
                    <a:pt x="2020" y="15514"/>
                  </a:lnTo>
                  <a:lnTo>
                    <a:pt x="2247" y="15438"/>
                  </a:lnTo>
                  <a:lnTo>
                    <a:pt x="2473" y="15325"/>
                  </a:lnTo>
                  <a:lnTo>
                    <a:pt x="2700" y="15193"/>
                  </a:lnTo>
                  <a:lnTo>
                    <a:pt x="2907" y="15042"/>
                  </a:lnTo>
                  <a:lnTo>
                    <a:pt x="3115" y="14891"/>
                  </a:lnTo>
                  <a:lnTo>
                    <a:pt x="3304" y="14702"/>
                  </a:lnTo>
                  <a:lnTo>
                    <a:pt x="3511" y="14514"/>
                  </a:lnTo>
                  <a:lnTo>
                    <a:pt x="3681" y="14306"/>
                  </a:lnTo>
                  <a:lnTo>
                    <a:pt x="3851" y="14098"/>
                  </a:lnTo>
                  <a:lnTo>
                    <a:pt x="4021" y="13872"/>
                  </a:lnTo>
                  <a:lnTo>
                    <a:pt x="4172" y="13627"/>
                  </a:lnTo>
                  <a:lnTo>
                    <a:pt x="4285" y="13400"/>
                  </a:lnTo>
                  <a:lnTo>
                    <a:pt x="4398" y="13136"/>
                  </a:lnTo>
                  <a:lnTo>
                    <a:pt x="4493" y="12909"/>
                  </a:lnTo>
                  <a:lnTo>
                    <a:pt x="4568" y="12683"/>
                  </a:lnTo>
                  <a:lnTo>
                    <a:pt x="4606" y="12456"/>
                  </a:lnTo>
                  <a:lnTo>
                    <a:pt x="4625" y="12249"/>
                  </a:lnTo>
                  <a:lnTo>
                    <a:pt x="4625" y="12041"/>
                  </a:lnTo>
                  <a:lnTo>
                    <a:pt x="4606" y="11853"/>
                  </a:lnTo>
                  <a:lnTo>
                    <a:pt x="4568" y="11683"/>
                  </a:lnTo>
                  <a:lnTo>
                    <a:pt x="4512" y="11513"/>
                  </a:lnTo>
                  <a:lnTo>
                    <a:pt x="4417" y="11381"/>
                  </a:lnTo>
                  <a:lnTo>
                    <a:pt x="4323" y="11249"/>
                  </a:lnTo>
                  <a:lnTo>
                    <a:pt x="4191" y="11135"/>
                  </a:lnTo>
                  <a:lnTo>
                    <a:pt x="4040" y="11060"/>
                  </a:lnTo>
                  <a:lnTo>
                    <a:pt x="3870" y="10984"/>
                  </a:lnTo>
                  <a:lnTo>
                    <a:pt x="3700" y="10947"/>
                  </a:lnTo>
                  <a:lnTo>
                    <a:pt x="3492" y="1092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7" name="Google Shape;717;p27"/>
            <p:cNvSpPr/>
            <p:nvPr/>
          </p:nvSpPr>
          <p:spPr>
            <a:xfrm>
              <a:off x="5573954" y="-720195"/>
              <a:ext cx="101484" cy="103964"/>
            </a:xfrm>
            <a:custGeom>
              <a:avLst/>
              <a:gdLst/>
              <a:ahLst/>
              <a:cxnLst/>
              <a:rect l="l" t="t" r="r" b="b"/>
              <a:pathLst>
                <a:path w="4625" h="4738" fill="none" extrusionOk="0">
                  <a:moveTo>
                    <a:pt x="1152" y="4738"/>
                  </a:moveTo>
                  <a:lnTo>
                    <a:pt x="1152" y="4738"/>
                  </a:lnTo>
                  <a:lnTo>
                    <a:pt x="945" y="4719"/>
                  </a:lnTo>
                  <a:lnTo>
                    <a:pt x="756" y="4681"/>
                  </a:lnTo>
                  <a:lnTo>
                    <a:pt x="586" y="4606"/>
                  </a:lnTo>
                  <a:lnTo>
                    <a:pt x="435" y="4511"/>
                  </a:lnTo>
                  <a:lnTo>
                    <a:pt x="322" y="4417"/>
                  </a:lnTo>
                  <a:lnTo>
                    <a:pt x="209" y="4285"/>
                  </a:lnTo>
                  <a:lnTo>
                    <a:pt x="133" y="4134"/>
                  </a:lnTo>
                  <a:lnTo>
                    <a:pt x="58" y="3983"/>
                  </a:lnTo>
                  <a:lnTo>
                    <a:pt x="20" y="3813"/>
                  </a:lnTo>
                  <a:lnTo>
                    <a:pt x="1" y="3624"/>
                  </a:lnTo>
                  <a:lnTo>
                    <a:pt x="1" y="3417"/>
                  </a:lnTo>
                  <a:lnTo>
                    <a:pt x="20" y="3209"/>
                  </a:lnTo>
                  <a:lnTo>
                    <a:pt x="76" y="2983"/>
                  </a:lnTo>
                  <a:lnTo>
                    <a:pt x="133" y="2756"/>
                  </a:lnTo>
                  <a:lnTo>
                    <a:pt x="227" y="2511"/>
                  </a:lnTo>
                  <a:lnTo>
                    <a:pt x="341" y="2266"/>
                  </a:lnTo>
                  <a:lnTo>
                    <a:pt x="341" y="2266"/>
                  </a:lnTo>
                  <a:lnTo>
                    <a:pt x="473" y="2020"/>
                  </a:lnTo>
                  <a:lnTo>
                    <a:pt x="605" y="1794"/>
                  </a:lnTo>
                  <a:lnTo>
                    <a:pt x="775" y="1567"/>
                  </a:lnTo>
                  <a:lnTo>
                    <a:pt x="945" y="1341"/>
                  </a:lnTo>
                  <a:lnTo>
                    <a:pt x="1133" y="1152"/>
                  </a:lnTo>
                  <a:lnTo>
                    <a:pt x="1322" y="944"/>
                  </a:lnTo>
                  <a:lnTo>
                    <a:pt x="1511" y="775"/>
                  </a:lnTo>
                  <a:lnTo>
                    <a:pt x="1718" y="605"/>
                  </a:lnTo>
                  <a:lnTo>
                    <a:pt x="1945" y="473"/>
                  </a:lnTo>
                  <a:lnTo>
                    <a:pt x="2152" y="340"/>
                  </a:lnTo>
                  <a:lnTo>
                    <a:pt x="2379" y="227"/>
                  </a:lnTo>
                  <a:lnTo>
                    <a:pt x="2605" y="133"/>
                  </a:lnTo>
                  <a:lnTo>
                    <a:pt x="2832" y="76"/>
                  </a:lnTo>
                  <a:lnTo>
                    <a:pt x="3039" y="20"/>
                  </a:lnTo>
                  <a:lnTo>
                    <a:pt x="3266" y="1"/>
                  </a:lnTo>
                  <a:lnTo>
                    <a:pt x="3492" y="1"/>
                  </a:lnTo>
                  <a:lnTo>
                    <a:pt x="3492" y="1"/>
                  </a:lnTo>
                  <a:lnTo>
                    <a:pt x="3700" y="20"/>
                  </a:lnTo>
                  <a:lnTo>
                    <a:pt x="3870" y="57"/>
                  </a:lnTo>
                  <a:lnTo>
                    <a:pt x="4040" y="133"/>
                  </a:lnTo>
                  <a:lnTo>
                    <a:pt x="4191" y="208"/>
                  </a:lnTo>
                  <a:lnTo>
                    <a:pt x="4323" y="322"/>
                  </a:lnTo>
                  <a:lnTo>
                    <a:pt x="4417" y="454"/>
                  </a:lnTo>
                  <a:lnTo>
                    <a:pt x="4512" y="586"/>
                  </a:lnTo>
                  <a:lnTo>
                    <a:pt x="4568" y="756"/>
                  </a:lnTo>
                  <a:lnTo>
                    <a:pt x="4606" y="926"/>
                  </a:lnTo>
                  <a:lnTo>
                    <a:pt x="4625" y="1114"/>
                  </a:lnTo>
                  <a:lnTo>
                    <a:pt x="4625" y="1322"/>
                  </a:lnTo>
                  <a:lnTo>
                    <a:pt x="4606" y="1529"/>
                  </a:lnTo>
                  <a:lnTo>
                    <a:pt x="4568" y="1756"/>
                  </a:lnTo>
                  <a:lnTo>
                    <a:pt x="4493" y="1982"/>
                  </a:lnTo>
                  <a:lnTo>
                    <a:pt x="4398" y="2209"/>
                  </a:lnTo>
                  <a:lnTo>
                    <a:pt x="4285" y="2473"/>
                  </a:lnTo>
                  <a:lnTo>
                    <a:pt x="4285" y="2473"/>
                  </a:lnTo>
                  <a:lnTo>
                    <a:pt x="4172" y="2700"/>
                  </a:lnTo>
                  <a:lnTo>
                    <a:pt x="4021" y="2945"/>
                  </a:lnTo>
                  <a:lnTo>
                    <a:pt x="3851" y="3171"/>
                  </a:lnTo>
                  <a:lnTo>
                    <a:pt x="3681" y="3379"/>
                  </a:lnTo>
                  <a:lnTo>
                    <a:pt x="3511" y="3587"/>
                  </a:lnTo>
                  <a:lnTo>
                    <a:pt x="3304" y="3775"/>
                  </a:lnTo>
                  <a:lnTo>
                    <a:pt x="3115" y="3964"/>
                  </a:lnTo>
                  <a:lnTo>
                    <a:pt x="2907" y="4115"/>
                  </a:lnTo>
                  <a:lnTo>
                    <a:pt x="2700" y="4266"/>
                  </a:lnTo>
                  <a:lnTo>
                    <a:pt x="2473" y="4398"/>
                  </a:lnTo>
                  <a:lnTo>
                    <a:pt x="2247" y="4511"/>
                  </a:lnTo>
                  <a:lnTo>
                    <a:pt x="2020" y="4587"/>
                  </a:lnTo>
                  <a:lnTo>
                    <a:pt x="1813" y="4662"/>
                  </a:lnTo>
                  <a:lnTo>
                    <a:pt x="1586" y="4719"/>
                  </a:lnTo>
                  <a:lnTo>
                    <a:pt x="1360" y="4738"/>
                  </a:lnTo>
                  <a:lnTo>
                    <a:pt x="1152" y="4738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5638158" y="-959961"/>
              <a:ext cx="166917" cy="216594"/>
            </a:xfrm>
            <a:custGeom>
              <a:avLst/>
              <a:gdLst/>
              <a:ahLst/>
              <a:cxnLst/>
              <a:rect l="l" t="t" r="r" b="b"/>
              <a:pathLst>
                <a:path w="7607" h="9871" fill="none" extrusionOk="0">
                  <a:moveTo>
                    <a:pt x="0" y="9758"/>
                  </a:moveTo>
                  <a:lnTo>
                    <a:pt x="2642" y="3397"/>
                  </a:lnTo>
                  <a:lnTo>
                    <a:pt x="4209" y="0"/>
                  </a:lnTo>
                  <a:lnTo>
                    <a:pt x="7606" y="170"/>
                  </a:lnTo>
                  <a:lnTo>
                    <a:pt x="5813" y="3548"/>
                  </a:lnTo>
                  <a:lnTo>
                    <a:pt x="2208" y="9871"/>
                  </a:lnTo>
                  <a:lnTo>
                    <a:pt x="0" y="9758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19" name="Google Shape;719;p27"/>
          <p:cNvGrpSpPr/>
          <p:nvPr/>
        </p:nvGrpSpPr>
        <p:grpSpPr>
          <a:xfrm>
            <a:off x="10407155" y="1743152"/>
            <a:ext cx="478363" cy="487608"/>
            <a:chOff x="5201261" y="-1241988"/>
            <a:chExt cx="750412" cy="764916"/>
          </a:xfrm>
        </p:grpSpPr>
        <p:sp>
          <p:nvSpPr>
            <p:cNvPr id="720" name="Google Shape;720;p27"/>
            <p:cNvSpPr/>
            <p:nvPr/>
          </p:nvSpPr>
          <p:spPr>
            <a:xfrm>
              <a:off x="5201261" y="-1241988"/>
              <a:ext cx="750412" cy="764916"/>
            </a:xfrm>
            <a:custGeom>
              <a:avLst/>
              <a:gdLst/>
              <a:ahLst/>
              <a:cxnLst/>
              <a:rect l="l" t="t" r="r" b="b"/>
              <a:pathLst>
                <a:path w="34199" h="34860" extrusionOk="0">
                  <a:moveTo>
                    <a:pt x="31990" y="0"/>
                  </a:moveTo>
                  <a:lnTo>
                    <a:pt x="31782" y="19"/>
                  </a:lnTo>
                  <a:lnTo>
                    <a:pt x="31575" y="38"/>
                  </a:lnTo>
                  <a:lnTo>
                    <a:pt x="31367" y="76"/>
                  </a:lnTo>
                  <a:lnTo>
                    <a:pt x="31141" y="133"/>
                  </a:lnTo>
                  <a:lnTo>
                    <a:pt x="30914" y="208"/>
                  </a:lnTo>
                  <a:lnTo>
                    <a:pt x="30688" y="284"/>
                  </a:lnTo>
                  <a:lnTo>
                    <a:pt x="30461" y="378"/>
                  </a:lnTo>
                  <a:lnTo>
                    <a:pt x="30235" y="491"/>
                  </a:lnTo>
                  <a:lnTo>
                    <a:pt x="30008" y="623"/>
                  </a:lnTo>
                  <a:lnTo>
                    <a:pt x="29763" y="755"/>
                  </a:lnTo>
                  <a:lnTo>
                    <a:pt x="29537" y="906"/>
                  </a:lnTo>
                  <a:lnTo>
                    <a:pt x="29310" y="1076"/>
                  </a:lnTo>
                  <a:lnTo>
                    <a:pt x="29084" y="1265"/>
                  </a:lnTo>
                  <a:lnTo>
                    <a:pt x="28857" y="1454"/>
                  </a:lnTo>
                  <a:lnTo>
                    <a:pt x="28631" y="1661"/>
                  </a:lnTo>
                  <a:lnTo>
                    <a:pt x="15193" y="14854"/>
                  </a:lnTo>
                  <a:lnTo>
                    <a:pt x="1774" y="28027"/>
                  </a:lnTo>
                  <a:lnTo>
                    <a:pt x="1548" y="28254"/>
                  </a:lnTo>
                  <a:lnTo>
                    <a:pt x="1359" y="28480"/>
                  </a:lnTo>
                  <a:lnTo>
                    <a:pt x="1170" y="28707"/>
                  </a:lnTo>
                  <a:lnTo>
                    <a:pt x="1000" y="28933"/>
                  </a:lnTo>
                  <a:lnTo>
                    <a:pt x="830" y="29160"/>
                  </a:lnTo>
                  <a:lnTo>
                    <a:pt x="679" y="29405"/>
                  </a:lnTo>
                  <a:lnTo>
                    <a:pt x="547" y="29631"/>
                  </a:lnTo>
                  <a:lnTo>
                    <a:pt x="434" y="29858"/>
                  </a:lnTo>
                  <a:lnTo>
                    <a:pt x="340" y="30084"/>
                  </a:lnTo>
                  <a:lnTo>
                    <a:pt x="245" y="30311"/>
                  </a:lnTo>
                  <a:lnTo>
                    <a:pt x="170" y="30537"/>
                  </a:lnTo>
                  <a:lnTo>
                    <a:pt x="113" y="30764"/>
                  </a:lnTo>
                  <a:lnTo>
                    <a:pt x="57" y="30990"/>
                  </a:lnTo>
                  <a:lnTo>
                    <a:pt x="19" y="31198"/>
                  </a:lnTo>
                  <a:lnTo>
                    <a:pt x="0" y="31406"/>
                  </a:lnTo>
                  <a:lnTo>
                    <a:pt x="0" y="31613"/>
                  </a:lnTo>
                  <a:lnTo>
                    <a:pt x="19" y="31821"/>
                  </a:lnTo>
                  <a:lnTo>
                    <a:pt x="38" y="32010"/>
                  </a:lnTo>
                  <a:lnTo>
                    <a:pt x="75" y="32179"/>
                  </a:lnTo>
                  <a:lnTo>
                    <a:pt x="113" y="32349"/>
                  </a:lnTo>
                  <a:lnTo>
                    <a:pt x="189" y="32519"/>
                  </a:lnTo>
                  <a:lnTo>
                    <a:pt x="264" y="32670"/>
                  </a:lnTo>
                  <a:lnTo>
                    <a:pt x="359" y="32821"/>
                  </a:lnTo>
                  <a:lnTo>
                    <a:pt x="453" y="32953"/>
                  </a:lnTo>
                  <a:lnTo>
                    <a:pt x="585" y="33085"/>
                  </a:lnTo>
                  <a:lnTo>
                    <a:pt x="717" y="33180"/>
                  </a:lnTo>
                  <a:lnTo>
                    <a:pt x="868" y="33274"/>
                  </a:lnTo>
                  <a:lnTo>
                    <a:pt x="1019" y="33368"/>
                  </a:lnTo>
                  <a:lnTo>
                    <a:pt x="1208" y="33425"/>
                  </a:lnTo>
                  <a:lnTo>
                    <a:pt x="1397" y="33482"/>
                  </a:lnTo>
                  <a:lnTo>
                    <a:pt x="1585" y="33519"/>
                  </a:lnTo>
                  <a:lnTo>
                    <a:pt x="1812" y="33538"/>
                  </a:lnTo>
                  <a:lnTo>
                    <a:pt x="28857" y="34859"/>
                  </a:lnTo>
                  <a:lnTo>
                    <a:pt x="29084" y="34859"/>
                  </a:lnTo>
                  <a:lnTo>
                    <a:pt x="29310" y="34840"/>
                  </a:lnTo>
                  <a:lnTo>
                    <a:pt x="29537" y="34803"/>
                  </a:lnTo>
                  <a:lnTo>
                    <a:pt x="29763" y="34765"/>
                  </a:lnTo>
                  <a:lnTo>
                    <a:pt x="30008" y="34708"/>
                  </a:lnTo>
                  <a:lnTo>
                    <a:pt x="30235" y="34633"/>
                  </a:lnTo>
                  <a:lnTo>
                    <a:pt x="30461" y="34539"/>
                  </a:lnTo>
                  <a:lnTo>
                    <a:pt x="30688" y="34425"/>
                  </a:lnTo>
                  <a:lnTo>
                    <a:pt x="30933" y="34312"/>
                  </a:lnTo>
                  <a:lnTo>
                    <a:pt x="31160" y="34180"/>
                  </a:lnTo>
                  <a:lnTo>
                    <a:pt x="31594" y="33897"/>
                  </a:lnTo>
                  <a:lnTo>
                    <a:pt x="32028" y="33557"/>
                  </a:lnTo>
                  <a:lnTo>
                    <a:pt x="32424" y="33199"/>
                  </a:lnTo>
                  <a:lnTo>
                    <a:pt x="32802" y="32802"/>
                  </a:lnTo>
                  <a:lnTo>
                    <a:pt x="33141" y="32387"/>
                  </a:lnTo>
                  <a:lnTo>
                    <a:pt x="33443" y="31934"/>
                  </a:lnTo>
                  <a:lnTo>
                    <a:pt x="33575" y="31708"/>
                  </a:lnTo>
                  <a:lnTo>
                    <a:pt x="33708" y="31481"/>
                  </a:lnTo>
                  <a:lnTo>
                    <a:pt x="33802" y="31255"/>
                  </a:lnTo>
                  <a:lnTo>
                    <a:pt x="33915" y="31009"/>
                  </a:lnTo>
                  <a:lnTo>
                    <a:pt x="33991" y="30783"/>
                  </a:lnTo>
                  <a:lnTo>
                    <a:pt x="34066" y="30556"/>
                  </a:lnTo>
                  <a:lnTo>
                    <a:pt x="34123" y="30311"/>
                  </a:lnTo>
                  <a:lnTo>
                    <a:pt x="34161" y="30084"/>
                  </a:lnTo>
                  <a:lnTo>
                    <a:pt x="34179" y="29839"/>
                  </a:lnTo>
                  <a:lnTo>
                    <a:pt x="34198" y="29613"/>
                  </a:lnTo>
                  <a:lnTo>
                    <a:pt x="34104" y="15778"/>
                  </a:lnTo>
                  <a:lnTo>
                    <a:pt x="34010" y="1925"/>
                  </a:lnTo>
                  <a:lnTo>
                    <a:pt x="33991" y="1699"/>
                  </a:lnTo>
                  <a:lnTo>
                    <a:pt x="33972" y="1491"/>
                  </a:lnTo>
                  <a:lnTo>
                    <a:pt x="33915" y="1303"/>
                  </a:lnTo>
                  <a:lnTo>
                    <a:pt x="33859" y="1114"/>
                  </a:lnTo>
                  <a:lnTo>
                    <a:pt x="33783" y="944"/>
                  </a:lnTo>
                  <a:lnTo>
                    <a:pt x="33708" y="793"/>
                  </a:lnTo>
                  <a:lnTo>
                    <a:pt x="33594" y="661"/>
                  </a:lnTo>
                  <a:lnTo>
                    <a:pt x="33481" y="529"/>
                  </a:lnTo>
                  <a:lnTo>
                    <a:pt x="33368" y="416"/>
                  </a:lnTo>
                  <a:lnTo>
                    <a:pt x="33217" y="321"/>
                  </a:lnTo>
                  <a:lnTo>
                    <a:pt x="33085" y="227"/>
                  </a:lnTo>
                  <a:lnTo>
                    <a:pt x="32915" y="151"/>
                  </a:lnTo>
                  <a:lnTo>
                    <a:pt x="32745" y="95"/>
                  </a:lnTo>
                  <a:lnTo>
                    <a:pt x="32575" y="57"/>
                  </a:lnTo>
                  <a:lnTo>
                    <a:pt x="32386" y="19"/>
                  </a:lnTo>
                  <a:lnTo>
                    <a:pt x="32198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  <a:effectLst>
              <a:outerShdw blurRad="142875" dist="95250" dir="42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5573954" y="-959961"/>
              <a:ext cx="231120" cy="343729"/>
            </a:xfrm>
            <a:custGeom>
              <a:avLst/>
              <a:gdLst/>
              <a:ahLst/>
              <a:cxnLst/>
              <a:rect l="l" t="t" r="r" b="b"/>
              <a:pathLst>
                <a:path w="10533" h="15665" extrusionOk="0">
                  <a:moveTo>
                    <a:pt x="7135" y="0"/>
                  </a:moveTo>
                  <a:lnTo>
                    <a:pt x="5568" y="3397"/>
                  </a:lnTo>
                  <a:lnTo>
                    <a:pt x="2926" y="9758"/>
                  </a:lnTo>
                  <a:lnTo>
                    <a:pt x="5134" y="9871"/>
                  </a:lnTo>
                  <a:lnTo>
                    <a:pt x="8739" y="3548"/>
                  </a:lnTo>
                  <a:lnTo>
                    <a:pt x="10532" y="170"/>
                  </a:lnTo>
                  <a:lnTo>
                    <a:pt x="7135" y="0"/>
                  </a:lnTo>
                  <a:close/>
                  <a:moveTo>
                    <a:pt x="3266" y="10928"/>
                  </a:moveTo>
                  <a:lnTo>
                    <a:pt x="3039" y="10947"/>
                  </a:lnTo>
                  <a:lnTo>
                    <a:pt x="2832" y="11003"/>
                  </a:lnTo>
                  <a:lnTo>
                    <a:pt x="2605" y="11060"/>
                  </a:lnTo>
                  <a:lnTo>
                    <a:pt x="2379" y="11154"/>
                  </a:lnTo>
                  <a:lnTo>
                    <a:pt x="2152" y="11267"/>
                  </a:lnTo>
                  <a:lnTo>
                    <a:pt x="1945" y="11400"/>
                  </a:lnTo>
                  <a:lnTo>
                    <a:pt x="1718" y="11532"/>
                  </a:lnTo>
                  <a:lnTo>
                    <a:pt x="1511" y="11702"/>
                  </a:lnTo>
                  <a:lnTo>
                    <a:pt x="1322" y="11871"/>
                  </a:lnTo>
                  <a:lnTo>
                    <a:pt x="1133" y="12079"/>
                  </a:lnTo>
                  <a:lnTo>
                    <a:pt x="945" y="12268"/>
                  </a:lnTo>
                  <a:lnTo>
                    <a:pt x="775" y="12494"/>
                  </a:lnTo>
                  <a:lnTo>
                    <a:pt x="605" y="12721"/>
                  </a:lnTo>
                  <a:lnTo>
                    <a:pt x="473" y="12947"/>
                  </a:lnTo>
                  <a:lnTo>
                    <a:pt x="341" y="13193"/>
                  </a:lnTo>
                  <a:lnTo>
                    <a:pt x="227" y="13438"/>
                  </a:lnTo>
                  <a:lnTo>
                    <a:pt x="133" y="13683"/>
                  </a:lnTo>
                  <a:lnTo>
                    <a:pt x="76" y="13910"/>
                  </a:lnTo>
                  <a:lnTo>
                    <a:pt x="20" y="14136"/>
                  </a:lnTo>
                  <a:lnTo>
                    <a:pt x="1" y="14344"/>
                  </a:lnTo>
                  <a:lnTo>
                    <a:pt x="1" y="14551"/>
                  </a:lnTo>
                  <a:lnTo>
                    <a:pt x="20" y="14740"/>
                  </a:lnTo>
                  <a:lnTo>
                    <a:pt x="58" y="14910"/>
                  </a:lnTo>
                  <a:lnTo>
                    <a:pt x="133" y="15061"/>
                  </a:lnTo>
                  <a:lnTo>
                    <a:pt x="209" y="15212"/>
                  </a:lnTo>
                  <a:lnTo>
                    <a:pt x="322" y="15344"/>
                  </a:lnTo>
                  <a:lnTo>
                    <a:pt x="435" y="15438"/>
                  </a:lnTo>
                  <a:lnTo>
                    <a:pt x="586" y="15533"/>
                  </a:lnTo>
                  <a:lnTo>
                    <a:pt x="756" y="15608"/>
                  </a:lnTo>
                  <a:lnTo>
                    <a:pt x="945" y="15646"/>
                  </a:lnTo>
                  <a:lnTo>
                    <a:pt x="1152" y="15665"/>
                  </a:lnTo>
                  <a:lnTo>
                    <a:pt x="1360" y="15665"/>
                  </a:lnTo>
                  <a:lnTo>
                    <a:pt x="1586" y="15646"/>
                  </a:lnTo>
                  <a:lnTo>
                    <a:pt x="1813" y="15589"/>
                  </a:lnTo>
                  <a:lnTo>
                    <a:pt x="2020" y="15514"/>
                  </a:lnTo>
                  <a:lnTo>
                    <a:pt x="2247" y="15438"/>
                  </a:lnTo>
                  <a:lnTo>
                    <a:pt x="2473" y="15325"/>
                  </a:lnTo>
                  <a:lnTo>
                    <a:pt x="2700" y="15193"/>
                  </a:lnTo>
                  <a:lnTo>
                    <a:pt x="2907" y="15042"/>
                  </a:lnTo>
                  <a:lnTo>
                    <a:pt x="3115" y="14891"/>
                  </a:lnTo>
                  <a:lnTo>
                    <a:pt x="3304" y="14702"/>
                  </a:lnTo>
                  <a:lnTo>
                    <a:pt x="3511" y="14514"/>
                  </a:lnTo>
                  <a:lnTo>
                    <a:pt x="3681" y="14306"/>
                  </a:lnTo>
                  <a:lnTo>
                    <a:pt x="3851" y="14098"/>
                  </a:lnTo>
                  <a:lnTo>
                    <a:pt x="4021" y="13872"/>
                  </a:lnTo>
                  <a:lnTo>
                    <a:pt x="4172" y="13627"/>
                  </a:lnTo>
                  <a:lnTo>
                    <a:pt x="4285" y="13400"/>
                  </a:lnTo>
                  <a:lnTo>
                    <a:pt x="4398" y="13136"/>
                  </a:lnTo>
                  <a:lnTo>
                    <a:pt x="4493" y="12909"/>
                  </a:lnTo>
                  <a:lnTo>
                    <a:pt x="4568" y="12683"/>
                  </a:lnTo>
                  <a:lnTo>
                    <a:pt x="4606" y="12456"/>
                  </a:lnTo>
                  <a:lnTo>
                    <a:pt x="4625" y="12249"/>
                  </a:lnTo>
                  <a:lnTo>
                    <a:pt x="4625" y="12041"/>
                  </a:lnTo>
                  <a:lnTo>
                    <a:pt x="4606" y="11853"/>
                  </a:lnTo>
                  <a:lnTo>
                    <a:pt x="4568" y="11683"/>
                  </a:lnTo>
                  <a:lnTo>
                    <a:pt x="4512" y="11513"/>
                  </a:lnTo>
                  <a:lnTo>
                    <a:pt x="4417" y="11381"/>
                  </a:lnTo>
                  <a:lnTo>
                    <a:pt x="4323" y="11249"/>
                  </a:lnTo>
                  <a:lnTo>
                    <a:pt x="4191" y="11135"/>
                  </a:lnTo>
                  <a:lnTo>
                    <a:pt x="4040" y="11060"/>
                  </a:lnTo>
                  <a:lnTo>
                    <a:pt x="3870" y="10984"/>
                  </a:lnTo>
                  <a:lnTo>
                    <a:pt x="3700" y="10947"/>
                  </a:lnTo>
                  <a:lnTo>
                    <a:pt x="3492" y="1092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5573954" y="-720195"/>
              <a:ext cx="101484" cy="103964"/>
            </a:xfrm>
            <a:custGeom>
              <a:avLst/>
              <a:gdLst/>
              <a:ahLst/>
              <a:cxnLst/>
              <a:rect l="l" t="t" r="r" b="b"/>
              <a:pathLst>
                <a:path w="4625" h="4738" fill="none" extrusionOk="0">
                  <a:moveTo>
                    <a:pt x="1152" y="4738"/>
                  </a:moveTo>
                  <a:lnTo>
                    <a:pt x="1152" y="4738"/>
                  </a:lnTo>
                  <a:lnTo>
                    <a:pt x="945" y="4719"/>
                  </a:lnTo>
                  <a:lnTo>
                    <a:pt x="756" y="4681"/>
                  </a:lnTo>
                  <a:lnTo>
                    <a:pt x="586" y="4606"/>
                  </a:lnTo>
                  <a:lnTo>
                    <a:pt x="435" y="4511"/>
                  </a:lnTo>
                  <a:lnTo>
                    <a:pt x="322" y="4417"/>
                  </a:lnTo>
                  <a:lnTo>
                    <a:pt x="209" y="4285"/>
                  </a:lnTo>
                  <a:lnTo>
                    <a:pt x="133" y="4134"/>
                  </a:lnTo>
                  <a:lnTo>
                    <a:pt x="58" y="3983"/>
                  </a:lnTo>
                  <a:lnTo>
                    <a:pt x="20" y="3813"/>
                  </a:lnTo>
                  <a:lnTo>
                    <a:pt x="1" y="3624"/>
                  </a:lnTo>
                  <a:lnTo>
                    <a:pt x="1" y="3417"/>
                  </a:lnTo>
                  <a:lnTo>
                    <a:pt x="20" y="3209"/>
                  </a:lnTo>
                  <a:lnTo>
                    <a:pt x="76" y="2983"/>
                  </a:lnTo>
                  <a:lnTo>
                    <a:pt x="133" y="2756"/>
                  </a:lnTo>
                  <a:lnTo>
                    <a:pt x="227" y="2511"/>
                  </a:lnTo>
                  <a:lnTo>
                    <a:pt x="341" y="2266"/>
                  </a:lnTo>
                  <a:lnTo>
                    <a:pt x="341" y="2266"/>
                  </a:lnTo>
                  <a:lnTo>
                    <a:pt x="473" y="2020"/>
                  </a:lnTo>
                  <a:lnTo>
                    <a:pt x="605" y="1794"/>
                  </a:lnTo>
                  <a:lnTo>
                    <a:pt x="775" y="1567"/>
                  </a:lnTo>
                  <a:lnTo>
                    <a:pt x="945" y="1341"/>
                  </a:lnTo>
                  <a:lnTo>
                    <a:pt x="1133" y="1152"/>
                  </a:lnTo>
                  <a:lnTo>
                    <a:pt x="1322" y="944"/>
                  </a:lnTo>
                  <a:lnTo>
                    <a:pt x="1511" y="775"/>
                  </a:lnTo>
                  <a:lnTo>
                    <a:pt x="1718" y="605"/>
                  </a:lnTo>
                  <a:lnTo>
                    <a:pt x="1945" y="473"/>
                  </a:lnTo>
                  <a:lnTo>
                    <a:pt x="2152" y="340"/>
                  </a:lnTo>
                  <a:lnTo>
                    <a:pt x="2379" y="227"/>
                  </a:lnTo>
                  <a:lnTo>
                    <a:pt x="2605" y="133"/>
                  </a:lnTo>
                  <a:lnTo>
                    <a:pt x="2832" y="76"/>
                  </a:lnTo>
                  <a:lnTo>
                    <a:pt x="3039" y="20"/>
                  </a:lnTo>
                  <a:lnTo>
                    <a:pt x="3266" y="1"/>
                  </a:lnTo>
                  <a:lnTo>
                    <a:pt x="3492" y="1"/>
                  </a:lnTo>
                  <a:lnTo>
                    <a:pt x="3492" y="1"/>
                  </a:lnTo>
                  <a:lnTo>
                    <a:pt x="3700" y="20"/>
                  </a:lnTo>
                  <a:lnTo>
                    <a:pt x="3870" y="57"/>
                  </a:lnTo>
                  <a:lnTo>
                    <a:pt x="4040" y="133"/>
                  </a:lnTo>
                  <a:lnTo>
                    <a:pt x="4191" y="208"/>
                  </a:lnTo>
                  <a:lnTo>
                    <a:pt x="4323" y="322"/>
                  </a:lnTo>
                  <a:lnTo>
                    <a:pt x="4417" y="454"/>
                  </a:lnTo>
                  <a:lnTo>
                    <a:pt x="4512" y="586"/>
                  </a:lnTo>
                  <a:lnTo>
                    <a:pt x="4568" y="756"/>
                  </a:lnTo>
                  <a:lnTo>
                    <a:pt x="4606" y="926"/>
                  </a:lnTo>
                  <a:lnTo>
                    <a:pt x="4625" y="1114"/>
                  </a:lnTo>
                  <a:lnTo>
                    <a:pt x="4625" y="1322"/>
                  </a:lnTo>
                  <a:lnTo>
                    <a:pt x="4606" y="1529"/>
                  </a:lnTo>
                  <a:lnTo>
                    <a:pt x="4568" y="1756"/>
                  </a:lnTo>
                  <a:lnTo>
                    <a:pt x="4493" y="1982"/>
                  </a:lnTo>
                  <a:lnTo>
                    <a:pt x="4398" y="2209"/>
                  </a:lnTo>
                  <a:lnTo>
                    <a:pt x="4285" y="2473"/>
                  </a:lnTo>
                  <a:lnTo>
                    <a:pt x="4285" y="2473"/>
                  </a:lnTo>
                  <a:lnTo>
                    <a:pt x="4172" y="2700"/>
                  </a:lnTo>
                  <a:lnTo>
                    <a:pt x="4021" y="2945"/>
                  </a:lnTo>
                  <a:lnTo>
                    <a:pt x="3851" y="3171"/>
                  </a:lnTo>
                  <a:lnTo>
                    <a:pt x="3681" y="3379"/>
                  </a:lnTo>
                  <a:lnTo>
                    <a:pt x="3511" y="3587"/>
                  </a:lnTo>
                  <a:lnTo>
                    <a:pt x="3304" y="3775"/>
                  </a:lnTo>
                  <a:lnTo>
                    <a:pt x="3115" y="3964"/>
                  </a:lnTo>
                  <a:lnTo>
                    <a:pt x="2907" y="4115"/>
                  </a:lnTo>
                  <a:lnTo>
                    <a:pt x="2700" y="4266"/>
                  </a:lnTo>
                  <a:lnTo>
                    <a:pt x="2473" y="4398"/>
                  </a:lnTo>
                  <a:lnTo>
                    <a:pt x="2247" y="4511"/>
                  </a:lnTo>
                  <a:lnTo>
                    <a:pt x="2020" y="4587"/>
                  </a:lnTo>
                  <a:lnTo>
                    <a:pt x="1813" y="4662"/>
                  </a:lnTo>
                  <a:lnTo>
                    <a:pt x="1586" y="4719"/>
                  </a:lnTo>
                  <a:lnTo>
                    <a:pt x="1360" y="4738"/>
                  </a:lnTo>
                  <a:lnTo>
                    <a:pt x="1152" y="4738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5638158" y="-959961"/>
              <a:ext cx="166917" cy="216594"/>
            </a:xfrm>
            <a:custGeom>
              <a:avLst/>
              <a:gdLst/>
              <a:ahLst/>
              <a:cxnLst/>
              <a:rect l="l" t="t" r="r" b="b"/>
              <a:pathLst>
                <a:path w="7607" h="9871" fill="none" extrusionOk="0">
                  <a:moveTo>
                    <a:pt x="0" y="9758"/>
                  </a:moveTo>
                  <a:lnTo>
                    <a:pt x="2642" y="3397"/>
                  </a:lnTo>
                  <a:lnTo>
                    <a:pt x="4209" y="0"/>
                  </a:lnTo>
                  <a:lnTo>
                    <a:pt x="7606" y="170"/>
                  </a:lnTo>
                  <a:lnTo>
                    <a:pt x="5813" y="3548"/>
                  </a:lnTo>
                  <a:lnTo>
                    <a:pt x="2208" y="9871"/>
                  </a:lnTo>
                  <a:lnTo>
                    <a:pt x="0" y="9758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24" name="Google Shape;724;p27"/>
          <p:cNvGrpSpPr/>
          <p:nvPr/>
        </p:nvGrpSpPr>
        <p:grpSpPr>
          <a:xfrm>
            <a:off x="7692382" y="3126149"/>
            <a:ext cx="693969" cy="802179"/>
            <a:chOff x="4652900" y="-1250050"/>
            <a:chExt cx="786575" cy="909225"/>
          </a:xfrm>
        </p:grpSpPr>
        <p:sp>
          <p:nvSpPr>
            <p:cNvPr id="725" name="Google Shape;725;p27"/>
            <p:cNvSpPr/>
            <p:nvPr/>
          </p:nvSpPr>
          <p:spPr>
            <a:xfrm>
              <a:off x="4652900" y="-1250050"/>
              <a:ext cx="786575" cy="909225"/>
            </a:xfrm>
            <a:custGeom>
              <a:avLst/>
              <a:gdLst/>
              <a:ahLst/>
              <a:cxnLst/>
              <a:rect l="l" t="t" r="r" b="b"/>
              <a:pathLst>
                <a:path w="31463" h="36369" extrusionOk="0">
                  <a:moveTo>
                    <a:pt x="20837" y="9493"/>
                  </a:moveTo>
                  <a:lnTo>
                    <a:pt x="22384" y="13079"/>
                  </a:lnTo>
                  <a:lnTo>
                    <a:pt x="17251" y="17232"/>
                  </a:lnTo>
                  <a:lnTo>
                    <a:pt x="19006" y="21270"/>
                  </a:lnTo>
                  <a:lnTo>
                    <a:pt x="14439" y="24970"/>
                  </a:lnTo>
                  <a:lnTo>
                    <a:pt x="12683" y="20931"/>
                  </a:lnTo>
                  <a:lnTo>
                    <a:pt x="7550" y="25083"/>
                  </a:lnTo>
                  <a:lnTo>
                    <a:pt x="5983" y="21497"/>
                  </a:lnTo>
                  <a:lnTo>
                    <a:pt x="11117" y="17345"/>
                  </a:lnTo>
                  <a:lnTo>
                    <a:pt x="9362" y="13306"/>
                  </a:lnTo>
                  <a:lnTo>
                    <a:pt x="13948" y="9607"/>
                  </a:lnTo>
                  <a:lnTo>
                    <a:pt x="15703" y="13646"/>
                  </a:lnTo>
                  <a:lnTo>
                    <a:pt x="20837" y="9493"/>
                  </a:lnTo>
                  <a:close/>
                  <a:moveTo>
                    <a:pt x="28141" y="0"/>
                  </a:moveTo>
                  <a:lnTo>
                    <a:pt x="14439" y="246"/>
                  </a:lnTo>
                  <a:lnTo>
                    <a:pt x="14269" y="642"/>
                  </a:lnTo>
                  <a:lnTo>
                    <a:pt x="14080" y="1038"/>
                  </a:lnTo>
                  <a:lnTo>
                    <a:pt x="13872" y="1435"/>
                  </a:lnTo>
                  <a:lnTo>
                    <a:pt x="13665" y="1812"/>
                  </a:lnTo>
                  <a:lnTo>
                    <a:pt x="13420" y="2190"/>
                  </a:lnTo>
                  <a:lnTo>
                    <a:pt x="13193" y="2567"/>
                  </a:lnTo>
                  <a:lnTo>
                    <a:pt x="12929" y="2926"/>
                  </a:lnTo>
                  <a:lnTo>
                    <a:pt x="12665" y="3284"/>
                  </a:lnTo>
                  <a:lnTo>
                    <a:pt x="12400" y="3624"/>
                  </a:lnTo>
                  <a:lnTo>
                    <a:pt x="12117" y="3964"/>
                  </a:lnTo>
                  <a:lnTo>
                    <a:pt x="11834" y="4284"/>
                  </a:lnTo>
                  <a:lnTo>
                    <a:pt x="11532" y="4605"/>
                  </a:lnTo>
                  <a:lnTo>
                    <a:pt x="11211" y="4907"/>
                  </a:lnTo>
                  <a:lnTo>
                    <a:pt x="10909" y="5209"/>
                  </a:lnTo>
                  <a:lnTo>
                    <a:pt x="10570" y="5492"/>
                  </a:lnTo>
                  <a:lnTo>
                    <a:pt x="10249" y="5775"/>
                  </a:lnTo>
                  <a:lnTo>
                    <a:pt x="9909" y="6040"/>
                  </a:lnTo>
                  <a:lnTo>
                    <a:pt x="9569" y="6285"/>
                  </a:lnTo>
                  <a:lnTo>
                    <a:pt x="9230" y="6511"/>
                  </a:lnTo>
                  <a:lnTo>
                    <a:pt x="8890" y="6738"/>
                  </a:lnTo>
                  <a:lnTo>
                    <a:pt x="8550" y="6946"/>
                  </a:lnTo>
                  <a:lnTo>
                    <a:pt x="8192" y="7134"/>
                  </a:lnTo>
                  <a:lnTo>
                    <a:pt x="7833" y="7304"/>
                  </a:lnTo>
                  <a:lnTo>
                    <a:pt x="7474" y="7474"/>
                  </a:lnTo>
                  <a:lnTo>
                    <a:pt x="7135" y="7625"/>
                  </a:lnTo>
                  <a:lnTo>
                    <a:pt x="6776" y="7738"/>
                  </a:lnTo>
                  <a:lnTo>
                    <a:pt x="6418" y="7851"/>
                  </a:lnTo>
                  <a:lnTo>
                    <a:pt x="6059" y="7946"/>
                  </a:lnTo>
                  <a:lnTo>
                    <a:pt x="5719" y="8021"/>
                  </a:lnTo>
                  <a:lnTo>
                    <a:pt x="5361" y="8078"/>
                  </a:lnTo>
                  <a:lnTo>
                    <a:pt x="5021" y="8116"/>
                  </a:lnTo>
                  <a:lnTo>
                    <a:pt x="4681" y="8135"/>
                  </a:lnTo>
                  <a:lnTo>
                    <a:pt x="2341" y="13797"/>
                  </a:lnTo>
                  <a:lnTo>
                    <a:pt x="1963" y="14740"/>
                  </a:lnTo>
                  <a:lnTo>
                    <a:pt x="1624" y="15684"/>
                  </a:lnTo>
                  <a:lnTo>
                    <a:pt x="1303" y="16628"/>
                  </a:lnTo>
                  <a:lnTo>
                    <a:pt x="1039" y="17552"/>
                  </a:lnTo>
                  <a:lnTo>
                    <a:pt x="793" y="18458"/>
                  </a:lnTo>
                  <a:lnTo>
                    <a:pt x="586" y="19364"/>
                  </a:lnTo>
                  <a:lnTo>
                    <a:pt x="397" y="20251"/>
                  </a:lnTo>
                  <a:lnTo>
                    <a:pt x="265" y="21138"/>
                  </a:lnTo>
                  <a:lnTo>
                    <a:pt x="152" y="22006"/>
                  </a:lnTo>
                  <a:lnTo>
                    <a:pt x="57" y="22856"/>
                  </a:lnTo>
                  <a:lnTo>
                    <a:pt x="20" y="23686"/>
                  </a:lnTo>
                  <a:lnTo>
                    <a:pt x="1" y="24517"/>
                  </a:lnTo>
                  <a:lnTo>
                    <a:pt x="20" y="25328"/>
                  </a:lnTo>
                  <a:lnTo>
                    <a:pt x="76" y="26102"/>
                  </a:lnTo>
                  <a:lnTo>
                    <a:pt x="152" y="26876"/>
                  </a:lnTo>
                  <a:lnTo>
                    <a:pt x="265" y="27631"/>
                  </a:lnTo>
                  <a:lnTo>
                    <a:pt x="416" y="28367"/>
                  </a:lnTo>
                  <a:lnTo>
                    <a:pt x="586" y="29065"/>
                  </a:lnTo>
                  <a:lnTo>
                    <a:pt x="793" y="29763"/>
                  </a:lnTo>
                  <a:lnTo>
                    <a:pt x="1039" y="30424"/>
                  </a:lnTo>
                  <a:lnTo>
                    <a:pt x="1303" y="31066"/>
                  </a:lnTo>
                  <a:lnTo>
                    <a:pt x="1605" y="31688"/>
                  </a:lnTo>
                  <a:lnTo>
                    <a:pt x="1945" y="32274"/>
                  </a:lnTo>
                  <a:lnTo>
                    <a:pt x="2303" y="32840"/>
                  </a:lnTo>
                  <a:lnTo>
                    <a:pt x="2700" y="33387"/>
                  </a:lnTo>
                  <a:lnTo>
                    <a:pt x="3134" y="33897"/>
                  </a:lnTo>
                  <a:lnTo>
                    <a:pt x="3587" y="34387"/>
                  </a:lnTo>
                  <a:lnTo>
                    <a:pt x="4058" y="34840"/>
                  </a:lnTo>
                  <a:lnTo>
                    <a:pt x="4568" y="35274"/>
                  </a:lnTo>
                  <a:lnTo>
                    <a:pt x="5115" y="35671"/>
                  </a:lnTo>
                  <a:lnTo>
                    <a:pt x="5700" y="36029"/>
                  </a:lnTo>
                  <a:lnTo>
                    <a:pt x="6304" y="36369"/>
                  </a:lnTo>
                  <a:lnTo>
                    <a:pt x="7191" y="36010"/>
                  </a:lnTo>
                  <a:lnTo>
                    <a:pt x="8078" y="35614"/>
                  </a:lnTo>
                  <a:lnTo>
                    <a:pt x="8965" y="35199"/>
                  </a:lnTo>
                  <a:lnTo>
                    <a:pt x="9834" y="34746"/>
                  </a:lnTo>
                  <a:lnTo>
                    <a:pt x="10702" y="34255"/>
                  </a:lnTo>
                  <a:lnTo>
                    <a:pt x="11570" y="33746"/>
                  </a:lnTo>
                  <a:lnTo>
                    <a:pt x="12438" y="33217"/>
                  </a:lnTo>
                  <a:lnTo>
                    <a:pt x="13287" y="32651"/>
                  </a:lnTo>
                  <a:lnTo>
                    <a:pt x="14118" y="32066"/>
                  </a:lnTo>
                  <a:lnTo>
                    <a:pt x="14948" y="31443"/>
                  </a:lnTo>
                  <a:lnTo>
                    <a:pt x="15779" y="30820"/>
                  </a:lnTo>
                  <a:lnTo>
                    <a:pt x="16590" y="30160"/>
                  </a:lnTo>
                  <a:lnTo>
                    <a:pt x="17383" y="29461"/>
                  </a:lnTo>
                  <a:lnTo>
                    <a:pt x="18176" y="28763"/>
                  </a:lnTo>
                  <a:lnTo>
                    <a:pt x="18931" y="28027"/>
                  </a:lnTo>
                  <a:lnTo>
                    <a:pt x="19685" y="27291"/>
                  </a:lnTo>
                  <a:lnTo>
                    <a:pt x="20440" y="26517"/>
                  </a:lnTo>
                  <a:lnTo>
                    <a:pt x="21158" y="25743"/>
                  </a:lnTo>
                  <a:lnTo>
                    <a:pt x="21856" y="24932"/>
                  </a:lnTo>
                  <a:lnTo>
                    <a:pt x="22554" y="24120"/>
                  </a:lnTo>
                  <a:lnTo>
                    <a:pt x="23215" y="23290"/>
                  </a:lnTo>
                  <a:lnTo>
                    <a:pt x="23875" y="22441"/>
                  </a:lnTo>
                  <a:lnTo>
                    <a:pt x="24498" y="21572"/>
                  </a:lnTo>
                  <a:lnTo>
                    <a:pt x="25121" y="20704"/>
                  </a:lnTo>
                  <a:lnTo>
                    <a:pt x="25706" y="19817"/>
                  </a:lnTo>
                  <a:lnTo>
                    <a:pt x="26272" y="18911"/>
                  </a:lnTo>
                  <a:lnTo>
                    <a:pt x="26801" y="18005"/>
                  </a:lnTo>
                  <a:lnTo>
                    <a:pt x="27310" y="17081"/>
                  </a:lnTo>
                  <a:lnTo>
                    <a:pt x="27801" y="16156"/>
                  </a:lnTo>
                  <a:lnTo>
                    <a:pt x="28273" y="15212"/>
                  </a:lnTo>
                  <a:lnTo>
                    <a:pt x="28707" y="14268"/>
                  </a:lnTo>
                  <a:lnTo>
                    <a:pt x="29122" y="13325"/>
                  </a:lnTo>
                  <a:lnTo>
                    <a:pt x="31462" y="7663"/>
                  </a:lnTo>
                  <a:lnTo>
                    <a:pt x="31368" y="7663"/>
                  </a:lnTo>
                  <a:lnTo>
                    <a:pt x="31028" y="7644"/>
                  </a:lnTo>
                  <a:lnTo>
                    <a:pt x="30726" y="7625"/>
                  </a:lnTo>
                  <a:lnTo>
                    <a:pt x="30424" y="7568"/>
                  </a:lnTo>
                  <a:lnTo>
                    <a:pt x="30141" y="7512"/>
                  </a:lnTo>
                  <a:lnTo>
                    <a:pt x="29858" y="7417"/>
                  </a:lnTo>
                  <a:lnTo>
                    <a:pt x="29594" y="7323"/>
                  </a:lnTo>
                  <a:lnTo>
                    <a:pt x="29349" y="7191"/>
                  </a:lnTo>
                  <a:lnTo>
                    <a:pt x="29122" y="7059"/>
                  </a:lnTo>
                  <a:lnTo>
                    <a:pt x="28896" y="6908"/>
                  </a:lnTo>
                  <a:lnTo>
                    <a:pt x="28688" y="6738"/>
                  </a:lnTo>
                  <a:lnTo>
                    <a:pt x="28499" y="6549"/>
                  </a:lnTo>
                  <a:lnTo>
                    <a:pt x="28311" y="6360"/>
                  </a:lnTo>
                  <a:lnTo>
                    <a:pt x="28160" y="6153"/>
                  </a:lnTo>
                  <a:lnTo>
                    <a:pt x="28009" y="5926"/>
                  </a:lnTo>
                  <a:lnTo>
                    <a:pt x="27876" y="5681"/>
                  </a:lnTo>
                  <a:lnTo>
                    <a:pt x="27763" y="5436"/>
                  </a:lnTo>
                  <a:lnTo>
                    <a:pt x="27650" y="5171"/>
                  </a:lnTo>
                  <a:lnTo>
                    <a:pt x="27574" y="4888"/>
                  </a:lnTo>
                  <a:lnTo>
                    <a:pt x="27499" y="4605"/>
                  </a:lnTo>
                  <a:lnTo>
                    <a:pt x="27442" y="4303"/>
                  </a:lnTo>
                  <a:lnTo>
                    <a:pt x="27405" y="3982"/>
                  </a:lnTo>
                  <a:lnTo>
                    <a:pt x="27386" y="3662"/>
                  </a:lnTo>
                  <a:lnTo>
                    <a:pt x="27386" y="3341"/>
                  </a:lnTo>
                  <a:lnTo>
                    <a:pt x="27405" y="3001"/>
                  </a:lnTo>
                  <a:lnTo>
                    <a:pt x="27423" y="2642"/>
                  </a:lnTo>
                  <a:lnTo>
                    <a:pt x="27480" y="2284"/>
                  </a:lnTo>
                  <a:lnTo>
                    <a:pt x="27537" y="1925"/>
                  </a:lnTo>
                  <a:lnTo>
                    <a:pt x="27612" y="1548"/>
                  </a:lnTo>
                  <a:lnTo>
                    <a:pt x="27725" y="1170"/>
                  </a:lnTo>
                  <a:lnTo>
                    <a:pt x="27839" y="793"/>
                  </a:lnTo>
                  <a:lnTo>
                    <a:pt x="27971" y="397"/>
                  </a:lnTo>
                  <a:lnTo>
                    <a:pt x="28141" y="0"/>
                  </a:lnTo>
                  <a:close/>
                </a:path>
              </a:pathLst>
            </a:custGeom>
            <a:solidFill>
              <a:srgbClr val="FFFFFF">
                <a:alpha val="11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4802475" y="-1012725"/>
              <a:ext cx="410050" cy="389750"/>
            </a:xfrm>
            <a:custGeom>
              <a:avLst/>
              <a:gdLst/>
              <a:ahLst/>
              <a:cxnLst/>
              <a:rect l="l" t="t" r="r" b="b"/>
              <a:pathLst>
                <a:path w="16402" h="15590" fill="none" extrusionOk="0">
                  <a:moveTo>
                    <a:pt x="9720" y="4153"/>
                  </a:moveTo>
                  <a:lnTo>
                    <a:pt x="14854" y="0"/>
                  </a:lnTo>
                  <a:lnTo>
                    <a:pt x="16401" y="3586"/>
                  </a:lnTo>
                  <a:lnTo>
                    <a:pt x="11268" y="7739"/>
                  </a:lnTo>
                  <a:lnTo>
                    <a:pt x="13023" y="11777"/>
                  </a:lnTo>
                  <a:lnTo>
                    <a:pt x="8456" y="15477"/>
                  </a:lnTo>
                  <a:lnTo>
                    <a:pt x="6700" y="11438"/>
                  </a:lnTo>
                  <a:lnTo>
                    <a:pt x="1567" y="15590"/>
                  </a:lnTo>
                  <a:lnTo>
                    <a:pt x="0" y="12004"/>
                  </a:lnTo>
                  <a:lnTo>
                    <a:pt x="5134" y="7852"/>
                  </a:lnTo>
                  <a:lnTo>
                    <a:pt x="3379" y="3813"/>
                  </a:lnTo>
                  <a:lnTo>
                    <a:pt x="7965" y="114"/>
                  </a:lnTo>
                  <a:lnTo>
                    <a:pt x="9720" y="4153"/>
                  </a:lnTo>
                </a:path>
              </a:pathLst>
            </a:custGeom>
            <a:solidFill>
              <a:srgbClr val="FFFFFF">
                <a:alpha val="11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7" name="Google Shape;727;p27"/>
            <p:cNvSpPr/>
            <p:nvPr/>
          </p:nvSpPr>
          <p:spPr>
            <a:xfrm>
              <a:off x="4652900" y="-1250050"/>
              <a:ext cx="786575" cy="909225"/>
            </a:xfrm>
            <a:custGeom>
              <a:avLst/>
              <a:gdLst/>
              <a:ahLst/>
              <a:cxnLst/>
              <a:rect l="l" t="t" r="r" b="b"/>
              <a:pathLst>
                <a:path w="31463" h="36369" fill="none" extrusionOk="0">
                  <a:moveTo>
                    <a:pt x="28141" y="0"/>
                  </a:moveTo>
                  <a:lnTo>
                    <a:pt x="14439" y="246"/>
                  </a:lnTo>
                  <a:lnTo>
                    <a:pt x="14439" y="246"/>
                  </a:lnTo>
                  <a:lnTo>
                    <a:pt x="14269" y="642"/>
                  </a:lnTo>
                  <a:lnTo>
                    <a:pt x="14080" y="1038"/>
                  </a:lnTo>
                  <a:lnTo>
                    <a:pt x="13872" y="1435"/>
                  </a:lnTo>
                  <a:lnTo>
                    <a:pt x="13665" y="1812"/>
                  </a:lnTo>
                  <a:lnTo>
                    <a:pt x="13420" y="2190"/>
                  </a:lnTo>
                  <a:lnTo>
                    <a:pt x="13193" y="2567"/>
                  </a:lnTo>
                  <a:lnTo>
                    <a:pt x="12929" y="2926"/>
                  </a:lnTo>
                  <a:lnTo>
                    <a:pt x="12665" y="3284"/>
                  </a:lnTo>
                  <a:lnTo>
                    <a:pt x="12400" y="3624"/>
                  </a:lnTo>
                  <a:lnTo>
                    <a:pt x="12117" y="3964"/>
                  </a:lnTo>
                  <a:lnTo>
                    <a:pt x="11834" y="4284"/>
                  </a:lnTo>
                  <a:lnTo>
                    <a:pt x="11532" y="4605"/>
                  </a:lnTo>
                  <a:lnTo>
                    <a:pt x="11211" y="4907"/>
                  </a:lnTo>
                  <a:lnTo>
                    <a:pt x="10909" y="5209"/>
                  </a:lnTo>
                  <a:lnTo>
                    <a:pt x="10570" y="5492"/>
                  </a:lnTo>
                  <a:lnTo>
                    <a:pt x="10249" y="5775"/>
                  </a:lnTo>
                  <a:lnTo>
                    <a:pt x="9909" y="6040"/>
                  </a:lnTo>
                  <a:lnTo>
                    <a:pt x="9569" y="6285"/>
                  </a:lnTo>
                  <a:lnTo>
                    <a:pt x="9230" y="6511"/>
                  </a:lnTo>
                  <a:lnTo>
                    <a:pt x="8890" y="6738"/>
                  </a:lnTo>
                  <a:lnTo>
                    <a:pt x="8550" y="6946"/>
                  </a:lnTo>
                  <a:lnTo>
                    <a:pt x="8192" y="7134"/>
                  </a:lnTo>
                  <a:lnTo>
                    <a:pt x="7833" y="7304"/>
                  </a:lnTo>
                  <a:lnTo>
                    <a:pt x="7474" y="7474"/>
                  </a:lnTo>
                  <a:lnTo>
                    <a:pt x="7135" y="7625"/>
                  </a:lnTo>
                  <a:lnTo>
                    <a:pt x="6776" y="7738"/>
                  </a:lnTo>
                  <a:lnTo>
                    <a:pt x="6418" y="7851"/>
                  </a:lnTo>
                  <a:lnTo>
                    <a:pt x="6059" y="7946"/>
                  </a:lnTo>
                  <a:lnTo>
                    <a:pt x="5719" y="8021"/>
                  </a:lnTo>
                  <a:lnTo>
                    <a:pt x="5361" y="8078"/>
                  </a:lnTo>
                  <a:lnTo>
                    <a:pt x="5021" y="8116"/>
                  </a:lnTo>
                  <a:lnTo>
                    <a:pt x="4681" y="8135"/>
                  </a:lnTo>
                  <a:lnTo>
                    <a:pt x="2341" y="13797"/>
                  </a:lnTo>
                  <a:lnTo>
                    <a:pt x="2341" y="13797"/>
                  </a:lnTo>
                  <a:lnTo>
                    <a:pt x="1963" y="14740"/>
                  </a:lnTo>
                  <a:lnTo>
                    <a:pt x="1624" y="15684"/>
                  </a:lnTo>
                  <a:lnTo>
                    <a:pt x="1303" y="16628"/>
                  </a:lnTo>
                  <a:lnTo>
                    <a:pt x="1039" y="17552"/>
                  </a:lnTo>
                  <a:lnTo>
                    <a:pt x="793" y="18458"/>
                  </a:lnTo>
                  <a:lnTo>
                    <a:pt x="586" y="19364"/>
                  </a:lnTo>
                  <a:lnTo>
                    <a:pt x="397" y="20251"/>
                  </a:lnTo>
                  <a:lnTo>
                    <a:pt x="265" y="21138"/>
                  </a:lnTo>
                  <a:lnTo>
                    <a:pt x="152" y="22006"/>
                  </a:lnTo>
                  <a:lnTo>
                    <a:pt x="57" y="22856"/>
                  </a:lnTo>
                  <a:lnTo>
                    <a:pt x="20" y="23686"/>
                  </a:lnTo>
                  <a:lnTo>
                    <a:pt x="1" y="24517"/>
                  </a:lnTo>
                  <a:lnTo>
                    <a:pt x="20" y="25328"/>
                  </a:lnTo>
                  <a:lnTo>
                    <a:pt x="76" y="26102"/>
                  </a:lnTo>
                  <a:lnTo>
                    <a:pt x="152" y="26876"/>
                  </a:lnTo>
                  <a:lnTo>
                    <a:pt x="265" y="27631"/>
                  </a:lnTo>
                  <a:lnTo>
                    <a:pt x="416" y="28367"/>
                  </a:lnTo>
                  <a:lnTo>
                    <a:pt x="586" y="29065"/>
                  </a:lnTo>
                  <a:lnTo>
                    <a:pt x="793" y="29763"/>
                  </a:lnTo>
                  <a:lnTo>
                    <a:pt x="1039" y="30424"/>
                  </a:lnTo>
                  <a:lnTo>
                    <a:pt x="1303" y="31066"/>
                  </a:lnTo>
                  <a:lnTo>
                    <a:pt x="1605" y="31688"/>
                  </a:lnTo>
                  <a:lnTo>
                    <a:pt x="1945" y="32274"/>
                  </a:lnTo>
                  <a:lnTo>
                    <a:pt x="2303" y="32840"/>
                  </a:lnTo>
                  <a:lnTo>
                    <a:pt x="2700" y="33387"/>
                  </a:lnTo>
                  <a:lnTo>
                    <a:pt x="3134" y="33897"/>
                  </a:lnTo>
                  <a:lnTo>
                    <a:pt x="3587" y="34387"/>
                  </a:lnTo>
                  <a:lnTo>
                    <a:pt x="4058" y="34840"/>
                  </a:lnTo>
                  <a:lnTo>
                    <a:pt x="4568" y="35274"/>
                  </a:lnTo>
                  <a:lnTo>
                    <a:pt x="5115" y="35671"/>
                  </a:lnTo>
                  <a:lnTo>
                    <a:pt x="5700" y="36029"/>
                  </a:lnTo>
                  <a:lnTo>
                    <a:pt x="6304" y="36369"/>
                  </a:lnTo>
                  <a:lnTo>
                    <a:pt x="6304" y="36369"/>
                  </a:lnTo>
                  <a:lnTo>
                    <a:pt x="6304" y="36369"/>
                  </a:lnTo>
                  <a:lnTo>
                    <a:pt x="7191" y="36010"/>
                  </a:lnTo>
                  <a:lnTo>
                    <a:pt x="8078" y="35614"/>
                  </a:lnTo>
                  <a:lnTo>
                    <a:pt x="8965" y="35199"/>
                  </a:lnTo>
                  <a:lnTo>
                    <a:pt x="9834" y="34746"/>
                  </a:lnTo>
                  <a:lnTo>
                    <a:pt x="10702" y="34255"/>
                  </a:lnTo>
                  <a:lnTo>
                    <a:pt x="11570" y="33746"/>
                  </a:lnTo>
                  <a:lnTo>
                    <a:pt x="12438" y="33217"/>
                  </a:lnTo>
                  <a:lnTo>
                    <a:pt x="13287" y="32651"/>
                  </a:lnTo>
                  <a:lnTo>
                    <a:pt x="14118" y="32066"/>
                  </a:lnTo>
                  <a:lnTo>
                    <a:pt x="14948" y="31443"/>
                  </a:lnTo>
                  <a:lnTo>
                    <a:pt x="15779" y="30820"/>
                  </a:lnTo>
                  <a:lnTo>
                    <a:pt x="16590" y="30160"/>
                  </a:lnTo>
                  <a:lnTo>
                    <a:pt x="17383" y="29461"/>
                  </a:lnTo>
                  <a:lnTo>
                    <a:pt x="18176" y="28763"/>
                  </a:lnTo>
                  <a:lnTo>
                    <a:pt x="18931" y="28027"/>
                  </a:lnTo>
                  <a:lnTo>
                    <a:pt x="19685" y="27291"/>
                  </a:lnTo>
                  <a:lnTo>
                    <a:pt x="20440" y="26517"/>
                  </a:lnTo>
                  <a:lnTo>
                    <a:pt x="21158" y="25743"/>
                  </a:lnTo>
                  <a:lnTo>
                    <a:pt x="21856" y="24932"/>
                  </a:lnTo>
                  <a:lnTo>
                    <a:pt x="22554" y="24120"/>
                  </a:lnTo>
                  <a:lnTo>
                    <a:pt x="23215" y="23290"/>
                  </a:lnTo>
                  <a:lnTo>
                    <a:pt x="23875" y="22441"/>
                  </a:lnTo>
                  <a:lnTo>
                    <a:pt x="24498" y="21572"/>
                  </a:lnTo>
                  <a:lnTo>
                    <a:pt x="25121" y="20704"/>
                  </a:lnTo>
                  <a:lnTo>
                    <a:pt x="25706" y="19817"/>
                  </a:lnTo>
                  <a:lnTo>
                    <a:pt x="26272" y="18911"/>
                  </a:lnTo>
                  <a:lnTo>
                    <a:pt x="26801" y="18005"/>
                  </a:lnTo>
                  <a:lnTo>
                    <a:pt x="27310" y="17081"/>
                  </a:lnTo>
                  <a:lnTo>
                    <a:pt x="27801" y="16156"/>
                  </a:lnTo>
                  <a:lnTo>
                    <a:pt x="28273" y="15212"/>
                  </a:lnTo>
                  <a:lnTo>
                    <a:pt x="28707" y="14268"/>
                  </a:lnTo>
                  <a:lnTo>
                    <a:pt x="29122" y="13325"/>
                  </a:lnTo>
                  <a:lnTo>
                    <a:pt x="31462" y="7663"/>
                  </a:lnTo>
                  <a:lnTo>
                    <a:pt x="31462" y="7663"/>
                  </a:lnTo>
                  <a:lnTo>
                    <a:pt x="31368" y="7663"/>
                  </a:lnTo>
                  <a:lnTo>
                    <a:pt x="31368" y="7663"/>
                  </a:lnTo>
                  <a:lnTo>
                    <a:pt x="31028" y="7644"/>
                  </a:lnTo>
                  <a:lnTo>
                    <a:pt x="30726" y="7625"/>
                  </a:lnTo>
                  <a:lnTo>
                    <a:pt x="30424" y="7568"/>
                  </a:lnTo>
                  <a:lnTo>
                    <a:pt x="30141" y="7512"/>
                  </a:lnTo>
                  <a:lnTo>
                    <a:pt x="29858" y="7417"/>
                  </a:lnTo>
                  <a:lnTo>
                    <a:pt x="29594" y="7323"/>
                  </a:lnTo>
                  <a:lnTo>
                    <a:pt x="29349" y="7191"/>
                  </a:lnTo>
                  <a:lnTo>
                    <a:pt x="29122" y="7059"/>
                  </a:lnTo>
                  <a:lnTo>
                    <a:pt x="28896" y="6908"/>
                  </a:lnTo>
                  <a:lnTo>
                    <a:pt x="28688" y="6738"/>
                  </a:lnTo>
                  <a:lnTo>
                    <a:pt x="28499" y="6549"/>
                  </a:lnTo>
                  <a:lnTo>
                    <a:pt x="28311" y="6360"/>
                  </a:lnTo>
                  <a:lnTo>
                    <a:pt x="28160" y="6153"/>
                  </a:lnTo>
                  <a:lnTo>
                    <a:pt x="28009" y="5926"/>
                  </a:lnTo>
                  <a:lnTo>
                    <a:pt x="27876" y="5681"/>
                  </a:lnTo>
                  <a:lnTo>
                    <a:pt x="27763" y="5436"/>
                  </a:lnTo>
                  <a:lnTo>
                    <a:pt x="27650" y="5171"/>
                  </a:lnTo>
                  <a:lnTo>
                    <a:pt x="27574" y="4888"/>
                  </a:lnTo>
                  <a:lnTo>
                    <a:pt x="27499" y="4605"/>
                  </a:lnTo>
                  <a:lnTo>
                    <a:pt x="27442" y="4303"/>
                  </a:lnTo>
                  <a:lnTo>
                    <a:pt x="27405" y="3982"/>
                  </a:lnTo>
                  <a:lnTo>
                    <a:pt x="27386" y="3662"/>
                  </a:lnTo>
                  <a:lnTo>
                    <a:pt x="27386" y="3341"/>
                  </a:lnTo>
                  <a:lnTo>
                    <a:pt x="27405" y="3001"/>
                  </a:lnTo>
                  <a:lnTo>
                    <a:pt x="27423" y="2642"/>
                  </a:lnTo>
                  <a:lnTo>
                    <a:pt x="27480" y="2284"/>
                  </a:lnTo>
                  <a:lnTo>
                    <a:pt x="27537" y="1925"/>
                  </a:lnTo>
                  <a:lnTo>
                    <a:pt x="27612" y="1548"/>
                  </a:lnTo>
                  <a:lnTo>
                    <a:pt x="27725" y="1170"/>
                  </a:lnTo>
                  <a:lnTo>
                    <a:pt x="27839" y="793"/>
                  </a:lnTo>
                  <a:lnTo>
                    <a:pt x="27971" y="397"/>
                  </a:lnTo>
                  <a:lnTo>
                    <a:pt x="28141" y="0"/>
                  </a:lnTo>
                </a:path>
              </a:pathLst>
            </a:custGeom>
            <a:solidFill>
              <a:srgbClr val="FFFFFF">
                <a:alpha val="11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728" name="Google Shape;728;p27"/>
          <p:cNvPicPr preferRelativeResize="0"/>
          <p:nvPr/>
        </p:nvPicPr>
        <p:blipFill rotWithShape="1">
          <a:blip r:embed="rId1">
            <a:alphaModFix amt="90000"/>
          </a:blip>
          <a:srcRect l="32935" b="32935"/>
          <a:stretch>
            <a:fillRect/>
          </a:stretch>
        </p:blipFill>
        <p:spPr>
          <a:xfrm>
            <a:off x="7668364" y="4538984"/>
            <a:ext cx="694000" cy="70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9" name="Google Shape;729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879429" y="440147"/>
            <a:ext cx="558367" cy="558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454216" y="2853339"/>
            <a:ext cx="357567" cy="35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055" y="937260"/>
            <a:ext cx="8048625" cy="367093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819785" y="427355"/>
            <a:ext cx="5372100" cy="424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monyOS Sans SC" panose="00000500000000000000" pitchFamily="2" charset="-122"/>
                <a:ea typeface="HarmonyOS Sans SC" panose="00000500000000000000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“中国电子杯”第三届高校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ICT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产教融合创新大赛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1783715" y="3804285"/>
            <a:ext cx="44977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2700000" algn="tl" rotWithShape="0">
                    <a:schemeClr val="accent2">
                      <a:lumMod val="75000"/>
                      <a:lumOff val="25000"/>
                      <a:alpha val="40000"/>
                    </a:scheme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捞针</a:t>
            </a:r>
            <a:r>
              <a:rPr lang="en-US" altLang="zh-CN" sz="44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2700000" algn="tl" rotWithShape="0">
                    <a:schemeClr val="accent2">
                      <a:lumMod val="75000"/>
                      <a:lumOff val="25000"/>
                      <a:alpha val="40000"/>
                    </a:scheme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·</a:t>
            </a:r>
            <a:r>
              <a:rPr lang="en-US" altLang="zh-CN" sz="44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2700000" algn="tl" rotWithShape="0">
                    <a:schemeClr val="accent2">
                      <a:lumMod val="75000"/>
                      <a:lumOff val="25000"/>
                      <a:alpha val="40000"/>
                    </a:scheme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Nereid</a:t>
            </a:r>
            <a:endParaRPr lang="en-US" altLang="zh-CN" sz="44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effectLst>
                <a:outerShdw blurRad="50800" dist="38100" dir="2700000" algn="tl" rotWithShape="0">
                  <a:schemeClr val="accent2">
                    <a:lumMod val="75000"/>
                    <a:lumOff val="25000"/>
                    <a:alpha val="40000"/>
                  </a:schemeClr>
                </a:outerShdw>
              </a:effectLst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7280" y="5134610"/>
            <a:ext cx="5184140" cy="459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| 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智能体驱动的</a:t>
            </a:r>
            <a:r>
              <a:rPr lang="en-US" altLang="zh-CN" sz="20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安全知识情报系统</a:t>
            </a:r>
            <a:endParaRPr lang="zh-CN" altLang="en-US" sz="20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7280" y="4675505"/>
            <a:ext cx="5184140" cy="459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| 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赛题九：网信产业应用赛道</a:t>
            </a:r>
            <a:endParaRPr lang="zh-CN" altLang="en-US" sz="2000" b="1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5958840" y="2209800"/>
            <a:ext cx="444500" cy="534035"/>
            <a:chOff x="9384" y="3480"/>
            <a:chExt cx="700" cy="699"/>
          </a:xfrm>
        </p:grpSpPr>
        <p:sp>
          <p:nvSpPr>
            <p:cNvPr id="2001" name="Google Shape;1397;p47"/>
            <p:cNvSpPr>
              <a:spLocks noGrp="1"/>
            </p:cNvSpPr>
            <p:nvPr/>
          </p:nvSpPr>
          <p:spPr>
            <a:xfrm>
              <a:off x="9766" y="3733"/>
              <a:ext cx="80" cy="80"/>
            </a:xfrm>
            <a:custGeom>
              <a:avLst/>
              <a:gdLst/>
              <a:ahLst/>
              <a:cxnLst/>
              <a:rect l="l" t="t" r="r" b="b"/>
              <a:pathLst>
                <a:path w="1539" h="1539">
                  <a:moveTo>
                    <a:pt x="560" y="0"/>
                  </a:moveTo>
                  <a:lnTo>
                    <a:pt x="327" y="280"/>
                  </a:lnTo>
                  <a:lnTo>
                    <a:pt x="0" y="513"/>
                  </a:lnTo>
                  <a:lnTo>
                    <a:pt x="933" y="1445"/>
                  </a:lnTo>
                  <a:lnTo>
                    <a:pt x="1026" y="1492"/>
                  </a:lnTo>
                  <a:lnTo>
                    <a:pt x="1166" y="1539"/>
                  </a:lnTo>
                  <a:lnTo>
                    <a:pt x="1306" y="1492"/>
                  </a:lnTo>
                  <a:lnTo>
                    <a:pt x="1446" y="1445"/>
                  </a:lnTo>
                  <a:lnTo>
                    <a:pt x="1539" y="1305"/>
                  </a:lnTo>
                  <a:lnTo>
                    <a:pt x="1539" y="1166"/>
                  </a:lnTo>
                  <a:lnTo>
                    <a:pt x="1539" y="1026"/>
                  </a:lnTo>
                  <a:lnTo>
                    <a:pt x="1446" y="886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2" name="Google Shape;1398;p47"/>
            <p:cNvSpPr>
              <a:spLocks noGrp="1"/>
            </p:cNvSpPr>
            <p:nvPr/>
          </p:nvSpPr>
          <p:spPr>
            <a:xfrm>
              <a:off x="9620" y="3587"/>
              <a:ext cx="156" cy="156"/>
            </a:xfrm>
            <a:custGeom>
              <a:avLst/>
              <a:gdLst/>
              <a:ahLst/>
              <a:cxnLst/>
              <a:rect l="l" t="t" r="r" b="b"/>
              <a:pathLst>
                <a:path w="2984" h="2984">
                  <a:moveTo>
                    <a:pt x="1213" y="0"/>
                  </a:moveTo>
                  <a:lnTo>
                    <a:pt x="933" y="94"/>
                  </a:lnTo>
                  <a:lnTo>
                    <a:pt x="653" y="233"/>
                  </a:lnTo>
                  <a:lnTo>
                    <a:pt x="420" y="420"/>
                  </a:lnTo>
                  <a:lnTo>
                    <a:pt x="234" y="653"/>
                  </a:lnTo>
                  <a:lnTo>
                    <a:pt x="140" y="933"/>
                  </a:lnTo>
                  <a:lnTo>
                    <a:pt x="47" y="1212"/>
                  </a:lnTo>
                  <a:lnTo>
                    <a:pt x="1" y="1492"/>
                  </a:lnTo>
                  <a:lnTo>
                    <a:pt x="47" y="1772"/>
                  </a:lnTo>
                  <a:lnTo>
                    <a:pt x="140" y="2051"/>
                  </a:lnTo>
                  <a:lnTo>
                    <a:pt x="234" y="2285"/>
                  </a:lnTo>
                  <a:lnTo>
                    <a:pt x="420" y="2518"/>
                  </a:lnTo>
                  <a:lnTo>
                    <a:pt x="653" y="2704"/>
                  </a:lnTo>
                  <a:lnTo>
                    <a:pt x="933" y="2844"/>
                  </a:lnTo>
                  <a:lnTo>
                    <a:pt x="1213" y="2937"/>
                  </a:lnTo>
                  <a:lnTo>
                    <a:pt x="1492" y="2984"/>
                  </a:lnTo>
                  <a:lnTo>
                    <a:pt x="1772" y="2937"/>
                  </a:lnTo>
                  <a:lnTo>
                    <a:pt x="2052" y="2844"/>
                  </a:lnTo>
                  <a:lnTo>
                    <a:pt x="2331" y="2704"/>
                  </a:lnTo>
                  <a:lnTo>
                    <a:pt x="2564" y="2518"/>
                  </a:lnTo>
                  <a:lnTo>
                    <a:pt x="2751" y="2285"/>
                  </a:lnTo>
                  <a:lnTo>
                    <a:pt x="2891" y="2051"/>
                  </a:lnTo>
                  <a:lnTo>
                    <a:pt x="2937" y="1772"/>
                  </a:lnTo>
                  <a:lnTo>
                    <a:pt x="2984" y="1492"/>
                  </a:lnTo>
                  <a:lnTo>
                    <a:pt x="2937" y="1212"/>
                  </a:lnTo>
                  <a:lnTo>
                    <a:pt x="2891" y="933"/>
                  </a:lnTo>
                  <a:lnTo>
                    <a:pt x="2751" y="653"/>
                  </a:lnTo>
                  <a:lnTo>
                    <a:pt x="2564" y="420"/>
                  </a:lnTo>
                  <a:lnTo>
                    <a:pt x="2331" y="233"/>
                  </a:lnTo>
                  <a:lnTo>
                    <a:pt x="2052" y="94"/>
                  </a:lnTo>
                  <a:lnTo>
                    <a:pt x="17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3" name="Google Shape;1399;p47"/>
            <p:cNvSpPr>
              <a:spLocks noGrp="1"/>
            </p:cNvSpPr>
            <p:nvPr/>
          </p:nvSpPr>
          <p:spPr>
            <a:xfrm>
              <a:off x="9384" y="3959"/>
              <a:ext cx="700" cy="221"/>
            </a:xfrm>
            <a:custGeom>
              <a:avLst/>
              <a:gdLst/>
              <a:ahLst/>
              <a:cxnLst/>
              <a:rect l="l" t="t" r="r" b="b"/>
              <a:pathLst>
                <a:path w="13426" h="4243">
                  <a:moveTo>
                    <a:pt x="1" y="0"/>
                  </a:moveTo>
                  <a:lnTo>
                    <a:pt x="1" y="1865"/>
                  </a:lnTo>
                  <a:lnTo>
                    <a:pt x="5501" y="1865"/>
                  </a:lnTo>
                  <a:lnTo>
                    <a:pt x="5501" y="2471"/>
                  </a:lnTo>
                  <a:lnTo>
                    <a:pt x="5455" y="2657"/>
                  </a:lnTo>
                  <a:lnTo>
                    <a:pt x="5408" y="2844"/>
                  </a:lnTo>
                  <a:lnTo>
                    <a:pt x="5315" y="3030"/>
                  </a:lnTo>
                  <a:lnTo>
                    <a:pt x="5222" y="3170"/>
                  </a:lnTo>
                  <a:lnTo>
                    <a:pt x="5035" y="3263"/>
                  </a:lnTo>
                  <a:lnTo>
                    <a:pt x="4895" y="3357"/>
                  </a:lnTo>
                  <a:lnTo>
                    <a:pt x="4709" y="3450"/>
                  </a:lnTo>
                  <a:lnTo>
                    <a:pt x="3450" y="3450"/>
                  </a:lnTo>
                  <a:lnTo>
                    <a:pt x="3450" y="4242"/>
                  </a:lnTo>
                  <a:lnTo>
                    <a:pt x="9930" y="4242"/>
                  </a:lnTo>
                  <a:lnTo>
                    <a:pt x="9930" y="3450"/>
                  </a:lnTo>
                  <a:lnTo>
                    <a:pt x="8671" y="3450"/>
                  </a:lnTo>
                  <a:lnTo>
                    <a:pt x="8531" y="3357"/>
                  </a:lnTo>
                  <a:lnTo>
                    <a:pt x="8345" y="3263"/>
                  </a:lnTo>
                  <a:lnTo>
                    <a:pt x="8205" y="3170"/>
                  </a:lnTo>
                  <a:lnTo>
                    <a:pt x="8065" y="3030"/>
                  </a:lnTo>
                  <a:lnTo>
                    <a:pt x="7972" y="2844"/>
                  </a:lnTo>
                  <a:lnTo>
                    <a:pt x="7925" y="2657"/>
                  </a:lnTo>
                  <a:lnTo>
                    <a:pt x="7925" y="2471"/>
                  </a:lnTo>
                  <a:lnTo>
                    <a:pt x="7925" y="1865"/>
                  </a:lnTo>
                  <a:lnTo>
                    <a:pt x="13426" y="1865"/>
                  </a:lnTo>
                  <a:lnTo>
                    <a:pt x="13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4" name="Google Shape;1400;p47"/>
            <p:cNvSpPr>
              <a:spLocks noGrp="1"/>
            </p:cNvSpPr>
            <p:nvPr/>
          </p:nvSpPr>
          <p:spPr>
            <a:xfrm>
              <a:off x="9384" y="3480"/>
              <a:ext cx="700" cy="437"/>
            </a:xfrm>
            <a:custGeom>
              <a:avLst/>
              <a:gdLst/>
              <a:ahLst/>
              <a:cxnLst/>
              <a:rect l="l" t="t" r="r" b="b"/>
              <a:pathLst>
                <a:path w="13426" h="8391">
                  <a:moveTo>
                    <a:pt x="6014" y="1259"/>
                  </a:moveTo>
                  <a:lnTo>
                    <a:pt x="6434" y="1306"/>
                  </a:lnTo>
                  <a:lnTo>
                    <a:pt x="6853" y="1445"/>
                  </a:lnTo>
                  <a:lnTo>
                    <a:pt x="7273" y="1632"/>
                  </a:lnTo>
                  <a:lnTo>
                    <a:pt x="7646" y="1912"/>
                  </a:lnTo>
                  <a:lnTo>
                    <a:pt x="7832" y="2145"/>
                  </a:lnTo>
                  <a:lnTo>
                    <a:pt x="7972" y="2424"/>
                  </a:lnTo>
                  <a:lnTo>
                    <a:pt x="8112" y="2657"/>
                  </a:lnTo>
                  <a:lnTo>
                    <a:pt x="8205" y="2937"/>
                  </a:lnTo>
                  <a:lnTo>
                    <a:pt x="8252" y="3217"/>
                  </a:lnTo>
                  <a:lnTo>
                    <a:pt x="8298" y="3543"/>
                  </a:lnTo>
                  <a:lnTo>
                    <a:pt x="8252" y="3823"/>
                  </a:lnTo>
                  <a:lnTo>
                    <a:pt x="8205" y="4102"/>
                  </a:lnTo>
                  <a:lnTo>
                    <a:pt x="9324" y="5175"/>
                  </a:lnTo>
                  <a:lnTo>
                    <a:pt x="9464" y="5361"/>
                  </a:lnTo>
                  <a:lnTo>
                    <a:pt x="9557" y="5594"/>
                  </a:lnTo>
                  <a:lnTo>
                    <a:pt x="9650" y="5781"/>
                  </a:lnTo>
                  <a:lnTo>
                    <a:pt x="9650" y="6014"/>
                  </a:lnTo>
                  <a:lnTo>
                    <a:pt x="9650" y="6247"/>
                  </a:lnTo>
                  <a:lnTo>
                    <a:pt x="9557" y="6433"/>
                  </a:lnTo>
                  <a:lnTo>
                    <a:pt x="9464" y="6666"/>
                  </a:lnTo>
                  <a:lnTo>
                    <a:pt x="9324" y="6853"/>
                  </a:lnTo>
                  <a:lnTo>
                    <a:pt x="9137" y="6993"/>
                  </a:lnTo>
                  <a:lnTo>
                    <a:pt x="8951" y="7086"/>
                  </a:lnTo>
                  <a:lnTo>
                    <a:pt x="8718" y="7132"/>
                  </a:lnTo>
                  <a:lnTo>
                    <a:pt x="8485" y="7179"/>
                  </a:lnTo>
                  <a:lnTo>
                    <a:pt x="8298" y="7132"/>
                  </a:lnTo>
                  <a:lnTo>
                    <a:pt x="8065" y="7086"/>
                  </a:lnTo>
                  <a:lnTo>
                    <a:pt x="7879" y="6993"/>
                  </a:lnTo>
                  <a:lnTo>
                    <a:pt x="7692" y="6853"/>
                  </a:lnTo>
                  <a:lnTo>
                    <a:pt x="6574" y="5734"/>
                  </a:lnTo>
                  <a:lnTo>
                    <a:pt x="6294" y="5781"/>
                  </a:lnTo>
                  <a:lnTo>
                    <a:pt x="5595" y="5781"/>
                  </a:lnTo>
                  <a:lnTo>
                    <a:pt x="5175" y="5641"/>
                  </a:lnTo>
                  <a:lnTo>
                    <a:pt x="4756" y="5408"/>
                  </a:lnTo>
                  <a:lnTo>
                    <a:pt x="4429" y="5128"/>
                  </a:lnTo>
                  <a:lnTo>
                    <a:pt x="4103" y="4802"/>
                  </a:lnTo>
                  <a:lnTo>
                    <a:pt x="3917" y="4382"/>
                  </a:lnTo>
                  <a:lnTo>
                    <a:pt x="3777" y="3963"/>
                  </a:lnTo>
                  <a:lnTo>
                    <a:pt x="3730" y="3543"/>
                  </a:lnTo>
                  <a:lnTo>
                    <a:pt x="3777" y="3077"/>
                  </a:lnTo>
                  <a:lnTo>
                    <a:pt x="3917" y="2657"/>
                  </a:lnTo>
                  <a:lnTo>
                    <a:pt x="4103" y="2284"/>
                  </a:lnTo>
                  <a:lnTo>
                    <a:pt x="4429" y="1912"/>
                  </a:lnTo>
                  <a:lnTo>
                    <a:pt x="4756" y="1632"/>
                  </a:lnTo>
                  <a:lnTo>
                    <a:pt x="5175" y="1445"/>
                  </a:lnTo>
                  <a:lnTo>
                    <a:pt x="5595" y="1306"/>
                  </a:lnTo>
                  <a:lnTo>
                    <a:pt x="6014" y="1259"/>
                  </a:lnTo>
                  <a:close/>
                  <a:moveTo>
                    <a:pt x="1" y="0"/>
                  </a:moveTo>
                  <a:lnTo>
                    <a:pt x="1" y="8391"/>
                  </a:lnTo>
                  <a:lnTo>
                    <a:pt x="13426" y="8391"/>
                  </a:lnTo>
                  <a:lnTo>
                    <a:pt x="13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959475" y="3561080"/>
            <a:ext cx="514985" cy="533400"/>
            <a:chOff x="9384" y="5610"/>
            <a:chExt cx="700" cy="699"/>
          </a:xfrm>
        </p:grpSpPr>
        <p:sp>
          <p:nvSpPr>
            <p:cNvPr id="2006" name="Google Shape;1422;p47"/>
            <p:cNvSpPr>
              <a:spLocks noGrp="1"/>
            </p:cNvSpPr>
            <p:nvPr/>
          </p:nvSpPr>
          <p:spPr>
            <a:xfrm>
              <a:off x="9384" y="5902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933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73" y="280"/>
                  </a:lnTo>
                  <a:lnTo>
                    <a:pt x="234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0" y="1026"/>
                  </a:lnTo>
                  <a:lnTo>
                    <a:pt x="47" y="1259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467" y="2004"/>
                  </a:lnTo>
                  <a:lnTo>
                    <a:pt x="653" y="2098"/>
                  </a:lnTo>
                  <a:lnTo>
                    <a:pt x="840" y="2144"/>
                  </a:lnTo>
                  <a:lnTo>
                    <a:pt x="1073" y="2191"/>
                  </a:lnTo>
                  <a:lnTo>
                    <a:pt x="1306" y="2191"/>
                  </a:lnTo>
                  <a:lnTo>
                    <a:pt x="1492" y="2098"/>
                  </a:lnTo>
                  <a:lnTo>
                    <a:pt x="1679" y="2004"/>
                  </a:lnTo>
                  <a:lnTo>
                    <a:pt x="1865" y="1911"/>
                  </a:lnTo>
                  <a:lnTo>
                    <a:pt x="2005" y="1725"/>
                  </a:lnTo>
                  <a:lnTo>
                    <a:pt x="2098" y="1538"/>
                  </a:lnTo>
                  <a:lnTo>
                    <a:pt x="2191" y="1352"/>
                  </a:lnTo>
                  <a:lnTo>
                    <a:pt x="2191" y="1119"/>
                  </a:lnTo>
                  <a:lnTo>
                    <a:pt x="2191" y="932"/>
                  </a:lnTo>
                  <a:lnTo>
                    <a:pt x="2145" y="699"/>
                  </a:lnTo>
                  <a:lnTo>
                    <a:pt x="2052" y="513"/>
                  </a:lnTo>
                  <a:lnTo>
                    <a:pt x="1912" y="326"/>
                  </a:lnTo>
                  <a:lnTo>
                    <a:pt x="1772" y="187"/>
                  </a:lnTo>
                  <a:lnTo>
                    <a:pt x="1585" y="93"/>
                  </a:lnTo>
                  <a:lnTo>
                    <a:pt x="1352" y="47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7" name="Google Shape;1423;p47"/>
            <p:cNvSpPr>
              <a:spLocks noGrp="1"/>
            </p:cNvSpPr>
            <p:nvPr/>
          </p:nvSpPr>
          <p:spPr>
            <a:xfrm>
              <a:off x="9970" y="5902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886" y="0"/>
                  </a:moveTo>
                  <a:lnTo>
                    <a:pt x="700" y="93"/>
                  </a:lnTo>
                  <a:lnTo>
                    <a:pt x="513" y="187"/>
                  </a:lnTo>
                  <a:lnTo>
                    <a:pt x="327" y="326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86"/>
                  </a:lnTo>
                  <a:lnTo>
                    <a:pt x="1" y="1072"/>
                  </a:lnTo>
                  <a:lnTo>
                    <a:pt x="47" y="1305"/>
                  </a:lnTo>
                  <a:lnTo>
                    <a:pt x="94" y="1538"/>
                  </a:lnTo>
                  <a:lnTo>
                    <a:pt x="187" y="1725"/>
                  </a:lnTo>
                  <a:lnTo>
                    <a:pt x="327" y="1865"/>
                  </a:lnTo>
                  <a:lnTo>
                    <a:pt x="513" y="2004"/>
                  </a:lnTo>
                  <a:lnTo>
                    <a:pt x="700" y="2098"/>
                  </a:lnTo>
                  <a:lnTo>
                    <a:pt x="886" y="2191"/>
                  </a:lnTo>
                  <a:lnTo>
                    <a:pt x="1353" y="2191"/>
                  </a:lnTo>
                  <a:lnTo>
                    <a:pt x="1539" y="2098"/>
                  </a:lnTo>
                  <a:lnTo>
                    <a:pt x="1725" y="2004"/>
                  </a:lnTo>
                  <a:lnTo>
                    <a:pt x="1865" y="1865"/>
                  </a:lnTo>
                  <a:lnTo>
                    <a:pt x="2005" y="1725"/>
                  </a:lnTo>
                  <a:lnTo>
                    <a:pt x="2098" y="1538"/>
                  </a:lnTo>
                  <a:lnTo>
                    <a:pt x="2192" y="1305"/>
                  </a:lnTo>
                  <a:lnTo>
                    <a:pt x="2192" y="1072"/>
                  </a:lnTo>
                  <a:lnTo>
                    <a:pt x="2192" y="886"/>
                  </a:lnTo>
                  <a:lnTo>
                    <a:pt x="2098" y="653"/>
                  </a:lnTo>
                  <a:lnTo>
                    <a:pt x="2005" y="466"/>
                  </a:lnTo>
                  <a:lnTo>
                    <a:pt x="1865" y="326"/>
                  </a:lnTo>
                  <a:lnTo>
                    <a:pt x="1725" y="187"/>
                  </a:lnTo>
                  <a:lnTo>
                    <a:pt x="1539" y="93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8" name="Google Shape;1424;p47"/>
            <p:cNvSpPr>
              <a:spLocks noGrp="1"/>
            </p:cNvSpPr>
            <p:nvPr/>
          </p:nvSpPr>
          <p:spPr>
            <a:xfrm>
              <a:off x="9678" y="5610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7" y="0"/>
                  </a:moveTo>
                  <a:lnTo>
                    <a:pt x="654" y="47"/>
                  </a:lnTo>
                  <a:lnTo>
                    <a:pt x="467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1" y="839"/>
                  </a:lnTo>
                  <a:lnTo>
                    <a:pt x="1" y="1072"/>
                  </a:lnTo>
                  <a:lnTo>
                    <a:pt x="1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467" y="2005"/>
                  </a:lnTo>
                  <a:lnTo>
                    <a:pt x="654" y="2098"/>
                  </a:lnTo>
                  <a:lnTo>
                    <a:pt x="887" y="2145"/>
                  </a:lnTo>
                  <a:lnTo>
                    <a:pt x="1073" y="2191"/>
                  </a:lnTo>
                  <a:lnTo>
                    <a:pt x="1306" y="2145"/>
                  </a:lnTo>
                  <a:lnTo>
                    <a:pt x="1493" y="2098"/>
                  </a:lnTo>
                  <a:lnTo>
                    <a:pt x="1679" y="2005"/>
                  </a:lnTo>
                  <a:lnTo>
                    <a:pt x="1865" y="1865"/>
                  </a:lnTo>
                  <a:lnTo>
                    <a:pt x="2005" y="1678"/>
                  </a:lnTo>
                  <a:lnTo>
                    <a:pt x="2099" y="1492"/>
                  </a:lnTo>
                  <a:lnTo>
                    <a:pt x="2145" y="1306"/>
                  </a:lnTo>
                  <a:lnTo>
                    <a:pt x="2192" y="1072"/>
                  </a:lnTo>
                  <a:lnTo>
                    <a:pt x="2145" y="839"/>
                  </a:lnTo>
                  <a:lnTo>
                    <a:pt x="2099" y="653"/>
                  </a:lnTo>
                  <a:lnTo>
                    <a:pt x="2005" y="466"/>
                  </a:lnTo>
                  <a:lnTo>
                    <a:pt x="1865" y="280"/>
                  </a:lnTo>
                  <a:lnTo>
                    <a:pt x="1679" y="187"/>
                  </a:lnTo>
                  <a:lnTo>
                    <a:pt x="1493" y="47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9" name="Google Shape;1425;p47"/>
            <p:cNvSpPr>
              <a:spLocks noGrp="1"/>
            </p:cNvSpPr>
            <p:nvPr/>
          </p:nvSpPr>
          <p:spPr>
            <a:xfrm>
              <a:off x="9831" y="6232"/>
              <a:ext cx="100" cy="39"/>
            </a:xfrm>
            <a:custGeom>
              <a:avLst/>
              <a:gdLst/>
              <a:ahLst/>
              <a:cxnLst/>
              <a:rect l="l" t="t" r="r" b="b"/>
              <a:pathLst>
                <a:path w="1912" h="747">
                  <a:moveTo>
                    <a:pt x="1" y="1"/>
                  </a:moveTo>
                  <a:lnTo>
                    <a:pt x="47" y="374"/>
                  </a:lnTo>
                  <a:lnTo>
                    <a:pt x="1" y="746"/>
                  </a:lnTo>
                  <a:lnTo>
                    <a:pt x="1912" y="746"/>
                  </a:lnTo>
                  <a:lnTo>
                    <a:pt x="1865" y="374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0" name="Google Shape;1426;p47"/>
            <p:cNvSpPr>
              <a:spLocks noGrp="1"/>
            </p:cNvSpPr>
            <p:nvPr/>
          </p:nvSpPr>
          <p:spPr>
            <a:xfrm>
              <a:off x="9384" y="6193"/>
              <a:ext cx="114" cy="117"/>
            </a:xfrm>
            <a:custGeom>
              <a:avLst/>
              <a:gdLst/>
              <a:ahLst/>
              <a:cxnLst/>
              <a:rect l="l" t="t" r="r" b="b"/>
              <a:pathLst>
                <a:path w="2192" h="2239">
                  <a:moveTo>
                    <a:pt x="1119" y="1"/>
                  </a:moveTo>
                  <a:lnTo>
                    <a:pt x="886" y="47"/>
                  </a:lnTo>
                  <a:lnTo>
                    <a:pt x="700" y="94"/>
                  </a:lnTo>
                  <a:lnTo>
                    <a:pt x="513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47" y="933"/>
                  </a:lnTo>
                  <a:lnTo>
                    <a:pt x="0" y="1120"/>
                  </a:lnTo>
                  <a:lnTo>
                    <a:pt x="47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513" y="2052"/>
                  </a:lnTo>
                  <a:lnTo>
                    <a:pt x="700" y="2145"/>
                  </a:lnTo>
                  <a:lnTo>
                    <a:pt x="886" y="2192"/>
                  </a:lnTo>
                  <a:lnTo>
                    <a:pt x="1119" y="2238"/>
                  </a:lnTo>
                  <a:lnTo>
                    <a:pt x="1352" y="2192"/>
                  </a:lnTo>
                  <a:lnTo>
                    <a:pt x="1539" y="2145"/>
                  </a:lnTo>
                  <a:lnTo>
                    <a:pt x="1725" y="2052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145" y="1539"/>
                  </a:lnTo>
                  <a:lnTo>
                    <a:pt x="2191" y="1306"/>
                  </a:lnTo>
                  <a:lnTo>
                    <a:pt x="2191" y="1120"/>
                  </a:lnTo>
                  <a:lnTo>
                    <a:pt x="2191" y="886"/>
                  </a:lnTo>
                  <a:lnTo>
                    <a:pt x="2145" y="700"/>
                  </a:lnTo>
                  <a:lnTo>
                    <a:pt x="2052" y="514"/>
                  </a:lnTo>
                  <a:lnTo>
                    <a:pt x="1912" y="374"/>
                  </a:lnTo>
                  <a:lnTo>
                    <a:pt x="1725" y="234"/>
                  </a:lnTo>
                  <a:lnTo>
                    <a:pt x="1539" y="94"/>
                  </a:lnTo>
                  <a:lnTo>
                    <a:pt x="1306" y="47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1" name="Google Shape;1427;p47"/>
            <p:cNvSpPr>
              <a:spLocks noGrp="1"/>
            </p:cNvSpPr>
            <p:nvPr/>
          </p:nvSpPr>
          <p:spPr>
            <a:xfrm>
              <a:off x="9496" y="6011"/>
              <a:ext cx="185" cy="187"/>
            </a:xfrm>
            <a:custGeom>
              <a:avLst/>
              <a:gdLst/>
              <a:ahLst/>
              <a:cxnLst/>
              <a:rect l="l" t="t" r="r" b="b"/>
              <a:pathLst>
                <a:path w="3544" h="3591">
                  <a:moveTo>
                    <a:pt x="2984" y="1"/>
                  </a:moveTo>
                  <a:lnTo>
                    <a:pt x="1" y="3031"/>
                  </a:lnTo>
                  <a:lnTo>
                    <a:pt x="280" y="3264"/>
                  </a:lnTo>
                  <a:lnTo>
                    <a:pt x="560" y="3590"/>
                  </a:lnTo>
                  <a:lnTo>
                    <a:pt x="3544" y="560"/>
                  </a:lnTo>
                  <a:lnTo>
                    <a:pt x="3264" y="327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2" name="Google Shape;1428;p47"/>
            <p:cNvSpPr>
              <a:spLocks noGrp="1"/>
            </p:cNvSpPr>
            <p:nvPr/>
          </p:nvSpPr>
          <p:spPr>
            <a:xfrm>
              <a:off x="9970" y="6193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1119" y="1"/>
                  </a:moveTo>
                  <a:lnTo>
                    <a:pt x="886" y="47"/>
                  </a:lnTo>
                  <a:lnTo>
                    <a:pt x="700" y="94"/>
                  </a:lnTo>
                  <a:lnTo>
                    <a:pt x="513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47" y="886"/>
                  </a:lnTo>
                  <a:lnTo>
                    <a:pt x="1" y="1120"/>
                  </a:lnTo>
                  <a:lnTo>
                    <a:pt x="47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513" y="2005"/>
                  </a:lnTo>
                  <a:lnTo>
                    <a:pt x="700" y="2145"/>
                  </a:lnTo>
                  <a:lnTo>
                    <a:pt x="886" y="2192"/>
                  </a:lnTo>
                  <a:lnTo>
                    <a:pt x="1353" y="2192"/>
                  </a:lnTo>
                  <a:lnTo>
                    <a:pt x="1539" y="2145"/>
                  </a:lnTo>
                  <a:lnTo>
                    <a:pt x="1725" y="2005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098" y="1539"/>
                  </a:lnTo>
                  <a:lnTo>
                    <a:pt x="2192" y="1353"/>
                  </a:lnTo>
                  <a:lnTo>
                    <a:pt x="2192" y="1120"/>
                  </a:lnTo>
                  <a:lnTo>
                    <a:pt x="2192" y="886"/>
                  </a:lnTo>
                  <a:lnTo>
                    <a:pt x="2098" y="700"/>
                  </a:lnTo>
                  <a:lnTo>
                    <a:pt x="2005" y="514"/>
                  </a:lnTo>
                  <a:lnTo>
                    <a:pt x="1865" y="327"/>
                  </a:lnTo>
                  <a:lnTo>
                    <a:pt x="1725" y="187"/>
                  </a:lnTo>
                  <a:lnTo>
                    <a:pt x="1539" y="94"/>
                  </a:lnTo>
                  <a:lnTo>
                    <a:pt x="1353" y="47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3" name="Google Shape;1429;p47"/>
            <p:cNvSpPr>
              <a:spLocks noGrp="1"/>
            </p:cNvSpPr>
            <p:nvPr/>
          </p:nvSpPr>
          <p:spPr>
            <a:xfrm>
              <a:off x="9678" y="6193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1073" y="1"/>
                  </a:moveTo>
                  <a:lnTo>
                    <a:pt x="887" y="47"/>
                  </a:lnTo>
                  <a:lnTo>
                    <a:pt x="654" y="94"/>
                  </a:lnTo>
                  <a:lnTo>
                    <a:pt x="467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1" y="886"/>
                  </a:lnTo>
                  <a:lnTo>
                    <a:pt x="1" y="1120"/>
                  </a:lnTo>
                  <a:lnTo>
                    <a:pt x="1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467" y="2005"/>
                  </a:lnTo>
                  <a:lnTo>
                    <a:pt x="654" y="2145"/>
                  </a:lnTo>
                  <a:lnTo>
                    <a:pt x="887" y="2192"/>
                  </a:lnTo>
                  <a:lnTo>
                    <a:pt x="1306" y="2192"/>
                  </a:lnTo>
                  <a:lnTo>
                    <a:pt x="1493" y="2145"/>
                  </a:lnTo>
                  <a:lnTo>
                    <a:pt x="1679" y="2005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099" y="1539"/>
                  </a:lnTo>
                  <a:lnTo>
                    <a:pt x="2145" y="1353"/>
                  </a:lnTo>
                  <a:lnTo>
                    <a:pt x="2192" y="1120"/>
                  </a:lnTo>
                  <a:lnTo>
                    <a:pt x="2145" y="886"/>
                  </a:lnTo>
                  <a:lnTo>
                    <a:pt x="2099" y="700"/>
                  </a:lnTo>
                  <a:lnTo>
                    <a:pt x="2005" y="514"/>
                  </a:lnTo>
                  <a:lnTo>
                    <a:pt x="1865" y="327"/>
                  </a:lnTo>
                  <a:lnTo>
                    <a:pt x="1679" y="187"/>
                  </a:lnTo>
                  <a:lnTo>
                    <a:pt x="1493" y="94"/>
                  </a:lnTo>
                  <a:lnTo>
                    <a:pt x="1306" y="47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4" name="Google Shape;1430;p47"/>
            <p:cNvSpPr>
              <a:spLocks noGrp="1"/>
            </p:cNvSpPr>
            <p:nvPr/>
          </p:nvSpPr>
          <p:spPr>
            <a:xfrm>
              <a:off x="9384" y="5610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6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0" y="1072"/>
                  </a:lnTo>
                  <a:lnTo>
                    <a:pt x="47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513" y="2005"/>
                  </a:lnTo>
                  <a:lnTo>
                    <a:pt x="700" y="2098"/>
                  </a:lnTo>
                  <a:lnTo>
                    <a:pt x="886" y="2145"/>
                  </a:lnTo>
                  <a:lnTo>
                    <a:pt x="1119" y="2191"/>
                  </a:lnTo>
                  <a:lnTo>
                    <a:pt x="1352" y="2145"/>
                  </a:lnTo>
                  <a:lnTo>
                    <a:pt x="1539" y="2098"/>
                  </a:lnTo>
                  <a:lnTo>
                    <a:pt x="1725" y="2005"/>
                  </a:lnTo>
                  <a:lnTo>
                    <a:pt x="1912" y="1865"/>
                  </a:lnTo>
                  <a:lnTo>
                    <a:pt x="2005" y="1678"/>
                  </a:lnTo>
                  <a:lnTo>
                    <a:pt x="2145" y="1492"/>
                  </a:lnTo>
                  <a:lnTo>
                    <a:pt x="2191" y="1306"/>
                  </a:lnTo>
                  <a:lnTo>
                    <a:pt x="2191" y="1072"/>
                  </a:lnTo>
                  <a:lnTo>
                    <a:pt x="2191" y="839"/>
                  </a:lnTo>
                  <a:lnTo>
                    <a:pt x="2145" y="653"/>
                  </a:lnTo>
                  <a:lnTo>
                    <a:pt x="2005" y="466"/>
                  </a:lnTo>
                  <a:lnTo>
                    <a:pt x="1912" y="280"/>
                  </a:lnTo>
                  <a:lnTo>
                    <a:pt x="1725" y="187"/>
                  </a:lnTo>
                  <a:lnTo>
                    <a:pt x="1539" y="47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5" name="Google Shape;1431;p47"/>
            <p:cNvSpPr>
              <a:spLocks noGrp="1"/>
            </p:cNvSpPr>
            <p:nvPr/>
          </p:nvSpPr>
          <p:spPr>
            <a:xfrm>
              <a:off x="9831" y="5646"/>
              <a:ext cx="100" cy="39"/>
            </a:xfrm>
            <a:custGeom>
              <a:avLst/>
              <a:gdLst/>
              <a:ahLst/>
              <a:cxnLst/>
              <a:rect l="l" t="t" r="r" b="b"/>
              <a:pathLst>
                <a:path w="1912" h="747">
                  <a:moveTo>
                    <a:pt x="1" y="1"/>
                  </a:moveTo>
                  <a:lnTo>
                    <a:pt x="47" y="373"/>
                  </a:lnTo>
                  <a:lnTo>
                    <a:pt x="1" y="746"/>
                  </a:lnTo>
                  <a:lnTo>
                    <a:pt x="1912" y="746"/>
                  </a:lnTo>
                  <a:lnTo>
                    <a:pt x="1865" y="373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6" name="Google Shape;1432;p47"/>
            <p:cNvSpPr>
              <a:spLocks noGrp="1"/>
            </p:cNvSpPr>
            <p:nvPr/>
          </p:nvSpPr>
          <p:spPr>
            <a:xfrm>
              <a:off x="9537" y="5646"/>
              <a:ext cx="102" cy="39"/>
            </a:xfrm>
            <a:custGeom>
              <a:avLst/>
              <a:gdLst/>
              <a:ahLst/>
              <a:cxnLst/>
              <a:rect l="l" t="t" r="r" b="b"/>
              <a:pathLst>
                <a:path w="1959" h="747">
                  <a:moveTo>
                    <a:pt x="0" y="1"/>
                  </a:moveTo>
                  <a:lnTo>
                    <a:pt x="47" y="373"/>
                  </a:lnTo>
                  <a:lnTo>
                    <a:pt x="0" y="746"/>
                  </a:lnTo>
                  <a:lnTo>
                    <a:pt x="1958" y="746"/>
                  </a:lnTo>
                  <a:lnTo>
                    <a:pt x="1911" y="373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7" name="Google Shape;1433;p47"/>
            <p:cNvSpPr>
              <a:spLocks noGrp="1"/>
            </p:cNvSpPr>
            <p:nvPr/>
          </p:nvSpPr>
          <p:spPr>
            <a:xfrm>
              <a:off x="9678" y="5902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887" y="0"/>
                  </a:moveTo>
                  <a:lnTo>
                    <a:pt x="654" y="93"/>
                  </a:lnTo>
                  <a:lnTo>
                    <a:pt x="467" y="187"/>
                  </a:lnTo>
                  <a:lnTo>
                    <a:pt x="327" y="326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1" y="886"/>
                  </a:lnTo>
                  <a:lnTo>
                    <a:pt x="1" y="1072"/>
                  </a:lnTo>
                  <a:lnTo>
                    <a:pt x="1" y="1305"/>
                  </a:lnTo>
                  <a:lnTo>
                    <a:pt x="94" y="1538"/>
                  </a:lnTo>
                  <a:lnTo>
                    <a:pt x="187" y="1725"/>
                  </a:lnTo>
                  <a:lnTo>
                    <a:pt x="327" y="1865"/>
                  </a:lnTo>
                  <a:lnTo>
                    <a:pt x="467" y="2004"/>
                  </a:lnTo>
                  <a:lnTo>
                    <a:pt x="654" y="2098"/>
                  </a:lnTo>
                  <a:lnTo>
                    <a:pt x="887" y="2191"/>
                  </a:lnTo>
                  <a:lnTo>
                    <a:pt x="1306" y="2191"/>
                  </a:lnTo>
                  <a:lnTo>
                    <a:pt x="1493" y="2098"/>
                  </a:lnTo>
                  <a:lnTo>
                    <a:pt x="1679" y="2004"/>
                  </a:lnTo>
                  <a:lnTo>
                    <a:pt x="1865" y="1865"/>
                  </a:lnTo>
                  <a:lnTo>
                    <a:pt x="2005" y="1725"/>
                  </a:lnTo>
                  <a:lnTo>
                    <a:pt x="2099" y="1538"/>
                  </a:lnTo>
                  <a:lnTo>
                    <a:pt x="2145" y="1305"/>
                  </a:lnTo>
                  <a:lnTo>
                    <a:pt x="2192" y="1072"/>
                  </a:lnTo>
                  <a:lnTo>
                    <a:pt x="2145" y="886"/>
                  </a:lnTo>
                  <a:lnTo>
                    <a:pt x="2099" y="653"/>
                  </a:lnTo>
                  <a:lnTo>
                    <a:pt x="2005" y="466"/>
                  </a:lnTo>
                  <a:lnTo>
                    <a:pt x="1865" y="326"/>
                  </a:lnTo>
                  <a:lnTo>
                    <a:pt x="1679" y="187"/>
                  </a:lnTo>
                  <a:lnTo>
                    <a:pt x="1493" y="93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8" name="Google Shape;1434;p47"/>
            <p:cNvSpPr>
              <a:spLocks noGrp="1"/>
            </p:cNvSpPr>
            <p:nvPr/>
          </p:nvSpPr>
          <p:spPr>
            <a:xfrm>
              <a:off x="9537" y="6232"/>
              <a:ext cx="102" cy="39"/>
            </a:xfrm>
            <a:custGeom>
              <a:avLst/>
              <a:gdLst/>
              <a:ahLst/>
              <a:cxnLst/>
              <a:rect l="l" t="t" r="r" b="b"/>
              <a:pathLst>
                <a:path w="1959" h="747">
                  <a:moveTo>
                    <a:pt x="0" y="1"/>
                  </a:moveTo>
                  <a:lnTo>
                    <a:pt x="47" y="374"/>
                  </a:lnTo>
                  <a:lnTo>
                    <a:pt x="0" y="746"/>
                  </a:lnTo>
                  <a:lnTo>
                    <a:pt x="1958" y="746"/>
                  </a:lnTo>
                  <a:lnTo>
                    <a:pt x="1911" y="374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9" name="Google Shape;1435;p47"/>
            <p:cNvSpPr>
              <a:spLocks noGrp="1"/>
            </p:cNvSpPr>
            <p:nvPr/>
          </p:nvSpPr>
          <p:spPr>
            <a:xfrm>
              <a:off x="9787" y="5719"/>
              <a:ext cx="187" cy="187"/>
            </a:xfrm>
            <a:custGeom>
              <a:avLst/>
              <a:gdLst/>
              <a:ahLst/>
              <a:cxnLst/>
              <a:rect l="l" t="t" r="r" b="b"/>
              <a:pathLst>
                <a:path w="3590" h="3591">
                  <a:moveTo>
                    <a:pt x="3031" y="1"/>
                  </a:moveTo>
                  <a:lnTo>
                    <a:pt x="1" y="3031"/>
                  </a:lnTo>
                  <a:lnTo>
                    <a:pt x="327" y="3264"/>
                  </a:lnTo>
                  <a:lnTo>
                    <a:pt x="560" y="3590"/>
                  </a:lnTo>
                  <a:lnTo>
                    <a:pt x="3590" y="560"/>
                  </a:lnTo>
                  <a:lnTo>
                    <a:pt x="3264" y="327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0" name="Google Shape;1436;p47"/>
            <p:cNvSpPr>
              <a:spLocks noGrp="1"/>
            </p:cNvSpPr>
            <p:nvPr/>
          </p:nvSpPr>
          <p:spPr>
            <a:xfrm>
              <a:off x="9970" y="5610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6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1" y="1072"/>
                  </a:lnTo>
                  <a:lnTo>
                    <a:pt x="47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513" y="2005"/>
                  </a:lnTo>
                  <a:lnTo>
                    <a:pt x="700" y="2098"/>
                  </a:lnTo>
                  <a:lnTo>
                    <a:pt x="886" y="2145"/>
                  </a:lnTo>
                  <a:lnTo>
                    <a:pt x="1119" y="2191"/>
                  </a:lnTo>
                  <a:lnTo>
                    <a:pt x="1353" y="2145"/>
                  </a:lnTo>
                  <a:lnTo>
                    <a:pt x="1539" y="2098"/>
                  </a:lnTo>
                  <a:lnTo>
                    <a:pt x="1725" y="2005"/>
                  </a:lnTo>
                  <a:lnTo>
                    <a:pt x="1865" y="1865"/>
                  </a:lnTo>
                  <a:lnTo>
                    <a:pt x="2005" y="1678"/>
                  </a:lnTo>
                  <a:lnTo>
                    <a:pt x="2098" y="1492"/>
                  </a:lnTo>
                  <a:lnTo>
                    <a:pt x="2192" y="1306"/>
                  </a:lnTo>
                  <a:lnTo>
                    <a:pt x="2192" y="1072"/>
                  </a:lnTo>
                  <a:lnTo>
                    <a:pt x="2192" y="839"/>
                  </a:lnTo>
                  <a:lnTo>
                    <a:pt x="2098" y="653"/>
                  </a:lnTo>
                  <a:lnTo>
                    <a:pt x="2005" y="466"/>
                  </a:lnTo>
                  <a:lnTo>
                    <a:pt x="1865" y="280"/>
                  </a:lnTo>
                  <a:lnTo>
                    <a:pt x="1725" y="187"/>
                  </a:lnTo>
                  <a:lnTo>
                    <a:pt x="1539" y="47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94400" y="4914900"/>
            <a:ext cx="444500" cy="469900"/>
            <a:chOff x="9384" y="7740"/>
            <a:chExt cx="700" cy="625"/>
          </a:xfrm>
        </p:grpSpPr>
        <p:sp>
          <p:nvSpPr>
            <p:cNvPr id="2022" name="Google Shape;1507;p47"/>
            <p:cNvSpPr>
              <a:spLocks noGrp="1"/>
            </p:cNvSpPr>
            <p:nvPr/>
          </p:nvSpPr>
          <p:spPr>
            <a:xfrm>
              <a:off x="9744" y="8049"/>
              <a:ext cx="340" cy="316"/>
            </a:xfrm>
            <a:custGeom>
              <a:avLst/>
              <a:gdLst/>
              <a:ahLst/>
              <a:cxnLst/>
              <a:rect l="l" t="t" r="r" b="b"/>
              <a:pathLst>
                <a:path w="6527" h="6061">
                  <a:moveTo>
                    <a:pt x="2099" y="2145"/>
                  </a:moveTo>
                  <a:lnTo>
                    <a:pt x="2099" y="2937"/>
                  </a:lnTo>
                  <a:lnTo>
                    <a:pt x="1306" y="2937"/>
                  </a:lnTo>
                  <a:lnTo>
                    <a:pt x="1306" y="2145"/>
                  </a:lnTo>
                  <a:close/>
                  <a:moveTo>
                    <a:pt x="3684" y="2145"/>
                  </a:moveTo>
                  <a:lnTo>
                    <a:pt x="3684" y="2937"/>
                  </a:lnTo>
                  <a:lnTo>
                    <a:pt x="2891" y="2937"/>
                  </a:lnTo>
                  <a:lnTo>
                    <a:pt x="2891" y="2145"/>
                  </a:lnTo>
                  <a:close/>
                  <a:moveTo>
                    <a:pt x="5268" y="2145"/>
                  </a:moveTo>
                  <a:lnTo>
                    <a:pt x="5268" y="2937"/>
                  </a:lnTo>
                  <a:lnTo>
                    <a:pt x="4476" y="2937"/>
                  </a:lnTo>
                  <a:lnTo>
                    <a:pt x="4476" y="2145"/>
                  </a:lnTo>
                  <a:close/>
                  <a:moveTo>
                    <a:pt x="3078" y="0"/>
                  </a:moveTo>
                  <a:lnTo>
                    <a:pt x="3078" y="1119"/>
                  </a:lnTo>
                  <a:lnTo>
                    <a:pt x="1" y="1119"/>
                  </a:lnTo>
                  <a:lnTo>
                    <a:pt x="1" y="4662"/>
                  </a:lnTo>
                  <a:lnTo>
                    <a:pt x="2984" y="4662"/>
                  </a:lnTo>
                  <a:lnTo>
                    <a:pt x="4942" y="6060"/>
                  </a:lnTo>
                  <a:lnTo>
                    <a:pt x="4942" y="4662"/>
                  </a:lnTo>
                  <a:lnTo>
                    <a:pt x="6527" y="4662"/>
                  </a:lnTo>
                  <a:lnTo>
                    <a:pt x="65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3" name="Google Shape;1508;p47"/>
            <p:cNvSpPr>
              <a:spLocks noGrp="1"/>
            </p:cNvSpPr>
            <p:nvPr/>
          </p:nvSpPr>
          <p:spPr>
            <a:xfrm>
              <a:off x="9671" y="7896"/>
              <a:ext cx="192" cy="170"/>
            </a:xfrm>
            <a:custGeom>
              <a:avLst/>
              <a:gdLst/>
              <a:ahLst/>
              <a:cxnLst/>
              <a:rect l="l" t="t" r="r" b="b"/>
              <a:pathLst>
                <a:path w="3684" h="3264">
                  <a:moveTo>
                    <a:pt x="0" y="1"/>
                  </a:moveTo>
                  <a:lnTo>
                    <a:pt x="0" y="3264"/>
                  </a:lnTo>
                  <a:lnTo>
                    <a:pt x="1446" y="3264"/>
                  </a:lnTo>
                  <a:lnTo>
                    <a:pt x="1446" y="1213"/>
                  </a:lnTo>
                  <a:lnTo>
                    <a:pt x="2238" y="1213"/>
                  </a:lnTo>
                  <a:lnTo>
                    <a:pt x="2238" y="3264"/>
                  </a:lnTo>
                  <a:lnTo>
                    <a:pt x="3683" y="3264"/>
                  </a:lnTo>
                  <a:lnTo>
                    <a:pt x="36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4" name="Google Shape;1509;p47"/>
            <p:cNvSpPr>
              <a:spLocks noGrp="1"/>
            </p:cNvSpPr>
            <p:nvPr/>
          </p:nvSpPr>
          <p:spPr>
            <a:xfrm>
              <a:off x="9384" y="7954"/>
              <a:ext cx="318" cy="314"/>
            </a:xfrm>
            <a:custGeom>
              <a:avLst/>
              <a:gdLst/>
              <a:ahLst/>
              <a:cxnLst/>
              <a:rect l="l" t="t" r="r" b="b"/>
              <a:pathLst>
                <a:path w="6108" h="6014">
                  <a:moveTo>
                    <a:pt x="1" y="0"/>
                  </a:moveTo>
                  <a:lnTo>
                    <a:pt x="1" y="4662"/>
                  </a:lnTo>
                  <a:lnTo>
                    <a:pt x="1586" y="4662"/>
                  </a:lnTo>
                  <a:lnTo>
                    <a:pt x="1586" y="6014"/>
                  </a:lnTo>
                  <a:lnTo>
                    <a:pt x="3544" y="4662"/>
                  </a:lnTo>
                  <a:lnTo>
                    <a:pt x="6107" y="4662"/>
                  </a:lnTo>
                  <a:lnTo>
                    <a:pt x="6107" y="2937"/>
                  </a:lnTo>
                  <a:lnTo>
                    <a:pt x="4709" y="2937"/>
                  </a:lnTo>
                  <a:lnTo>
                    <a:pt x="47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5" name="Google Shape;1510;p47"/>
            <p:cNvSpPr>
              <a:spLocks noGrp="1"/>
            </p:cNvSpPr>
            <p:nvPr/>
          </p:nvSpPr>
          <p:spPr>
            <a:xfrm>
              <a:off x="9681" y="7740"/>
              <a:ext cx="168" cy="114"/>
            </a:xfrm>
            <a:custGeom>
              <a:avLst/>
              <a:gdLst/>
              <a:ahLst/>
              <a:cxnLst/>
              <a:rect l="l" t="t" r="r" b="b"/>
              <a:pathLst>
                <a:path w="3218" h="2192">
                  <a:moveTo>
                    <a:pt x="1586" y="0"/>
                  </a:moveTo>
                  <a:lnTo>
                    <a:pt x="1260" y="47"/>
                  </a:lnTo>
                  <a:lnTo>
                    <a:pt x="980" y="140"/>
                  </a:lnTo>
                  <a:lnTo>
                    <a:pt x="700" y="280"/>
                  </a:lnTo>
                  <a:lnTo>
                    <a:pt x="467" y="466"/>
                  </a:lnTo>
                  <a:lnTo>
                    <a:pt x="281" y="699"/>
                  </a:lnTo>
                  <a:lnTo>
                    <a:pt x="141" y="979"/>
                  </a:lnTo>
                  <a:lnTo>
                    <a:pt x="48" y="1259"/>
                  </a:lnTo>
                  <a:lnTo>
                    <a:pt x="1" y="1585"/>
                  </a:lnTo>
                  <a:lnTo>
                    <a:pt x="1" y="2191"/>
                  </a:lnTo>
                  <a:lnTo>
                    <a:pt x="793" y="2191"/>
                  </a:lnTo>
                  <a:lnTo>
                    <a:pt x="793" y="1585"/>
                  </a:lnTo>
                  <a:lnTo>
                    <a:pt x="793" y="1445"/>
                  </a:lnTo>
                  <a:lnTo>
                    <a:pt x="840" y="1305"/>
                  </a:lnTo>
                  <a:lnTo>
                    <a:pt x="933" y="1166"/>
                  </a:lnTo>
                  <a:lnTo>
                    <a:pt x="1026" y="1026"/>
                  </a:lnTo>
                  <a:lnTo>
                    <a:pt x="1120" y="933"/>
                  </a:lnTo>
                  <a:lnTo>
                    <a:pt x="1260" y="839"/>
                  </a:lnTo>
                  <a:lnTo>
                    <a:pt x="1446" y="793"/>
                  </a:lnTo>
                  <a:lnTo>
                    <a:pt x="1772" y="793"/>
                  </a:lnTo>
                  <a:lnTo>
                    <a:pt x="1912" y="839"/>
                  </a:lnTo>
                  <a:lnTo>
                    <a:pt x="2052" y="933"/>
                  </a:lnTo>
                  <a:lnTo>
                    <a:pt x="2192" y="1026"/>
                  </a:lnTo>
                  <a:lnTo>
                    <a:pt x="2285" y="1166"/>
                  </a:lnTo>
                  <a:lnTo>
                    <a:pt x="2332" y="1305"/>
                  </a:lnTo>
                  <a:lnTo>
                    <a:pt x="2378" y="1445"/>
                  </a:lnTo>
                  <a:lnTo>
                    <a:pt x="2425" y="1585"/>
                  </a:lnTo>
                  <a:lnTo>
                    <a:pt x="2425" y="2191"/>
                  </a:lnTo>
                  <a:lnTo>
                    <a:pt x="3217" y="2191"/>
                  </a:lnTo>
                  <a:lnTo>
                    <a:pt x="3217" y="1585"/>
                  </a:lnTo>
                  <a:lnTo>
                    <a:pt x="3171" y="1259"/>
                  </a:lnTo>
                  <a:lnTo>
                    <a:pt x="3078" y="979"/>
                  </a:lnTo>
                  <a:lnTo>
                    <a:pt x="2938" y="699"/>
                  </a:lnTo>
                  <a:lnTo>
                    <a:pt x="2751" y="466"/>
                  </a:lnTo>
                  <a:lnTo>
                    <a:pt x="2518" y="280"/>
                  </a:lnTo>
                  <a:lnTo>
                    <a:pt x="2238" y="140"/>
                  </a:lnTo>
                  <a:lnTo>
                    <a:pt x="1912" y="47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7" name="标题首行"/>
          <p:cNvSpPr>
            <a:spLocks noGrp="1"/>
          </p:cNvSpPr>
          <p:nvPr/>
        </p:nvSpPr>
        <p:spPr>
          <a:xfrm>
            <a:off x="1431290" y="1268730"/>
            <a:ext cx="9328785" cy="546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0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AI安全风险持续演化</a:t>
            </a:r>
            <a:r>
              <a:rPr lang="en-US" sz="3200" b="0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 </a:t>
            </a:r>
            <a:r>
              <a:rPr sz="3200" b="0"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+mn-ea"/>
              </a:rPr>
              <a:t>传统情报处理亟需智能化升级</a:t>
            </a:r>
            <a:endParaRPr lang="en-US" sz="3200" b="0">
              <a:solidFill>
                <a:srgbClr val="FFFFFF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2028" name="标题次行"/>
          <p:cNvSpPr>
            <a:spLocks noGrp="1"/>
          </p:cNvSpPr>
          <p:nvPr/>
        </p:nvSpPr>
        <p:spPr>
          <a:xfrm>
            <a:off x="1181100" y="1789430"/>
            <a:ext cx="10160000" cy="546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0" name="指标头"/>
          <p:cNvSpPr>
            <a:spLocks noGrp="1"/>
          </p:cNvSpPr>
          <p:nvPr/>
        </p:nvSpPr>
        <p:spPr>
          <a:xfrm>
            <a:off x="9470390" y="1892300"/>
            <a:ext cx="1270000" cy="241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优秀档目标</a:t>
            </a:r>
            <a:endParaRPr sz="11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31" name="编号01"/>
          <p:cNvSpPr>
            <a:spLocks noGrp="1"/>
          </p:cNvSpPr>
          <p:nvPr/>
        </p:nvSpPr>
        <p:spPr>
          <a:xfrm>
            <a:off x="1320800" y="2120900"/>
            <a:ext cx="8382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00" b="0">
                <a:solidFill>
                  <a:srgbClr val="FF5825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01</a:t>
            </a:r>
            <a:endParaRPr sz="4300" b="0">
              <a:solidFill>
                <a:srgbClr val="FF5825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2032" name="痛点01"/>
          <p:cNvSpPr>
            <a:spLocks noGrp="1"/>
          </p:cNvSpPr>
          <p:nvPr/>
        </p:nvSpPr>
        <p:spPr>
          <a:xfrm>
            <a:off x="2374900" y="2133600"/>
            <a:ext cx="30226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来源分散</a:t>
            </a:r>
            <a:endParaRPr sz="23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33" name="痛点说明01"/>
          <p:cNvSpPr>
            <a:spLocks noGrp="1"/>
          </p:cNvSpPr>
          <p:nvPr/>
        </p:nvSpPr>
        <p:spPr>
          <a:xfrm>
            <a:off x="2387600" y="2578100"/>
            <a:ext cx="3086100" cy="52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多渠道信息难以持续获取</a:t>
            </a:r>
            <a:endParaRPr sz="16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人工采集整理易遗漏</a:t>
            </a:r>
            <a:endParaRPr sz="16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34" name="需求对应01"/>
          <p:cNvSpPr>
            <a:spLocks noGrp="1"/>
          </p:cNvSpPr>
          <p:nvPr/>
        </p:nvSpPr>
        <p:spPr>
          <a:xfrm>
            <a:off x="5026660" y="2286000"/>
            <a:ext cx="50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5" name="需求01"/>
          <p:cNvSpPr>
            <a:spLocks noGrp="1"/>
          </p:cNvSpPr>
          <p:nvPr/>
        </p:nvSpPr>
        <p:spPr>
          <a:xfrm>
            <a:off x="6765290" y="2133600"/>
            <a:ext cx="29591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多源自动监测</a:t>
            </a:r>
            <a:endParaRPr sz="23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36" name="需求说明01"/>
          <p:cNvSpPr>
            <a:spLocks noGrp="1"/>
          </p:cNvSpPr>
          <p:nvPr/>
        </p:nvSpPr>
        <p:spPr>
          <a:xfrm>
            <a:off x="6777990" y="2578100"/>
            <a:ext cx="2895600" cy="52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多源接入与规范去重</a:t>
            </a:r>
            <a:endParaRPr sz="16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持续监测、增量更新</a:t>
            </a:r>
            <a:endParaRPr sz="16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37" name="指标01"/>
          <p:cNvSpPr>
            <a:spLocks noGrp="1"/>
          </p:cNvSpPr>
          <p:nvPr/>
        </p:nvSpPr>
        <p:spPr>
          <a:xfrm>
            <a:off x="9418320" y="2235200"/>
            <a:ext cx="12954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≥7 类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8" name="指标说明01"/>
          <p:cNvSpPr>
            <a:spLocks noGrp="1"/>
          </p:cNvSpPr>
          <p:nvPr/>
        </p:nvSpPr>
        <p:spPr>
          <a:xfrm>
            <a:off x="9329420" y="2743200"/>
            <a:ext cx="1665605" cy="3562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数据源，含实时监测</a:t>
            </a:r>
            <a:endParaRPr sz="14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40" name="编号02"/>
          <p:cNvSpPr>
            <a:spLocks noGrp="1"/>
          </p:cNvSpPr>
          <p:nvPr/>
        </p:nvSpPr>
        <p:spPr>
          <a:xfrm>
            <a:off x="1320800" y="3473450"/>
            <a:ext cx="8382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00" b="0">
                <a:solidFill>
                  <a:srgbClr val="FF5825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02</a:t>
            </a:r>
            <a:endParaRPr sz="4300" b="0">
              <a:solidFill>
                <a:srgbClr val="FF5825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2041" name="痛点02"/>
          <p:cNvSpPr>
            <a:spLocks noGrp="1"/>
          </p:cNvSpPr>
          <p:nvPr/>
        </p:nvSpPr>
        <p:spPr>
          <a:xfrm>
            <a:off x="2374900" y="3486150"/>
            <a:ext cx="30226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关联不足</a:t>
            </a:r>
            <a:endParaRPr sz="23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42" name="痛点说明02"/>
          <p:cNvSpPr>
            <a:spLocks noGrp="1"/>
          </p:cNvSpPr>
          <p:nvPr/>
        </p:nvSpPr>
        <p:spPr>
          <a:xfrm>
            <a:off x="2387600" y="3930650"/>
            <a:ext cx="3086100" cy="52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孤立漏洞公告难以支撑</a:t>
            </a:r>
            <a:endParaRPr sz="16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完整的安全风险分析</a:t>
            </a:r>
            <a:endParaRPr sz="16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43" name="需求对应02"/>
          <p:cNvSpPr>
            <a:spLocks noGrp="1"/>
          </p:cNvSpPr>
          <p:nvPr/>
        </p:nvSpPr>
        <p:spPr>
          <a:xfrm>
            <a:off x="5026660" y="3638550"/>
            <a:ext cx="50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4" name="需求02"/>
          <p:cNvSpPr>
            <a:spLocks noGrp="1"/>
          </p:cNvSpPr>
          <p:nvPr/>
        </p:nvSpPr>
        <p:spPr>
          <a:xfrm>
            <a:off x="6765290" y="3486150"/>
            <a:ext cx="29591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多维情报富化</a:t>
            </a:r>
            <a:endParaRPr sz="23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45" name="需求说明02"/>
          <p:cNvSpPr>
            <a:spLocks noGrp="1"/>
          </p:cNvSpPr>
          <p:nvPr/>
        </p:nvSpPr>
        <p:spPr>
          <a:xfrm>
            <a:off x="6777990" y="3930650"/>
            <a:ext cx="2895600" cy="52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关联资产、PoC 与风险评分</a:t>
            </a:r>
            <a:endParaRPr sz="16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补充攻击知识与来源证据</a:t>
            </a:r>
            <a:endParaRPr sz="16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46" name="指标02"/>
          <p:cNvSpPr>
            <a:spLocks noGrp="1"/>
          </p:cNvSpPr>
          <p:nvPr/>
        </p:nvSpPr>
        <p:spPr>
          <a:xfrm>
            <a:off x="9418320" y="3587750"/>
            <a:ext cx="12954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≥95%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7" name="指标说明02"/>
          <p:cNvSpPr>
            <a:spLocks noGrp="1"/>
          </p:cNvSpPr>
          <p:nvPr/>
        </p:nvSpPr>
        <p:spPr>
          <a:xfrm>
            <a:off x="9329420" y="4095750"/>
            <a:ext cx="14605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情报富化准确率</a:t>
            </a:r>
            <a:endParaRPr sz="14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49" name="编号03"/>
          <p:cNvSpPr>
            <a:spLocks noGrp="1"/>
          </p:cNvSpPr>
          <p:nvPr/>
        </p:nvSpPr>
        <p:spPr>
          <a:xfrm>
            <a:off x="1320800" y="4826000"/>
            <a:ext cx="8382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2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2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00" b="0">
                <a:solidFill>
                  <a:srgbClr val="FF5825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03</a:t>
            </a:r>
            <a:endParaRPr sz="4300" b="0">
              <a:solidFill>
                <a:srgbClr val="FF5825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2050" name="痛点03"/>
          <p:cNvSpPr>
            <a:spLocks noGrp="1"/>
          </p:cNvSpPr>
          <p:nvPr/>
        </p:nvSpPr>
        <p:spPr>
          <a:xfrm>
            <a:off x="2374900" y="4838700"/>
            <a:ext cx="30226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研判低效</a:t>
            </a:r>
            <a:endParaRPr sz="23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1" name="痛点说明03"/>
          <p:cNvSpPr>
            <a:spLocks noGrp="1"/>
          </p:cNvSpPr>
          <p:nvPr/>
        </p:nvSpPr>
        <p:spPr>
          <a:xfrm>
            <a:off x="2387600" y="5283200"/>
            <a:ext cx="3086100" cy="52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复杂安全查询难以完成</a:t>
            </a:r>
            <a:endParaRPr sz="16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跨文档关联与深入分析</a:t>
            </a:r>
            <a:endParaRPr sz="16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2" name="需求对应03"/>
          <p:cNvSpPr>
            <a:spLocks noGrp="1"/>
          </p:cNvSpPr>
          <p:nvPr/>
        </p:nvSpPr>
        <p:spPr>
          <a:xfrm>
            <a:off x="5026660" y="4991100"/>
            <a:ext cx="50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2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2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3" name="需求03"/>
          <p:cNvSpPr>
            <a:spLocks noGrp="1"/>
          </p:cNvSpPr>
          <p:nvPr/>
        </p:nvSpPr>
        <p:spPr>
          <a:xfrm>
            <a:off x="6765290" y="4838700"/>
            <a:ext cx="29591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智能关联问答</a:t>
            </a:r>
            <a:endParaRPr sz="23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4" name="需求说明03"/>
          <p:cNvSpPr>
            <a:spLocks noGrp="1"/>
          </p:cNvSpPr>
          <p:nvPr/>
        </p:nvSpPr>
        <p:spPr>
          <a:xfrm>
            <a:off x="6744970" y="5283200"/>
            <a:ext cx="2190115" cy="52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自然语言检索与交互</a:t>
            </a:r>
            <a:endParaRPr sz="16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跨文档关联、多跳推理</a:t>
            </a:r>
            <a:endParaRPr sz="160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5" name="指标03"/>
          <p:cNvSpPr>
            <a:spLocks noGrp="1"/>
          </p:cNvSpPr>
          <p:nvPr/>
        </p:nvSpPr>
        <p:spPr>
          <a:xfrm>
            <a:off x="9418320" y="4940300"/>
            <a:ext cx="12954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≥85%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6" name="指标说明03"/>
          <p:cNvSpPr>
            <a:spLocks noGrp="1"/>
          </p:cNvSpPr>
          <p:nvPr/>
        </p:nvSpPr>
        <p:spPr>
          <a:xfrm>
            <a:off x="9329420" y="5448300"/>
            <a:ext cx="14605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多跳推理准确率</a:t>
            </a:r>
            <a:endParaRPr sz="14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8" name="直接连接符 2057"/>
          <p:cNvSpPr>
            <a:spLocks noGrp="1"/>
          </p:cNvSpPr>
          <p:nvPr/>
        </p:nvSpPr>
        <p:spPr>
          <a:xfrm>
            <a:off x="1016000" y="6163310"/>
            <a:ext cx="10223500" cy="0"/>
          </a:xfrm>
          <a:prstGeom prst="line">
            <a:avLst/>
          </a:prstGeom>
          <a:noFill/>
          <a:ln w="9525">
            <a:solidFill>
              <a:srgbClr val="A46445"/>
            </a:solidFill>
          </a:ln>
        </p:spPr>
      </p:sp>
      <p:sp>
        <p:nvSpPr>
          <p:cNvPr id="2059" name="系统名"/>
          <p:cNvSpPr>
            <a:spLocks noGrp="1"/>
          </p:cNvSpPr>
          <p:nvPr/>
        </p:nvSpPr>
        <p:spPr>
          <a:xfrm>
            <a:off x="2921000" y="626745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SecAgent</a:t>
            </a:r>
            <a:endParaRPr sz="25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0" name="系统主线"/>
          <p:cNvSpPr>
            <a:spLocks noGrp="1"/>
          </p:cNvSpPr>
          <p:nvPr/>
        </p:nvSpPr>
        <p:spPr>
          <a:xfrm>
            <a:off x="3492500" y="6280150"/>
            <a:ext cx="77470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自动采集 → 可信富化 → 知识融合 → 智能研判</a:t>
            </a:r>
            <a:endParaRPr sz="17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50290" y="411480"/>
            <a:ext cx="4390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项目背景与</a:t>
            </a:r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需求分析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608580" y="883285"/>
            <a:ext cx="5481320" cy="280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PROJECT BACKGROUND AND REQUIREMENTS ANALYSIS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5354320" y="704215"/>
            <a:ext cx="6302375" cy="254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1" name="文本框 220"/>
          <p:cNvSpPr txBox="1"/>
          <p:nvPr/>
        </p:nvSpPr>
        <p:spPr>
          <a:xfrm>
            <a:off x="45085" y="69850"/>
            <a:ext cx="970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未完成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7" name="Google Shape;1057;p40"/>
          <p:cNvGrpSpPr/>
          <p:nvPr/>
        </p:nvGrpSpPr>
        <p:grpSpPr>
          <a:xfrm>
            <a:off x="1101090" y="1848485"/>
            <a:ext cx="2186940" cy="4639945"/>
            <a:chOff x="3796173" y="1128502"/>
            <a:chExt cx="1551654" cy="3149588"/>
          </a:xfrm>
        </p:grpSpPr>
        <p:sp>
          <p:nvSpPr>
            <p:cNvPr id="1058" name="Google Shape;1058;p40"/>
            <p:cNvSpPr/>
            <p:nvPr/>
          </p:nvSpPr>
          <p:spPr>
            <a:xfrm>
              <a:off x="3868210" y="1282868"/>
              <a:ext cx="1407579" cy="2685758"/>
            </a:xfrm>
            <a:custGeom>
              <a:avLst/>
              <a:gdLst/>
              <a:ahLst/>
              <a:cxnLst/>
              <a:rect l="l" t="t" r="r" b="b"/>
              <a:pathLst>
                <a:path w="84552" h="161331" extrusionOk="0">
                  <a:moveTo>
                    <a:pt x="1" y="1"/>
                  </a:moveTo>
                  <a:lnTo>
                    <a:pt x="1" y="161331"/>
                  </a:lnTo>
                  <a:lnTo>
                    <a:pt x="84551" y="161331"/>
                  </a:lnTo>
                  <a:lnTo>
                    <a:pt x="8455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059" name="Google Shape;1059;p40"/>
            <p:cNvGrpSpPr/>
            <p:nvPr/>
          </p:nvGrpSpPr>
          <p:grpSpPr>
            <a:xfrm>
              <a:off x="3796173" y="1128502"/>
              <a:ext cx="1551654" cy="3149588"/>
              <a:chOff x="5186401" y="494525"/>
              <a:chExt cx="1834973" cy="3724678"/>
            </a:xfrm>
          </p:grpSpPr>
          <p:sp>
            <p:nvSpPr>
              <p:cNvPr id="1060" name="Google Shape;1060;p40"/>
              <p:cNvSpPr/>
              <p:nvPr/>
            </p:nvSpPr>
            <p:spPr>
              <a:xfrm>
                <a:off x="5186401" y="494525"/>
                <a:ext cx="1834973" cy="3724678"/>
              </a:xfrm>
              <a:custGeom>
                <a:avLst/>
                <a:gdLst/>
                <a:ahLst/>
                <a:cxnLst/>
                <a:rect l="l" t="t" r="r" b="b"/>
                <a:pathLst>
                  <a:path w="93205" h="189190" extrusionOk="0">
                    <a:moveTo>
                      <a:pt x="2870" y="0"/>
                    </a:moveTo>
                    <a:cubicBezTo>
                      <a:pt x="1280" y="0"/>
                      <a:pt x="0" y="1280"/>
                      <a:pt x="0" y="2914"/>
                    </a:cubicBezTo>
                    <a:lnTo>
                      <a:pt x="0" y="186320"/>
                    </a:lnTo>
                    <a:cubicBezTo>
                      <a:pt x="0" y="187909"/>
                      <a:pt x="1280" y="189190"/>
                      <a:pt x="2870" y="189190"/>
                    </a:cubicBezTo>
                    <a:lnTo>
                      <a:pt x="90334" y="189190"/>
                    </a:lnTo>
                    <a:cubicBezTo>
                      <a:pt x="91924" y="189190"/>
                      <a:pt x="93204" y="187909"/>
                      <a:pt x="93204" y="186320"/>
                    </a:cubicBezTo>
                    <a:lnTo>
                      <a:pt x="93204" y="2914"/>
                    </a:lnTo>
                    <a:cubicBezTo>
                      <a:pt x="93204" y="1280"/>
                      <a:pt x="91924" y="0"/>
                      <a:pt x="9033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  <a:effectLst>
                <a:outerShdw blurRad="142875" dist="95250" dir="4200000" algn="b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061" name="Google Shape;1061;p40"/>
              <p:cNvSpPr/>
              <p:nvPr/>
            </p:nvSpPr>
            <p:spPr>
              <a:xfrm>
                <a:off x="5890455" y="3969678"/>
                <a:ext cx="458108" cy="154724"/>
              </a:xfrm>
              <a:custGeom>
                <a:avLst/>
                <a:gdLst/>
                <a:ahLst/>
                <a:cxnLst/>
                <a:rect l="l" t="t" r="r" b="b"/>
                <a:pathLst>
                  <a:path w="23269" h="7859" extrusionOk="0">
                    <a:moveTo>
                      <a:pt x="796" y="0"/>
                    </a:moveTo>
                    <a:cubicBezTo>
                      <a:pt x="354" y="0"/>
                      <a:pt x="1" y="353"/>
                      <a:pt x="1" y="751"/>
                    </a:cubicBezTo>
                    <a:lnTo>
                      <a:pt x="1" y="7064"/>
                    </a:lnTo>
                    <a:cubicBezTo>
                      <a:pt x="1" y="7506"/>
                      <a:pt x="354" y="7859"/>
                      <a:pt x="796" y="7859"/>
                    </a:cubicBezTo>
                    <a:lnTo>
                      <a:pt x="22474" y="7859"/>
                    </a:lnTo>
                    <a:cubicBezTo>
                      <a:pt x="22916" y="7859"/>
                      <a:pt x="23269" y="7506"/>
                      <a:pt x="23269" y="7064"/>
                    </a:cubicBezTo>
                    <a:lnTo>
                      <a:pt x="23269" y="751"/>
                    </a:lnTo>
                    <a:cubicBezTo>
                      <a:pt x="23269" y="353"/>
                      <a:pt x="22916" y="0"/>
                      <a:pt x="224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1062" name="Google Shape;1062;p40"/>
          <p:cNvSpPr txBox="1"/>
          <p:nvPr>
            <p:ph type="title"/>
          </p:nvPr>
        </p:nvSpPr>
        <p:spPr>
          <a:xfrm>
            <a:off x="1283215" y="1041400"/>
            <a:ext cx="10272000" cy="73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>
                <a:latin typeface="优设标题黑" panose="00000500000000000000" charset="-122"/>
                <a:ea typeface="优设标题黑" panose="00000500000000000000" charset="-122"/>
              </a:rPr>
              <a:t>分层解耦，智能编排，协同运行。</a:t>
            </a:r>
            <a:endParaRPr lang="zh-CN" altLang="en-US" sz="3600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1063" name="Google Shape;1063;p40"/>
          <p:cNvSpPr txBox="1"/>
          <p:nvPr>
            <p:custDataLst>
              <p:tags r:id="rId1"/>
            </p:custDataLst>
          </p:nvPr>
        </p:nvSpPr>
        <p:spPr>
          <a:xfrm>
            <a:off x="3681730" y="2040890"/>
            <a:ext cx="573468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01 </a:t>
            </a:r>
            <a:r>
              <a:rPr lang="zh-CN" altLang="en-US" sz="2800" kern="0">
                <a:solidFill>
                  <a:schemeClr val="lt1"/>
                </a:solidFill>
                <a:latin typeface="优设标题黑" panose="00000500000000000000" charset="-122"/>
                <a:ea typeface="优设标题黑" panose="00000500000000000000" charset="-122"/>
                <a:cs typeface="Montserrat Black"/>
                <a:sym typeface="Montserrat Black"/>
              </a:rPr>
              <a:t>表现交互层</a:t>
            </a:r>
            <a:r>
              <a:rPr lang="en-US" altLang="zh-CN" sz="2400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altLang="zh-CN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PRESENTATION</a:t>
            </a:r>
            <a:endParaRPr lang="en-US" altLang="zh-CN" b="1" kern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65" name="Google Shape;1065;p40"/>
          <p:cNvSpPr txBox="1"/>
          <p:nvPr>
            <p:custDataLst>
              <p:tags r:id="rId2"/>
            </p:custDataLst>
          </p:nvPr>
        </p:nvSpPr>
        <p:spPr>
          <a:xfrm>
            <a:off x="3683635" y="3212465"/>
            <a:ext cx="765048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02 </a:t>
            </a:r>
            <a:r>
              <a:rPr lang="zh-CN" altLang="en-US" sz="2800" kern="0">
                <a:solidFill>
                  <a:schemeClr val="lt1"/>
                </a:solidFill>
                <a:latin typeface="优设标题黑" panose="00000500000000000000" charset="-122"/>
                <a:ea typeface="优设标题黑" panose="00000500000000000000" charset="-122"/>
                <a:cs typeface="Montserrat Black"/>
                <a:sym typeface="Montserrat Black"/>
              </a:rPr>
              <a:t>智能体编排层</a:t>
            </a:r>
            <a:r>
              <a:rPr lang="en-US" altLang="zh-CN" sz="2265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altLang="zh-CN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AGENT ORCHESTRATION</a:t>
            </a:r>
            <a:endParaRPr lang="en-US" altLang="zh-CN" b="1" kern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66" name="Google Shape;1066;p40"/>
          <p:cNvSpPr txBox="1"/>
          <p:nvPr>
            <p:custDataLst>
              <p:tags r:id="rId3"/>
            </p:custDataLst>
          </p:nvPr>
        </p:nvSpPr>
        <p:spPr>
          <a:xfrm>
            <a:off x="3683635" y="2364105"/>
            <a:ext cx="5903595" cy="60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kern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Hind"/>
              </a:rPr>
              <a:t>值班台|情报检索|漏洞详情|智能问答|知识图谱</a:t>
            </a:r>
            <a:endParaRPr lang="zh-CN" altLang="en-US" sz="2000" kern="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Hind"/>
            </a:endParaRPr>
          </a:p>
        </p:txBody>
      </p:sp>
      <p:sp>
        <p:nvSpPr>
          <p:cNvPr id="1068" name="Google Shape;1068;p40"/>
          <p:cNvSpPr txBox="1"/>
          <p:nvPr>
            <p:custDataLst>
              <p:tags r:id="rId4"/>
            </p:custDataLst>
          </p:nvPr>
        </p:nvSpPr>
        <p:spPr>
          <a:xfrm>
            <a:off x="3683635" y="3499485"/>
            <a:ext cx="6018530" cy="38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kern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Hind"/>
              </a:rPr>
              <a:t>周期任务 </a:t>
            </a:r>
            <a:r>
              <a:rPr lang="en-US" altLang="zh-CN" sz="2000" kern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Hind"/>
              </a:rPr>
              <a:t>DAG | QueryAgent | AnalystAgent</a:t>
            </a:r>
            <a:endParaRPr lang="en-US" altLang="zh-CN" sz="2000" kern="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Hind"/>
            </a:endParaRPr>
          </a:p>
        </p:txBody>
      </p:sp>
      <p:pic>
        <p:nvPicPr>
          <p:cNvPr id="1069" name="Google Shape;1069;p40"/>
          <p:cNvPicPr preferRelativeResize="0"/>
          <p:nvPr>
            <p:ph type="pic" idx="2"/>
          </p:nvPr>
        </p:nvPicPr>
        <p:blipFill rotWithShape="1">
          <a:blip r:embed="rId5"/>
          <a:srcRect l="23543" r="49216"/>
          <a:stretch>
            <a:fillRect/>
          </a:stretch>
        </p:blipFill>
        <p:spPr>
          <a:xfrm>
            <a:off x="1283335" y="2054225"/>
            <a:ext cx="1821815" cy="397891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cxnSp>
        <p:nvCxnSpPr>
          <p:cNvPr id="1070" name="Google Shape;1070;p40"/>
          <p:cNvCxnSpPr>
            <a:stCxn id="1071" idx="2"/>
            <a:endCxn id="1072" idx="6"/>
          </p:cNvCxnSpPr>
          <p:nvPr/>
        </p:nvCxnSpPr>
        <p:spPr>
          <a:xfrm rot="10800000">
            <a:off x="2432050" y="2206625"/>
            <a:ext cx="1091565" cy="158115"/>
          </a:xfrm>
          <a:prstGeom prst="bentConnector3">
            <a:avLst>
              <a:gd name="adj1" fmla="val 4997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6" name="Google Shape;1076;p40"/>
          <p:cNvCxnSpPr>
            <a:stCxn id="1077" idx="2"/>
            <a:endCxn id="1078" idx="6"/>
          </p:cNvCxnSpPr>
          <p:nvPr/>
        </p:nvCxnSpPr>
        <p:spPr>
          <a:xfrm flipH="1">
            <a:off x="2543867" y="3375011"/>
            <a:ext cx="979600" cy="155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72" name="Google Shape;1072;p40"/>
          <p:cNvPicPr preferRelativeResize="0"/>
          <p:nvPr/>
        </p:nvPicPr>
        <p:blipFill rotWithShape="1">
          <a:blip r:embed="rId6"/>
          <a:srcRect l="32935" b="32935"/>
          <a:stretch>
            <a:fillRect/>
          </a:stretch>
        </p:blipFill>
        <p:spPr>
          <a:xfrm>
            <a:off x="2273864" y="2127117"/>
            <a:ext cx="158400" cy="1584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78" name="Google Shape;1078;p40"/>
          <p:cNvPicPr preferRelativeResize="0"/>
          <p:nvPr/>
        </p:nvPicPr>
        <p:blipFill rotWithShape="1">
          <a:blip r:embed="rId6"/>
          <a:srcRect l="32935" b="32935"/>
          <a:stretch>
            <a:fillRect/>
          </a:stretch>
        </p:blipFill>
        <p:spPr>
          <a:xfrm>
            <a:off x="2385464" y="3451511"/>
            <a:ext cx="158400" cy="1584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79" name="Google Shape;1079;p40"/>
          <p:cNvPicPr preferRelativeResize="0"/>
          <p:nvPr/>
        </p:nvPicPr>
        <p:blipFill rotWithShape="1">
          <a:blip r:embed="rId6"/>
          <a:srcRect l="32935" b="32935"/>
          <a:stretch>
            <a:fillRect/>
          </a:stretch>
        </p:blipFill>
        <p:spPr>
          <a:xfrm>
            <a:off x="2227264" y="4867356"/>
            <a:ext cx="158400" cy="1584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71" name="Google Shape;1071;p40"/>
          <p:cNvPicPr preferRelativeResize="0"/>
          <p:nvPr>
            <p:custDataLst>
              <p:tags r:id="rId7"/>
            </p:custDataLst>
          </p:nvPr>
        </p:nvPicPr>
        <p:blipFill rotWithShape="1">
          <a:blip r:embed="rId6"/>
          <a:srcRect l="32935" b="32935"/>
          <a:stretch>
            <a:fillRect/>
          </a:stretch>
        </p:blipFill>
        <p:spPr>
          <a:xfrm>
            <a:off x="3523467" y="2285527"/>
            <a:ext cx="158400" cy="1584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77" name="Google Shape;1077;p40"/>
          <p:cNvPicPr preferRelativeResize="0"/>
          <p:nvPr>
            <p:custDataLst>
              <p:tags r:id="rId8"/>
            </p:custDataLst>
          </p:nvPr>
        </p:nvPicPr>
        <p:blipFill rotWithShape="1">
          <a:blip r:embed="rId6"/>
          <a:srcRect l="32935" b="32935"/>
          <a:stretch>
            <a:fillRect/>
          </a:stretch>
        </p:blipFill>
        <p:spPr>
          <a:xfrm>
            <a:off x="3523467" y="3295811"/>
            <a:ext cx="158400" cy="1584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83" name="Google Shape;1083;p40"/>
          <p:cNvSpPr txBox="1"/>
          <p:nvPr>
            <p:custDataLst>
              <p:tags r:id="rId9"/>
            </p:custDataLst>
          </p:nvPr>
        </p:nvSpPr>
        <p:spPr>
          <a:xfrm>
            <a:off x="3681730" y="4288790"/>
            <a:ext cx="7086600" cy="66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03 </a:t>
            </a:r>
            <a:r>
              <a:rPr lang="zh-CN" altLang="en-US" sz="2800" kern="0">
                <a:solidFill>
                  <a:schemeClr val="lt1"/>
                </a:solidFill>
                <a:latin typeface="优设标题黑" panose="00000500000000000000" charset="-122"/>
                <a:ea typeface="优设标题黑" panose="00000500000000000000" charset="-122"/>
                <a:cs typeface="Montserrat Black"/>
                <a:sym typeface="Montserrat Black"/>
              </a:rPr>
              <a:t>核心业务服务层</a:t>
            </a:r>
            <a:r>
              <a:rPr lang="en-US" altLang="zh-CN" sz="2265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altLang="zh-CN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CORE SERVICES</a:t>
            </a:r>
            <a:endParaRPr lang="en-US" altLang="zh-CN" b="1" kern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84" name="Google Shape;1084;p40"/>
          <p:cNvSpPr txBox="1"/>
          <p:nvPr>
            <p:custDataLst>
              <p:tags r:id="rId10"/>
            </p:custDataLst>
          </p:nvPr>
        </p:nvSpPr>
        <p:spPr>
          <a:xfrm>
            <a:off x="3683635" y="4708525"/>
            <a:ext cx="6018530" cy="38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kern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Hind"/>
              </a:rPr>
              <a:t>情报监测 |情报富化|知识检索|关联分析</a:t>
            </a:r>
            <a:endParaRPr lang="zh-CN" altLang="en-US" sz="2000" kern="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Hind"/>
            </a:endParaRPr>
          </a:p>
        </p:txBody>
      </p:sp>
      <p:pic>
        <p:nvPicPr>
          <p:cNvPr id="1085" name="Google Shape;1085;p40"/>
          <p:cNvPicPr preferRelativeResize="0"/>
          <p:nvPr>
            <p:custDataLst>
              <p:tags r:id="rId11"/>
            </p:custDataLst>
          </p:nvPr>
        </p:nvPicPr>
        <p:blipFill rotWithShape="1">
          <a:blip r:embed="rId6"/>
          <a:srcRect l="32935" b="32935"/>
          <a:stretch>
            <a:fillRect/>
          </a:stretch>
        </p:blipFill>
        <p:spPr>
          <a:xfrm>
            <a:off x="3523467" y="4463056"/>
            <a:ext cx="158400" cy="1584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86" name="Google Shape;1086;p40"/>
          <p:cNvSpPr txBox="1"/>
          <p:nvPr>
            <p:custDataLst>
              <p:tags r:id="rId12"/>
            </p:custDataLst>
          </p:nvPr>
        </p:nvSpPr>
        <p:spPr>
          <a:xfrm>
            <a:off x="3683635" y="5585460"/>
            <a:ext cx="7186930" cy="591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04 </a:t>
            </a:r>
            <a:r>
              <a:rPr lang="zh-CN" altLang="en-US" sz="2800" kern="0">
                <a:solidFill>
                  <a:schemeClr val="lt1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  <a:sym typeface="Montserrat Black"/>
              </a:rPr>
              <a:t>数据存储与支撑层</a:t>
            </a:r>
            <a:r>
              <a:rPr lang="en-US" altLang="zh-CN" sz="2265" b="1" kern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Montserrat Black"/>
              </a:rPr>
              <a:t> </a:t>
            </a:r>
            <a:r>
              <a:rPr lang="en-US" altLang="zh-CN" b="1" kern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DATA &amp; INFRASTRUCTURE</a:t>
            </a:r>
            <a:endParaRPr lang="en-US" altLang="zh-CN" b="1" kern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87" name="Google Shape;1087;p40"/>
          <p:cNvSpPr txBox="1"/>
          <p:nvPr>
            <p:custDataLst>
              <p:tags r:id="rId13"/>
            </p:custDataLst>
          </p:nvPr>
        </p:nvSpPr>
        <p:spPr>
          <a:xfrm>
            <a:off x="3683635" y="5914390"/>
            <a:ext cx="6018530" cy="38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kern="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Hind"/>
              </a:rPr>
              <a:t>结构化数据|向量索引 |知识图谱|实时状态</a:t>
            </a:r>
            <a:endParaRPr lang="zh-CN" altLang="en-US" sz="2000" kern="0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Hind"/>
            </a:endParaRPr>
          </a:p>
        </p:txBody>
      </p:sp>
      <p:pic>
        <p:nvPicPr>
          <p:cNvPr id="1088" name="Google Shape;1088;p40"/>
          <p:cNvPicPr preferRelativeResize="0"/>
          <p:nvPr>
            <p:custDataLst>
              <p:tags r:id="rId14"/>
            </p:custDataLst>
          </p:nvPr>
        </p:nvPicPr>
        <p:blipFill rotWithShape="1">
          <a:blip r:embed="rId6"/>
          <a:srcRect l="32935" b="32935"/>
          <a:stretch>
            <a:fillRect/>
          </a:stretch>
        </p:blipFill>
        <p:spPr>
          <a:xfrm>
            <a:off x="3523467" y="5668915"/>
            <a:ext cx="158400" cy="1584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89" name="Google Shape;1089;p40"/>
          <p:cNvPicPr preferRelativeResize="0"/>
          <p:nvPr/>
        </p:nvPicPr>
        <p:blipFill rotWithShape="1">
          <a:blip r:embed="rId6"/>
          <a:srcRect l="32935" b="32935"/>
          <a:stretch>
            <a:fillRect/>
          </a:stretch>
        </p:blipFill>
        <p:spPr>
          <a:xfrm>
            <a:off x="2556608" y="5976515"/>
            <a:ext cx="158400" cy="1584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cxnSp>
        <p:nvCxnSpPr>
          <p:cNvPr id="1092" name="Google Shape;1092;p40"/>
          <p:cNvCxnSpPr>
            <a:stCxn id="1085" idx="2"/>
            <a:endCxn id="1079" idx="6"/>
          </p:cNvCxnSpPr>
          <p:nvPr/>
        </p:nvCxnSpPr>
        <p:spPr>
          <a:xfrm flipH="1">
            <a:off x="2385467" y="4542256"/>
            <a:ext cx="1138000" cy="4044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3" name="Google Shape;1093;p40"/>
          <p:cNvCxnSpPr>
            <a:stCxn id="1088" idx="2"/>
            <a:endCxn id="1089" idx="6"/>
          </p:cNvCxnSpPr>
          <p:nvPr/>
        </p:nvCxnSpPr>
        <p:spPr>
          <a:xfrm rot="10800000" flipV="1">
            <a:off x="2714625" y="5748020"/>
            <a:ext cx="808990" cy="30797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文本框 5"/>
          <p:cNvSpPr txBox="1"/>
          <p:nvPr/>
        </p:nvSpPr>
        <p:spPr>
          <a:xfrm>
            <a:off x="1050290" y="349250"/>
            <a:ext cx="4390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系统总体架构设计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8580" y="803275"/>
            <a:ext cx="3048000" cy="184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SYSTEM ARCHITECTURE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9975" y="644525"/>
            <a:ext cx="6776720" cy="1143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33"/>
          <p:cNvPicPr preferRelativeResize="0"/>
          <p:nvPr/>
        </p:nvPicPr>
        <p:blipFill rotWithShape="1">
          <a:blip r:embed="rId1"/>
          <a:srcRect l="32935" b="32935"/>
          <a:stretch>
            <a:fillRect/>
          </a:stretch>
        </p:blipFill>
        <p:spPr>
          <a:xfrm>
            <a:off x="2124295" y="1057455"/>
            <a:ext cx="1012000" cy="10120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857" name="Google Shape;857;p33"/>
          <p:cNvPicPr preferRelativeResize="0"/>
          <p:nvPr/>
        </p:nvPicPr>
        <p:blipFill rotWithShape="1">
          <a:blip r:embed="rId1"/>
          <a:srcRect l="32935" b="32935"/>
          <a:stretch>
            <a:fillRect/>
          </a:stretch>
        </p:blipFill>
        <p:spPr>
          <a:xfrm>
            <a:off x="5589995" y="1037135"/>
            <a:ext cx="1012000" cy="10120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858" name="Google Shape;858;p33"/>
          <p:cNvPicPr preferRelativeResize="0"/>
          <p:nvPr/>
        </p:nvPicPr>
        <p:blipFill rotWithShape="1">
          <a:blip r:embed="rId1"/>
          <a:srcRect l="32935" b="32935"/>
          <a:stretch>
            <a:fillRect/>
          </a:stretch>
        </p:blipFill>
        <p:spPr>
          <a:xfrm>
            <a:off x="9055695" y="987605"/>
            <a:ext cx="1012000" cy="1012000"/>
          </a:xfrm>
          <a:prstGeom prst="ellipse">
            <a:avLst/>
          </a:prstGeom>
          <a:noFill/>
          <a:ln>
            <a:noFill/>
          </a:ln>
          <a:effectLst>
            <a:outerShdw blurRad="142875" dist="95250" dir="42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59" name="Google Shape;859;p33"/>
          <p:cNvSpPr txBox="1"/>
          <p:nvPr>
            <p:ph type="title" idx="4"/>
          </p:nvPr>
        </p:nvSpPr>
        <p:spPr>
          <a:xfrm>
            <a:off x="659765" y="2312670"/>
            <a:ext cx="3949700" cy="48768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周期任务</a:t>
            </a:r>
            <a:r>
              <a:rPr lang="en-US" altLang="zh-CN" sz="3200"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DAG</a:t>
            </a:r>
            <a:endParaRPr lang="en-US" altLang="zh-CN" sz="3200"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860" name="Google Shape;860;p33"/>
          <p:cNvSpPr txBox="1"/>
          <p:nvPr>
            <p:ph type="title" idx="5"/>
          </p:nvPr>
        </p:nvSpPr>
        <p:spPr>
          <a:xfrm>
            <a:off x="4431030" y="2291715"/>
            <a:ext cx="3340735" cy="48768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>
                <a:latin typeface="优设标题黑" panose="00000500000000000000" charset="-122"/>
                <a:ea typeface="优设标题黑" panose="00000500000000000000" charset="-122"/>
              </a:rPr>
              <a:t>QueryAgent</a:t>
            </a:r>
            <a:endParaRPr lang="en-US" altLang="zh-CN" sz="3200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861" name="Google Shape;861;p33"/>
          <p:cNvSpPr txBox="1"/>
          <p:nvPr>
            <p:ph type="title" idx="6"/>
          </p:nvPr>
        </p:nvSpPr>
        <p:spPr>
          <a:xfrm>
            <a:off x="7870825" y="2303145"/>
            <a:ext cx="3614420" cy="48768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>
                <a:latin typeface="优设标题黑" panose="00000500000000000000" charset="-122"/>
                <a:ea typeface="优设标题黑" panose="00000500000000000000" charset="-122"/>
              </a:rPr>
              <a:t>AnalystAgent</a:t>
            </a:r>
            <a:endParaRPr lang="en-US" altLang="zh-CN" sz="3200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grpSp>
        <p:nvGrpSpPr>
          <p:cNvPr id="866" name="Google Shape;866;p33"/>
          <p:cNvGrpSpPr/>
          <p:nvPr/>
        </p:nvGrpSpPr>
        <p:grpSpPr>
          <a:xfrm>
            <a:off x="2406528" y="1321909"/>
            <a:ext cx="447533" cy="447533"/>
            <a:chOff x="1755425" y="1299975"/>
            <a:chExt cx="335650" cy="335650"/>
          </a:xfrm>
        </p:grpSpPr>
        <p:sp>
          <p:nvSpPr>
            <p:cNvPr id="867" name="Google Shape;867;p33"/>
            <p:cNvSpPr/>
            <p:nvPr/>
          </p:nvSpPr>
          <p:spPr>
            <a:xfrm>
              <a:off x="1902275" y="1400175"/>
              <a:ext cx="41975" cy="33825"/>
            </a:xfrm>
            <a:custGeom>
              <a:avLst/>
              <a:gdLst/>
              <a:ahLst/>
              <a:cxnLst/>
              <a:rect l="l" t="t" r="r" b="b"/>
              <a:pathLst>
                <a:path w="1679" h="1353" extrusionOk="0">
                  <a:moveTo>
                    <a:pt x="839" y="1"/>
                  </a:moveTo>
                  <a:lnTo>
                    <a:pt x="699" y="47"/>
                  </a:lnTo>
                  <a:lnTo>
                    <a:pt x="513" y="94"/>
                  </a:lnTo>
                  <a:lnTo>
                    <a:pt x="373" y="141"/>
                  </a:lnTo>
                  <a:lnTo>
                    <a:pt x="233" y="281"/>
                  </a:lnTo>
                  <a:lnTo>
                    <a:pt x="140" y="374"/>
                  </a:lnTo>
                  <a:lnTo>
                    <a:pt x="47" y="514"/>
                  </a:lnTo>
                  <a:lnTo>
                    <a:pt x="0" y="700"/>
                  </a:lnTo>
                  <a:lnTo>
                    <a:pt x="0" y="840"/>
                  </a:lnTo>
                  <a:lnTo>
                    <a:pt x="0" y="1353"/>
                  </a:lnTo>
                  <a:lnTo>
                    <a:pt x="1678" y="1353"/>
                  </a:lnTo>
                  <a:lnTo>
                    <a:pt x="1678" y="840"/>
                  </a:lnTo>
                  <a:lnTo>
                    <a:pt x="1678" y="700"/>
                  </a:lnTo>
                  <a:lnTo>
                    <a:pt x="1632" y="514"/>
                  </a:lnTo>
                  <a:lnTo>
                    <a:pt x="1539" y="374"/>
                  </a:lnTo>
                  <a:lnTo>
                    <a:pt x="1445" y="281"/>
                  </a:lnTo>
                  <a:lnTo>
                    <a:pt x="1305" y="141"/>
                  </a:lnTo>
                  <a:lnTo>
                    <a:pt x="1166" y="94"/>
                  </a:lnTo>
                  <a:lnTo>
                    <a:pt x="1026" y="47"/>
                  </a:lnTo>
                  <a:lnTo>
                    <a:pt x="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8" name="Google Shape;868;p33"/>
            <p:cNvSpPr/>
            <p:nvPr/>
          </p:nvSpPr>
          <p:spPr>
            <a:xfrm>
              <a:off x="1884800" y="1453800"/>
              <a:ext cx="78100" cy="68775"/>
            </a:xfrm>
            <a:custGeom>
              <a:avLst/>
              <a:gdLst/>
              <a:ahLst/>
              <a:cxnLst/>
              <a:rect l="l" t="t" r="r" b="b"/>
              <a:pathLst>
                <a:path w="3124" h="2751" extrusionOk="0">
                  <a:moveTo>
                    <a:pt x="0" y="0"/>
                  </a:moveTo>
                  <a:lnTo>
                    <a:pt x="0" y="2750"/>
                  </a:lnTo>
                  <a:lnTo>
                    <a:pt x="1165" y="2750"/>
                  </a:lnTo>
                  <a:lnTo>
                    <a:pt x="1165" y="886"/>
                  </a:lnTo>
                  <a:lnTo>
                    <a:pt x="1958" y="886"/>
                  </a:lnTo>
                  <a:lnTo>
                    <a:pt x="1958" y="2750"/>
                  </a:lnTo>
                  <a:lnTo>
                    <a:pt x="3123" y="2750"/>
                  </a:lnTo>
                  <a:lnTo>
                    <a:pt x="31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9" name="Google Shape;869;p33"/>
            <p:cNvSpPr/>
            <p:nvPr/>
          </p:nvSpPr>
          <p:spPr>
            <a:xfrm>
              <a:off x="1755425" y="1299975"/>
              <a:ext cx="335650" cy="335650"/>
            </a:xfrm>
            <a:custGeom>
              <a:avLst/>
              <a:gdLst/>
              <a:ahLst/>
              <a:cxnLst/>
              <a:rect l="l" t="t" r="r" b="b"/>
              <a:pathLst>
                <a:path w="13426" h="13426" extrusionOk="0">
                  <a:moveTo>
                    <a:pt x="6713" y="3216"/>
                  </a:moveTo>
                  <a:lnTo>
                    <a:pt x="7040" y="3263"/>
                  </a:lnTo>
                  <a:lnTo>
                    <a:pt x="7366" y="3356"/>
                  </a:lnTo>
                  <a:lnTo>
                    <a:pt x="7646" y="3496"/>
                  </a:lnTo>
                  <a:lnTo>
                    <a:pt x="7879" y="3729"/>
                  </a:lnTo>
                  <a:lnTo>
                    <a:pt x="8065" y="3962"/>
                  </a:lnTo>
                  <a:lnTo>
                    <a:pt x="8252" y="4242"/>
                  </a:lnTo>
                  <a:lnTo>
                    <a:pt x="8345" y="4522"/>
                  </a:lnTo>
                  <a:lnTo>
                    <a:pt x="8345" y="4848"/>
                  </a:lnTo>
                  <a:lnTo>
                    <a:pt x="8345" y="5361"/>
                  </a:lnTo>
                  <a:lnTo>
                    <a:pt x="9091" y="5361"/>
                  </a:lnTo>
                  <a:lnTo>
                    <a:pt x="9091" y="9696"/>
                  </a:lnTo>
                  <a:lnTo>
                    <a:pt x="4383" y="9696"/>
                  </a:lnTo>
                  <a:lnTo>
                    <a:pt x="4383" y="5361"/>
                  </a:lnTo>
                  <a:lnTo>
                    <a:pt x="5082" y="5361"/>
                  </a:lnTo>
                  <a:lnTo>
                    <a:pt x="5082" y="4848"/>
                  </a:lnTo>
                  <a:lnTo>
                    <a:pt x="5128" y="4522"/>
                  </a:lnTo>
                  <a:lnTo>
                    <a:pt x="5222" y="4242"/>
                  </a:lnTo>
                  <a:lnTo>
                    <a:pt x="5361" y="3962"/>
                  </a:lnTo>
                  <a:lnTo>
                    <a:pt x="5548" y="3729"/>
                  </a:lnTo>
                  <a:lnTo>
                    <a:pt x="5828" y="3496"/>
                  </a:lnTo>
                  <a:lnTo>
                    <a:pt x="6107" y="3356"/>
                  </a:lnTo>
                  <a:lnTo>
                    <a:pt x="6387" y="3263"/>
                  </a:lnTo>
                  <a:lnTo>
                    <a:pt x="6713" y="3216"/>
                  </a:lnTo>
                  <a:close/>
                  <a:moveTo>
                    <a:pt x="1259" y="0"/>
                  </a:moveTo>
                  <a:lnTo>
                    <a:pt x="980" y="47"/>
                  </a:lnTo>
                  <a:lnTo>
                    <a:pt x="747" y="93"/>
                  </a:lnTo>
                  <a:lnTo>
                    <a:pt x="560" y="233"/>
                  </a:lnTo>
                  <a:lnTo>
                    <a:pt x="374" y="373"/>
                  </a:lnTo>
                  <a:lnTo>
                    <a:pt x="234" y="559"/>
                  </a:lnTo>
                  <a:lnTo>
                    <a:pt x="94" y="746"/>
                  </a:lnTo>
                  <a:lnTo>
                    <a:pt x="47" y="979"/>
                  </a:lnTo>
                  <a:lnTo>
                    <a:pt x="1" y="1259"/>
                  </a:lnTo>
                  <a:lnTo>
                    <a:pt x="47" y="1445"/>
                  </a:lnTo>
                  <a:lnTo>
                    <a:pt x="94" y="1632"/>
                  </a:lnTo>
                  <a:lnTo>
                    <a:pt x="141" y="1818"/>
                  </a:lnTo>
                  <a:lnTo>
                    <a:pt x="234" y="1958"/>
                  </a:lnTo>
                  <a:lnTo>
                    <a:pt x="374" y="2098"/>
                  </a:lnTo>
                  <a:lnTo>
                    <a:pt x="514" y="2238"/>
                  </a:lnTo>
                  <a:lnTo>
                    <a:pt x="653" y="2331"/>
                  </a:lnTo>
                  <a:lnTo>
                    <a:pt x="840" y="2424"/>
                  </a:lnTo>
                  <a:lnTo>
                    <a:pt x="840" y="4009"/>
                  </a:lnTo>
                  <a:lnTo>
                    <a:pt x="2378" y="4009"/>
                  </a:lnTo>
                  <a:lnTo>
                    <a:pt x="2098" y="4568"/>
                  </a:lnTo>
                  <a:lnTo>
                    <a:pt x="1865" y="5128"/>
                  </a:lnTo>
                  <a:lnTo>
                    <a:pt x="1725" y="5687"/>
                  </a:lnTo>
                  <a:lnTo>
                    <a:pt x="1632" y="6340"/>
                  </a:lnTo>
                  <a:lnTo>
                    <a:pt x="420" y="6340"/>
                  </a:lnTo>
                  <a:lnTo>
                    <a:pt x="420" y="7132"/>
                  </a:lnTo>
                  <a:lnTo>
                    <a:pt x="1632" y="7132"/>
                  </a:lnTo>
                  <a:lnTo>
                    <a:pt x="1725" y="7738"/>
                  </a:lnTo>
                  <a:lnTo>
                    <a:pt x="1865" y="8344"/>
                  </a:lnTo>
                  <a:lnTo>
                    <a:pt x="2098" y="8903"/>
                  </a:lnTo>
                  <a:lnTo>
                    <a:pt x="2378" y="9416"/>
                  </a:lnTo>
                  <a:lnTo>
                    <a:pt x="840" y="9416"/>
                  </a:lnTo>
                  <a:lnTo>
                    <a:pt x="840" y="11048"/>
                  </a:lnTo>
                  <a:lnTo>
                    <a:pt x="653" y="11094"/>
                  </a:lnTo>
                  <a:lnTo>
                    <a:pt x="514" y="11188"/>
                  </a:lnTo>
                  <a:lnTo>
                    <a:pt x="374" y="11327"/>
                  </a:lnTo>
                  <a:lnTo>
                    <a:pt x="234" y="11467"/>
                  </a:lnTo>
                  <a:lnTo>
                    <a:pt x="141" y="11654"/>
                  </a:lnTo>
                  <a:lnTo>
                    <a:pt x="94" y="11794"/>
                  </a:lnTo>
                  <a:lnTo>
                    <a:pt x="47" y="11980"/>
                  </a:lnTo>
                  <a:lnTo>
                    <a:pt x="1" y="12213"/>
                  </a:lnTo>
                  <a:lnTo>
                    <a:pt x="47" y="12446"/>
                  </a:lnTo>
                  <a:lnTo>
                    <a:pt x="94" y="12679"/>
                  </a:lnTo>
                  <a:lnTo>
                    <a:pt x="234" y="12866"/>
                  </a:lnTo>
                  <a:lnTo>
                    <a:pt x="374" y="13052"/>
                  </a:lnTo>
                  <a:lnTo>
                    <a:pt x="560" y="13239"/>
                  </a:lnTo>
                  <a:lnTo>
                    <a:pt x="747" y="13332"/>
                  </a:lnTo>
                  <a:lnTo>
                    <a:pt x="980" y="13425"/>
                  </a:lnTo>
                  <a:lnTo>
                    <a:pt x="1492" y="13425"/>
                  </a:lnTo>
                  <a:lnTo>
                    <a:pt x="1725" y="13332"/>
                  </a:lnTo>
                  <a:lnTo>
                    <a:pt x="1912" y="13239"/>
                  </a:lnTo>
                  <a:lnTo>
                    <a:pt x="2098" y="13052"/>
                  </a:lnTo>
                  <a:lnTo>
                    <a:pt x="2285" y="12866"/>
                  </a:lnTo>
                  <a:lnTo>
                    <a:pt x="2378" y="12679"/>
                  </a:lnTo>
                  <a:lnTo>
                    <a:pt x="2471" y="12446"/>
                  </a:lnTo>
                  <a:lnTo>
                    <a:pt x="2471" y="12213"/>
                  </a:lnTo>
                  <a:lnTo>
                    <a:pt x="2471" y="11980"/>
                  </a:lnTo>
                  <a:lnTo>
                    <a:pt x="2425" y="11794"/>
                  </a:lnTo>
                  <a:lnTo>
                    <a:pt x="2331" y="11654"/>
                  </a:lnTo>
                  <a:lnTo>
                    <a:pt x="2238" y="11467"/>
                  </a:lnTo>
                  <a:lnTo>
                    <a:pt x="2098" y="11327"/>
                  </a:lnTo>
                  <a:lnTo>
                    <a:pt x="1959" y="11188"/>
                  </a:lnTo>
                  <a:lnTo>
                    <a:pt x="1819" y="11094"/>
                  </a:lnTo>
                  <a:lnTo>
                    <a:pt x="1632" y="11048"/>
                  </a:lnTo>
                  <a:lnTo>
                    <a:pt x="1632" y="10209"/>
                  </a:lnTo>
                  <a:lnTo>
                    <a:pt x="2984" y="10209"/>
                  </a:lnTo>
                  <a:lnTo>
                    <a:pt x="3310" y="10535"/>
                  </a:lnTo>
                  <a:lnTo>
                    <a:pt x="3683" y="10815"/>
                  </a:lnTo>
                  <a:lnTo>
                    <a:pt x="4056" y="11094"/>
                  </a:lnTo>
                  <a:lnTo>
                    <a:pt x="4476" y="11327"/>
                  </a:lnTo>
                  <a:lnTo>
                    <a:pt x="4895" y="11514"/>
                  </a:lnTo>
                  <a:lnTo>
                    <a:pt x="5361" y="11654"/>
                  </a:lnTo>
                  <a:lnTo>
                    <a:pt x="5828" y="11747"/>
                  </a:lnTo>
                  <a:lnTo>
                    <a:pt x="6340" y="11840"/>
                  </a:lnTo>
                  <a:lnTo>
                    <a:pt x="6340" y="13052"/>
                  </a:lnTo>
                  <a:lnTo>
                    <a:pt x="7133" y="13052"/>
                  </a:lnTo>
                  <a:lnTo>
                    <a:pt x="7133" y="11840"/>
                  </a:lnTo>
                  <a:lnTo>
                    <a:pt x="7599" y="11747"/>
                  </a:lnTo>
                  <a:lnTo>
                    <a:pt x="8065" y="11654"/>
                  </a:lnTo>
                  <a:lnTo>
                    <a:pt x="8531" y="11514"/>
                  </a:lnTo>
                  <a:lnTo>
                    <a:pt x="8951" y="11327"/>
                  </a:lnTo>
                  <a:lnTo>
                    <a:pt x="9370" y="11094"/>
                  </a:lnTo>
                  <a:lnTo>
                    <a:pt x="9790" y="10815"/>
                  </a:lnTo>
                  <a:lnTo>
                    <a:pt x="10163" y="10535"/>
                  </a:lnTo>
                  <a:lnTo>
                    <a:pt x="10489" y="10209"/>
                  </a:lnTo>
                  <a:lnTo>
                    <a:pt x="11794" y="10209"/>
                  </a:lnTo>
                  <a:lnTo>
                    <a:pt x="11794" y="11048"/>
                  </a:lnTo>
                  <a:lnTo>
                    <a:pt x="11654" y="11094"/>
                  </a:lnTo>
                  <a:lnTo>
                    <a:pt x="11468" y="11188"/>
                  </a:lnTo>
                  <a:lnTo>
                    <a:pt x="11328" y="11327"/>
                  </a:lnTo>
                  <a:lnTo>
                    <a:pt x="11188" y="11467"/>
                  </a:lnTo>
                  <a:lnTo>
                    <a:pt x="11095" y="11654"/>
                  </a:lnTo>
                  <a:lnTo>
                    <a:pt x="11049" y="11794"/>
                  </a:lnTo>
                  <a:lnTo>
                    <a:pt x="11002" y="11980"/>
                  </a:lnTo>
                  <a:lnTo>
                    <a:pt x="10955" y="12213"/>
                  </a:lnTo>
                  <a:lnTo>
                    <a:pt x="11002" y="12446"/>
                  </a:lnTo>
                  <a:lnTo>
                    <a:pt x="11049" y="12679"/>
                  </a:lnTo>
                  <a:lnTo>
                    <a:pt x="11188" y="12866"/>
                  </a:lnTo>
                  <a:lnTo>
                    <a:pt x="11328" y="13052"/>
                  </a:lnTo>
                  <a:lnTo>
                    <a:pt x="11515" y="13239"/>
                  </a:lnTo>
                  <a:lnTo>
                    <a:pt x="11701" y="13332"/>
                  </a:lnTo>
                  <a:lnTo>
                    <a:pt x="11934" y="13425"/>
                  </a:lnTo>
                  <a:lnTo>
                    <a:pt x="12447" y="13425"/>
                  </a:lnTo>
                  <a:lnTo>
                    <a:pt x="12680" y="13332"/>
                  </a:lnTo>
                  <a:lnTo>
                    <a:pt x="12913" y="13239"/>
                  </a:lnTo>
                  <a:lnTo>
                    <a:pt x="13053" y="13052"/>
                  </a:lnTo>
                  <a:lnTo>
                    <a:pt x="13239" y="12866"/>
                  </a:lnTo>
                  <a:lnTo>
                    <a:pt x="13333" y="12679"/>
                  </a:lnTo>
                  <a:lnTo>
                    <a:pt x="13426" y="12446"/>
                  </a:lnTo>
                  <a:lnTo>
                    <a:pt x="13426" y="12213"/>
                  </a:lnTo>
                  <a:lnTo>
                    <a:pt x="13426" y="11980"/>
                  </a:lnTo>
                  <a:lnTo>
                    <a:pt x="13379" y="11794"/>
                  </a:lnTo>
                  <a:lnTo>
                    <a:pt x="13286" y="11654"/>
                  </a:lnTo>
                  <a:lnTo>
                    <a:pt x="13193" y="11467"/>
                  </a:lnTo>
                  <a:lnTo>
                    <a:pt x="13100" y="11327"/>
                  </a:lnTo>
                  <a:lnTo>
                    <a:pt x="12913" y="11188"/>
                  </a:lnTo>
                  <a:lnTo>
                    <a:pt x="12773" y="11094"/>
                  </a:lnTo>
                  <a:lnTo>
                    <a:pt x="12587" y="11048"/>
                  </a:lnTo>
                  <a:lnTo>
                    <a:pt x="12587" y="9416"/>
                  </a:lnTo>
                  <a:lnTo>
                    <a:pt x="11095" y="9416"/>
                  </a:lnTo>
                  <a:lnTo>
                    <a:pt x="11375" y="8903"/>
                  </a:lnTo>
                  <a:lnTo>
                    <a:pt x="11608" y="8344"/>
                  </a:lnTo>
                  <a:lnTo>
                    <a:pt x="11748" y="7738"/>
                  </a:lnTo>
                  <a:lnTo>
                    <a:pt x="11841" y="7132"/>
                  </a:lnTo>
                  <a:lnTo>
                    <a:pt x="13053" y="7132"/>
                  </a:lnTo>
                  <a:lnTo>
                    <a:pt x="13053" y="6340"/>
                  </a:lnTo>
                  <a:lnTo>
                    <a:pt x="11841" y="6340"/>
                  </a:lnTo>
                  <a:lnTo>
                    <a:pt x="11748" y="5687"/>
                  </a:lnTo>
                  <a:lnTo>
                    <a:pt x="11608" y="5128"/>
                  </a:lnTo>
                  <a:lnTo>
                    <a:pt x="11375" y="4568"/>
                  </a:lnTo>
                  <a:lnTo>
                    <a:pt x="11095" y="4009"/>
                  </a:lnTo>
                  <a:lnTo>
                    <a:pt x="12587" y="4009"/>
                  </a:lnTo>
                  <a:lnTo>
                    <a:pt x="12587" y="2424"/>
                  </a:lnTo>
                  <a:lnTo>
                    <a:pt x="12773" y="2331"/>
                  </a:lnTo>
                  <a:lnTo>
                    <a:pt x="12913" y="2238"/>
                  </a:lnTo>
                  <a:lnTo>
                    <a:pt x="13100" y="2098"/>
                  </a:lnTo>
                  <a:lnTo>
                    <a:pt x="13193" y="1958"/>
                  </a:lnTo>
                  <a:lnTo>
                    <a:pt x="13286" y="1818"/>
                  </a:lnTo>
                  <a:lnTo>
                    <a:pt x="13379" y="1632"/>
                  </a:lnTo>
                  <a:lnTo>
                    <a:pt x="13426" y="1445"/>
                  </a:lnTo>
                  <a:lnTo>
                    <a:pt x="13426" y="1259"/>
                  </a:lnTo>
                  <a:lnTo>
                    <a:pt x="13426" y="979"/>
                  </a:lnTo>
                  <a:lnTo>
                    <a:pt x="13333" y="746"/>
                  </a:lnTo>
                  <a:lnTo>
                    <a:pt x="13239" y="559"/>
                  </a:lnTo>
                  <a:lnTo>
                    <a:pt x="13053" y="373"/>
                  </a:lnTo>
                  <a:lnTo>
                    <a:pt x="12913" y="233"/>
                  </a:lnTo>
                  <a:lnTo>
                    <a:pt x="12680" y="93"/>
                  </a:lnTo>
                  <a:lnTo>
                    <a:pt x="12447" y="47"/>
                  </a:lnTo>
                  <a:lnTo>
                    <a:pt x="12214" y="0"/>
                  </a:lnTo>
                  <a:lnTo>
                    <a:pt x="11934" y="47"/>
                  </a:lnTo>
                  <a:lnTo>
                    <a:pt x="11701" y="93"/>
                  </a:lnTo>
                  <a:lnTo>
                    <a:pt x="11515" y="233"/>
                  </a:lnTo>
                  <a:lnTo>
                    <a:pt x="11328" y="373"/>
                  </a:lnTo>
                  <a:lnTo>
                    <a:pt x="11188" y="559"/>
                  </a:lnTo>
                  <a:lnTo>
                    <a:pt x="11049" y="746"/>
                  </a:lnTo>
                  <a:lnTo>
                    <a:pt x="11002" y="979"/>
                  </a:lnTo>
                  <a:lnTo>
                    <a:pt x="10955" y="1259"/>
                  </a:lnTo>
                  <a:lnTo>
                    <a:pt x="11002" y="1445"/>
                  </a:lnTo>
                  <a:lnTo>
                    <a:pt x="11049" y="1632"/>
                  </a:lnTo>
                  <a:lnTo>
                    <a:pt x="11095" y="1818"/>
                  </a:lnTo>
                  <a:lnTo>
                    <a:pt x="11188" y="1958"/>
                  </a:lnTo>
                  <a:lnTo>
                    <a:pt x="11328" y="2098"/>
                  </a:lnTo>
                  <a:lnTo>
                    <a:pt x="11468" y="2238"/>
                  </a:lnTo>
                  <a:lnTo>
                    <a:pt x="11654" y="2331"/>
                  </a:lnTo>
                  <a:lnTo>
                    <a:pt x="11794" y="2424"/>
                  </a:lnTo>
                  <a:lnTo>
                    <a:pt x="11794" y="3216"/>
                  </a:lnTo>
                  <a:lnTo>
                    <a:pt x="10489" y="3216"/>
                  </a:lnTo>
                  <a:lnTo>
                    <a:pt x="10163" y="2890"/>
                  </a:lnTo>
                  <a:lnTo>
                    <a:pt x="9790" y="2610"/>
                  </a:lnTo>
                  <a:lnTo>
                    <a:pt x="9370" y="2331"/>
                  </a:lnTo>
                  <a:lnTo>
                    <a:pt x="8951" y="2098"/>
                  </a:lnTo>
                  <a:lnTo>
                    <a:pt x="8531" y="1911"/>
                  </a:lnTo>
                  <a:lnTo>
                    <a:pt x="8065" y="1771"/>
                  </a:lnTo>
                  <a:lnTo>
                    <a:pt x="7599" y="1678"/>
                  </a:lnTo>
                  <a:lnTo>
                    <a:pt x="7133" y="1632"/>
                  </a:lnTo>
                  <a:lnTo>
                    <a:pt x="7133" y="420"/>
                  </a:lnTo>
                  <a:lnTo>
                    <a:pt x="6340" y="420"/>
                  </a:lnTo>
                  <a:lnTo>
                    <a:pt x="6340" y="1632"/>
                  </a:lnTo>
                  <a:lnTo>
                    <a:pt x="5828" y="1678"/>
                  </a:lnTo>
                  <a:lnTo>
                    <a:pt x="5361" y="1771"/>
                  </a:lnTo>
                  <a:lnTo>
                    <a:pt x="4895" y="1911"/>
                  </a:lnTo>
                  <a:lnTo>
                    <a:pt x="4476" y="2098"/>
                  </a:lnTo>
                  <a:lnTo>
                    <a:pt x="4056" y="2331"/>
                  </a:lnTo>
                  <a:lnTo>
                    <a:pt x="3683" y="2610"/>
                  </a:lnTo>
                  <a:lnTo>
                    <a:pt x="3310" y="2890"/>
                  </a:lnTo>
                  <a:lnTo>
                    <a:pt x="2984" y="3216"/>
                  </a:lnTo>
                  <a:lnTo>
                    <a:pt x="1632" y="3216"/>
                  </a:lnTo>
                  <a:lnTo>
                    <a:pt x="1632" y="2424"/>
                  </a:lnTo>
                  <a:lnTo>
                    <a:pt x="1819" y="2331"/>
                  </a:lnTo>
                  <a:lnTo>
                    <a:pt x="1959" y="2238"/>
                  </a:lnTo>
                  <a:lnTo>
                    <a:pt x="2098" y="2098"/>
                  </a:lnTo>
                  <a:lnTo>
                    <a:pt x="2238" y="1958"/>
                  </a:lnTo>
                  <a:lnTo>
                    <a:pt x="2331" y="1818"/>
                  </a:lnTo>
                  <a:lnTo>
                    <a:pt x="2425" y="1632"/>
                  </a:lnTo>
                  <a:lnTo>
                    <a:pt x="2471" y="1445"/>
                  </a:lnTo>
                  <a:lnTo>
                    <a:pt x="2471" y="1259"/>
                  </a:lnTo>
                  <a:lnTo>
                    <a:pt x="2471" y="979"/>
                  </a:lnTo>
                  <a:lnTo>
                    <a:pt x="2378" y="746"/>
                  </a:lnTo>
                  <a:lnTo>
                    <a:pt x="2285" y="559"/>
                  </a:lnTo>
                  <a:lnTo>
                    <a:pt x="2098" y="373"/>
                  </a:lnTo>
                  <a:lnTo>
                    <a:pt x="1912" y="233"/>
                  </a:lnTo>
                  <a:lnTo>
                    <a:pt x="1725" y="93"/>
                  </a:lnTo>
                  <a:lnTo>
                    <a:pt x="1492" y="47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870" name="Google Shape;870;p33"/>
          <p:cNvGrpSpPr/>
          <p:nvPr/>
        </p:nvGrpSpPr>
        <p:grpSpPr>
          <a:xfrm>
            <a:off x="9337928" y="1269839"/>
            <a:ext cx="447533" cy="447533"/>
            <a:chOff x="4017425" y="1299975"/>
            <a:chExt cx="335650" cy="335650"/>
          </a:xfrm>
        </p:grpSpPr>
        <p:sp>
          <p:nvSpPr>
            <p:cNvPr id="871" name="Google Shape;871;p33"/>
            <p:cNvSpPr/>
            <p:nvPr/>
          </p:nvSpPr>
          <p:spPr>
            <a:xfrm>
              <a:off x="4045400" y="1394350"/>
              <a:ext cx="280875" cy="146875"/>
            </a:xfrm>
            <a:custGeom>
              <a:avLst/>
              <a:gdLst/>
              <a:ahLst/>
              <a:cxnLst/>
              <a:rect l="l" t="t" r="r" b="b"/>
              <a:pathLst>
                <a:path w="11235" h="5875" extrusionOk="0">
                  <a:moveTo>
                    <a:pt x="5594" y="700"/>
                  </a:moveTo>
                  <a:lnTo>
                    <a:pt x="6060" y="747"/>
                  </a:lnTo>
                  <a:lnTo>
                    <a:pt x="6480" y="886"/>
                  </a:lnTo>
                  <a:lnTo>
                    <a:pt x="6853" y="1073"/>
                  </a:lnTo>
                  <a:lnTo>
                    <a:pt x="7179" y="1353"/>
                  </a:lnTo>
                  <a:lnTo>
                    <a:pt x="7459" y="1679"/>
                  </a:lnTo>
                  <a:lnTo>
                    <a:pt x="7692" y="2052"/>
                  </a:lnTo>
                  <a:lnTo>
                    <a:pt x="7785" y="2471"/>
                  </a:lnTo>
                  <a:lnTo>
                    <a:pt x="7832" y="2938"/>
                  </a:lnTo>
                  <a:lnTo>
                    <a:pt x="7785" y="3404"/>
                  </a:lnTo>
                  <a:lnTo>
                    <a:pt x="7692" y="3823"/>
                  </a:lnTo>
                  <a:lnTo>
                    <a:pt x="7459" y="4196"/>
                  </a:lnTo>
                  <a:lnTo>
                    <a:pt x="7179" y="4522"/>
                  </a:lnTo>
                  <a:lnTo>
                    <a:pt x="6853" y="4802"/>
                  </a:lnTo>
                  <a:lnTo>
                    <a:pt x="6480" y="4989"/>
                  </a:lnTo>
                  <a:lnTo>
                    <a:pt x="6060" y="5128"/>
                  </a:lnTo>
                  <a:lnTo>
                    <a:pt x="5594" y="5175"/>
                  </a:lnTo>
                  <a:lnTo>
                    <a:pt x="5175" y="5128"/>
                  </a:lnTo>
                  <a:lnTo>
                    <a:pt x="4755" y="4989"/>
                  </a:lnTo>
                  <a:lnTo>
                    <a:pt x="4382" y="4802"/>
                  </a:lnTo>
                  <a:lnTo>
                    <a:pt x="4009" y="4522"/>
                  </a:lnTo>
                  <a:lnTo>
                    <a:pt x="3776" y="4196"/>
                  </a:lnTo>
                  <a:lnTo>
                    <a:pt x="3543" y="3823"/>
                  </a:lnTo>
                  <a:lnTo>
                    <a:pt x="3403" y="3404"/>
                  </a:lnTo>
                  <a:lnTo>
                    <a:pt x="3357" y="2938"/>
                  </a:lnTo>
                  <a:lnTo>
                    <a:pt x="3403" y="2471"/>
                  </a:lnTo>
                  <a:lnTo>
                    <a:pt x="3543" y="2052"/>
                  </a:lnTo>
                  <a:lnTo>
                    <a:pt x="3776" y="1679"/>
                  </a:lnTo>
                  <a:lnTo>
                    <a:pt x="4009" y="1353"/>
                  </a:lnTo>
                  <a:lnTo>
                    <a:pt x="4382" y="1073"/>
                  </a:lnTo>
                  <a:lnTo>
                    <a:pt x="4755" y="886"/>
                  </a:lnTo>
                  <a:lnTo>
                    <a:pt x="5175" y="747"/>
                  </a:lnTo>
                  <a:lnTo>
                    <a:pt x="5594" y="700"/>
                  </a:lnTo>
                  <a:close/>
                  <a:moveTo>
                    <a:pt x="5594" y="1"/>
                  </a:moveTo>
                  <a:lnTo>
                    <a:pt x="4988" y="47"/>
                  </a:lnTo>
                  <a:lnTo>
                    <a:pt x="4382" y="141"/>
                  </a:lnTo>
                  <a:lnTo>
                    <a:pt x="3776" y="280"/>
                  </a:lnTo>
                  <a:lnTo>
                    <a:pt x="3170" y="467"/>
                  </a:lnTo>
                  <a:lnTo>
                    <a:pt x="2611" y="747"/>
                  </a:lnTo>
                  <a:lnTo>
                    <a:pt x="2051" y="1073"/>
                  </a:lnTo>
                  <a:lnTo>
                    <a:pt x="1539" y="1446"/>
                  </a:lnTo>
                  <a:lnTo>
                    <a:pt x="1026" y="1912"/>
                  </a:lnTo>
                  <a:lnTo>
                    <a:pt x="0" y="2938"/>
                  </a:lnTo>
                  <a:lnTo>
                    <a:pt x="1026" y="4010"/>
                  </a:lnTo>
                  <a:lnTo>
                    <a:pt x="1539" y="4429"/>
                  </a:lnTo>
                  <a:lnTo>
                    <a:pt x="2051" y="4802"/>
                  </a:lnTo>
                  <a:lnTo>
                    <a:pt x="2611" y="5128"/>
                  </a:lnTo>
                  <a:lnTo>
                    <a:pt x="3170" y="5408"/>
                  </a:lnTo>
                  <a:lnTo>
                    <a:pt x="3776" y="5595"/>
                  </a:lnTo>
                  <a:lnTo>
                    <a:pt x="4382" y="5781"/>
                  </a:lnTo>
                  <a:lnTo>
                    <a:pt x="4988" y="5874"/>
                  </a:lnTo>
                  <a:lnTo>
                    <a:pt x="6247" y="5874"/>
                  </a:lnTo>
                  <a:lnTo>
                    <a:pt x="6853" y="5781"/>
                  </a:lnTo>
                  <a:lnTo>
                    <a:pt x="7459" y="5595"/>
                  </a:lnTo>
                  <a:lnTo>
                    <a:pt x="8018" y="5408"/>
                  </a:lnTo>
                  <a:lnTo>
                    <a:pt x="8624" y="5128"/>
                  </a:lnTo>
                  <a:lnTo>
                    <a:pt x="9183" y="4802"/>
                  </a:lnTo>
                  <a:lnTo>
                    <a:pt x="9696" y="4429"/>
                  </a:lnTo>
                  <a:lnTo>
                    <a:pt x="10162" y="4010"/>
                  </a:lnTo>
                  <a:lnTo>
                    <a:pt x="11234" y="2938"/>
                  </a:lnTo>
                  <a:lnTo>
                    <a:pt x="10162" y="1912"/>
                  </a:lnTo>
                  <a:lnTo>
                    <a:pt x="9696" y="1446"/>
                  </a:lnTo>
                  <a:lnTo>
                    <a:pt x="9183" y="1073"/>
                  </a:lnTo>
                  <a:lnTo>
                    <a:pt x="8624" y="747"/>
                  </a:lnTo>
                  <a:lnTo>
                    <a:pt x="8018" y="467"/>
                  </a:lnTo>
                  <a:lnTo>
                    <a:pt x="7459" y="280"/>
                  </a:lnTo>
                  <a:lnTo>
                    <a:pt x="6853" y="141"/>
                  </a:lnTo>
                  <a:lnTo>
                    <a:pt x="6247" y="47"/>
                  </a:lnTo>
                  <a:lnTo>
                    <a:pt x="55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2" name="Google Shape;872;p33"/>
            <p:cNvSpPr/>
            <p:nvPr/>
          </p:nvSpPr>
          <p:spPr>
            <a:xfrm>
              <a:off x="4017425" y="1542350"/>
              <a:ext cx="335650" cy="93275"/>
            </a:xfrm>
            <a:custGeom>
              <a:avLst/>
              <a:gdLst/>
              <a:ahLst/>
              <a:cxnLst/>
              <a:rect l="l" t="t" r="r" b="b"/>
              <a:pathLst>
                <a:path w="13426" h="3731" extrusionOk="0">
                  <a:moveTo>
                    <a:pt x="1212" y="1"/>
                  </a:moveTo>
                  <a:lnTo>
                    <a:pt x="979" y="47"/>
                  </a:lnTo>
                  <a:lnTo>
                    <a:pt x="746" y="94"/>
                  </a:lnTo>
                  <a:lnTo>
                    <a:pt x="560" y="234"/>
                  </a:lnTo>
                  <a:lnTo>
                    <a:pt x="373" y="374"/>
                  </a:lnTo>
                  <a:lnTo>
                    <a:pt x="234" y="560"/>
                  </a:lnTo>
                  <a:lnTo>
                    <a:pt x="94" y="747"/>
                  </a:lnTo>
                  <a:lnTo>
                    <a:pt x="47" y="980"/>
                  </a:lnTo>
                  <a:lnTo>
                    <a:pt x="0" y="1213"/>
                  </a:lnTo>
                  <a:lnTo>
                    <a:pt x="47" y="1399"/>
                  </a:lnTo>
                  <a:lnTo>
                    <a:pt x="94" y="1586"/>
                  </a:lnTo>
                  <a:lnTo>
                    <a:pt x="140" y="1772"/>
                  </a:lnTo>
                  <a:lnTo>
                    <a:pt x="280" y="1912"/>
                  </a:lnTo>
                  <a:lnTo>
                    <a:pt x="373" y="2052"/>
                  </a:lnTo>
                  <a:lnTo>
                    <a:pt x="513" y="2192"/>
                  </a:lnTo>
                  <a:lnTo>
                    <a:pt x="700" y="2285"/>
                  </a:lnTo>
                  <a:lnTo>
                    <a:pt x="886" y="2378"/>
                  </a:lnTo>
                  <a:lnTo>
                    <a:pt x="886" y="3730"/>
                  </a:lnTo>
                  <a:lnTo>
                    <a:pt x="5594" y="3730"/>
                  </a:lnTo>
                  <a:lnTo>
                    <a:pt x="5594" y="2285"/>
                  </a:lnTo>
                  <a:lnTo>
                    <a:pt x="7878" y="2285"/>
                  </a:lnTo>
                  <a:lnTo>
                    <a:pt x="7878" y="3730"/>
                  </a:lnTo>
                  <a:lnTo>
                    <a:pt x="12587" y="3730"/>
                  </a:lnTo>
                  <a:lnTo>
                    <a:pt x="12587" y="2378"/>
                  </a:lnTo>
                  <a:lnTo>
                    <a:pt x="12773" y="2285"/>
                  </a:lnTo>
                  <a:lnTo>
                    <a:pt x="12913" y="2192"/>
                  </a:lnTo>
                  <a:lnTo>
                    <a:pt x="13053" y="2052"/>
                  </a:lnTo>
                  <a:lnTo>
                    <a:pt x="13193" y="1912"/>
                  </a:lnTo>
                  <a:lnTo>
                    <a:pt x="13286" y="1772"/>
                  </a:lnTo>
                  <a:lnTo>
                    <a:pt x="13379" y="1586"/>
                  </a:lnTo>
                  <a:lnTo>
                    <a:pt x="13426" y="1399"/>
                  </a:lnTo>
                  <a:lnTo>
                    <a:pt x="13426" y="1213"/>
                  </a:lnTo>
                  <a:lnTo>
                    <a:pt x="13426" y="980"/>
                  </a:lnTo>
                  <a:lnTo>
                    <a:pt x="13332" y="747"/>
                  </a:lnTo>
                  <a:lnTo>
                    <a:pt x="13239" y="560"/>
                  </a:lnTo>
                  <a:lnTo>
                    <a:pt x="13099" y="374"/>
                  </a:lnTo>
                  <a:lnTo>
                    <a:pt x="12913" y="234"/>
                  </a:lnTo>
                  <a:lnTo>
                    <a:pt x="12726" y="94"/>
                  </a:lnTo>
                  <a:lnTo>
                    <a:pt x="12493" y="47"/>
                  </a:lnTo>
                  <a:lnTo>
                    <a:pt x="12260" y="1"/>
                  </a:lnTo>
                  <a:lnTo>
                    <a:pt x="11981" y="47"/>
                  </a:lnTo>
                  <a:lnTo>
                    <a:pt x="11794" y="94"/>
                  </a:lnTo>
                  <a:lnTo>
                    <a:pt x="11561" y="234"/>
                  </a:lnTo>
                  <a:lnTo>
                    <a:pt x="11375" y="374"/>
                  </a:lnTo>
                  <a:lnTo>
                    <a:pt x="11235" y="560"/>
                  </a:lnTo>
                  <a:lnTo>
                    <a:pt x="11141" y="747"/>
                  </a:lnTo>
                  <a:lnTo>
                    <a:pt x="11048" y="980"/>
                  </a:lnTo>
                  <a:lnTo>
                    <a:pt x="11048" y="1213"/>
                  </a:lnTo>
                  <a:lnTo>
                    <a:pt x="11048" y="1399"/>
                  </a:lnTo>
                  <a:lnTo>
                    <a:pt x="11095" y="1586"/>
                  </a:lnTo>
                  <a:lnTo>
                    <a:pt x="11235" y="1865"/>
                  </a:lnTo>
                  <a:lnTo>
                    <a:pt x="11514" y="2145"/>
                  </a:lnTo>
                  <a:lnTo>
                    <a:pt x="11794" y="2332"/>
                  </a:lnTo>
                  <a:lnTo>
                    <a:pt x="11794" y="2938"/>
                  </a:lnTo>
                  <a:lnTo>
                    <a:pt x="8671" y="2938"/>
                  </a:lnTo>
                  <a:lnTo>
                    <a:pt x="8671" y="2285"/>
                  </a:lnTo>
                  <a:lnTo>
                    <a:pt x="9603" y="2285"/>
                  </a:lnTo>
                  <a:lnTo>
                    <a:pt x="9603" y="141"/>
                  </a:lnTo>
                  <a:lnTo>
                    <a:pt x="8951" y="420"/>
                  </a:lnTo>
                  <a:lnTo>
                    <a:pt x="8205" y="607"/>
                  </a:lnTo>
                  <a:lnTo>
                    <a:pt x="7459" y="700"/>
                  </a:lnTo>
                  <a:lnTo>
                    <a:pt x="6713" y="747"/>
                  </a:lnTo>
                  <a:lnTo>
                    <a:pt x="5967" y="700"/>
                  </a:lnTo>
                  <a:lnTo>
                    <a:pt x="5221" y="607"/>
                  </a:lnTo>
                  <a:lnTo>
                    <a:pt x="4522" y="420"/>
                  </a:lnTo>
                  <a:lnTo>
                    <a:pt x="3823" y="141"/>
                  </a:lnTo>
                  <a:lnTo>
                    <a:pt x="3823" y="2285"/>
                  </a:lnTo>
                  <a:lnTo>
                    <a:pt x="4802" y="2285"/>
                  </a:lnTo>
                  <a:lnTo>
                    <a:pt x="4802" y="2938"/>
                  </a:lnTo>
                  <a:lnTo>
                    <a:pt x="1679" y="2938"/>
                  </a:lnTo>
                  <a:lnTo>
                    <a:pt x="1679" y="2332"/>
                  </a:lnTo>
                  <a:lnTo>
                    <a:pt x="1958" y="2145"/>
                  </a:lnTo>
                  <a:lnTo>
                    <a:pt x="2191" y="1865"/>
                  </a:lnTo>
                  <a:lnTo>
                    <a:pt x="2378" y="1586"/>
                  </a:lnTo>
                  <a:lnTo>
                    <a:pt x="2378" y="1399"/>
                  </a:lnTo>
                  <a:lnTo>
                    <a:pt x="2424" y="1213"/>
                  </a:lnTo>
                  <a:lnTo>
                    <a:pt x="2378" y="980"/>
                  </a:lnTo>
                  <a:lnTo>
                    <a:pt x="2331" y="747"/>
                  </a:lnTo>
                  <a:lnTo>
                    <a:pt x="2191" y="560"/>
                  </a:lnTo>
                  <a:lnTo>
                    <a:pt x="2052" y="374"/>
                  </a:lnTo>
                  <a:lnTo>
                    <a:pt x="1865" y="234"/>
                  </a:lnTo>
                  <a:lnTo>
                    <a:pt x="1679" y="94"/>
                  </a:lnTo>
                  <a:lnTo>
                    <a:pt x="1446" y="47"/>
                  </a:lnTo>
                  <a:lnTo>
                    <a:pt x="12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3" name="Google Shape;873;p33"/>
            <p:cNvSpPr/>
            <p:nvPr/>
          </p:nvSpPr>
          <p:spPr>
            <a:xfrm>
              <a:off x="4149100" y="1431650"/>
              <a:ext cx="72300" cy="72275"/>
            </a:xfrm>
            <a:custGeom>
              <a:avLst/>
              <a:gdLst/>
              <a:ahLst/>
              <a:cxnLst/>
              <a:rect l="l" t="t" r="r" b="b"/>
              <a:pathLst>
                <a:path w="2892" h="2891" extrusionOk="0">
                  <a:moveTo>
                    <a:pt x="1446" y="0"/>
                  </a:moveTo>
                  <a:lnTo>
                    <a:pt x="1166" y="47"/>
                  </a:lnTo>
                  <a:lnTo>
                    <a:pt x="887" y="94"/>
                  </a:lnTo>
                  <a:lnTo>
                    <a:pt x="654" y="234"/>
                  </a:lnTo>
                  <a:lnTo>
                    <a:pt x="421" y="420"/>
                  </a:lnTo>
                  <a:lnTo>
                    <a:pt x="281" y="653"/>
                  </a:lnTo>
                  <a:lnTo>
                    <a:pt x="141" y="886"/>
                  </a:lnTo>
                  <a:lnTo>
                    <a:pt x="48" y="1166"/>
                  </a:lnTo>
                  <a:lnTo>
                    <a:pt x="1" y="1446"/>
                  </a:lnTo>
                  <a:lnTo>
                    <a:pt x="48" y="1725"/>
                  </a:lnTo>
                  <a:lnTo>
                    <a:pt x="141" y="2005"/>
                  </a:lnTo>
                  <a:lnTo>
                    <a:pt x="281" y="2285"/>
                  </a:lnTo>
                  <a:lnTo>
                    <a:pt x="421" y="2471"/>
                  </a:lnTo>
                  <a:lnTo>
                    <a:pt x="654" y="2657"/>
                  </a:lnTo>
                  <a:lnTo>
                    <a:pt x="887" y="2797"/>
                  </a:lnTo>
                  <a:lnTo>
                    <a:pt x="1166" y="2891"/>
                  </a:lnTo>
                  <a:lnTo>
                    <a:pt x="1772" y="2891"/>
                  </a:lnTo>
                  <a:lnTo>
                    <a:pt x="2005" y="2797"/>
                  </a:lnTo>
                  <a:lnTo>
                    <a:pt x="2285" y="2657"/>
                  </a:lnTo>
                  <a:lnTo>
                    <a:pt x="2472" y="2471"/>
                  </a:lnTo>
                  <a:lnTo>
                    <a:pt x="2658" y="2285"/>
                  </a:lnTo>
                  <a:lnTo>
                    <a:pt x="2798" y="2005"/>
                  </a:lnTo>
                  <a:lnTo>
                    <a:pt x="2891" y="1725"/>
                  </a:lnTo>
                  <a:lnTo>
                    <a:pt x="2891" y="1446"/>
                  </a:lnTo>
                  <a:lnTo>
                    <a:pt x="2891" y="1166"/>
                  </a:lnTo>
                  <a:lnTo>
                    <a:pt x="2798" y="886"/>
                  </a:lnTo>
                  <a:lnTo>
                    <a:pt x="2658" y="653"/>
                  </a:lnTo>
                  <a:lnTo>
                    <a:pt x="2472" y="420"/>
                  </a:lnTo>
                  <a:lnTo>
                    <a:pt x="2285" y="234"/>
                  </a:lnTo>
                  <a:lnTo>
                    <a:pt x="2005" y="94"/>
                  </a:lnTo>
                  <a:lnTo>
                    <a:pt x="1772" y="47"/>
                  </a:lnTo>
                  <a:lnTo>
                    <a:pt x="14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4" name="Google Shape;874;p33"/>
            <p:cNvSpPr/>
            <p:nvPr/>
          </p:nvSpPr>
          <p:spPr>
            <a:xfrm>
              <a:off x="4017425" y="1299975"/>
              <a:ext cx="335650" cy="93250"/>
            </a:xfrm>
            <a:custGeom>
              <a:avLst/>
              <a:gdLst/>
              <a:ahLst/>
              <a:cxnLst/>
              <a:rect l="l" t="t" r="r" b="b"/>
              <a:pathLst>
                <a:path w="13426" h="3730" extrusionOk="0">
                  <a:moveTo>
                    <a:pt x="886" y="0"/>
                  </a:moveTo>
                  <a:lnTo>
                    <a:pt x="886" y="1398"/>
                  </a:lnTo>
                  <a:lnTo>
                    <a:pt x="700" y="1445"/>
                  </a:lnTo>
                  <a:lnTo>
                    <a:pt x="513" y="1538"/>
                  </a:lnTo>
                  <a:lnTo>
                    <a:pt x="373" y="1678"/>
                  </a:lnTo>
                  <a:lnTo>
                    <a:pt x="280" y="1818"/>
                  </a:lnTo>
                  <a:lnTo>
                    <a:pt x="140" y="1958"/>
                  </a:lnTo>
                  <a:lnTo>
                    <a:pt x="94" y="2144"/>
                  </a:lnTo>
                  <a:lnTo>
                    <a:pt x="47" y="2331"/>
                  </a:lnTo>
                  <a:lnTo>
                    <a:pt x="0" y="2517"/>
                  </a:lnTo>
                  <a:lnTo>
                    <a:pt x="47" y="2750"/>
                  </a:lnTo>
                  <a:lnTo>
                    <a:pt x="94" y="2983"/>
                  </a:lnTo>
                  <a:lnTo>
                    <a:pt x="234" y="3216"/>
                  </a:lnTo>
                  <a:lnTo>
                    <a:pt x="373" y="3356"/>
                  </a:lnTo>
                  <a:lnTo>
                    <a:pt x="560" y="3543"/>
                  </a:lnTo>
                  <a:lnTo>
                    <a:pt x="746" y="3636"/>
                  </a:lnTo>
                  <a:lnTo>
                    <a:pt x="979" y="3683"/>
                  </a:lnTo>
                  <a:lnTo>
                    <a:pt x="1212" y="3729"/>
                  </a:lnTo>
                  <a:lnTo>
                    <a:pt x="1446" y="3683"/>
                  </a:lnTo>
                  <a:lnTo>
                    <a:pt x="1679" y="3636"/>
                  </a:lnTo>
                  <a:lnTo>
                    <a:pt x="1865" y="3543"/>
                  </a:lnTo>
                  <a:lnTo>
                    <a:pt x="2052" y="3356"/>
                  </a:lnTo>
                  <a:lnTo>
                    <a:pt x="2191" y="3216"/>
                  </a:lnTo>
                  <a:lnTo>
                    <a:pt x="2331" y="2983"/>
                  </a:lnTo>
                  <a:lnTo>
                    <a:pt x="2378" y="2750"/>
                  </a:lnTo>
                  <a:lnTo>
                    <a:pt x="2424" y="2517"/>
                  </a:lnTo>
                  <a:lnTo>
                    <a:pt x="2378" y="2331"/>
                  </a:lnTo>
                  <a:lnTo>
                    <a:pt x="2378" y="2191"/>
                  </a:lnTo>
                  <a:lnTo>
                    <a:pt x="2191" y="1865"/>
                  </a:lnTo>
                  <a:lnTo>
                    <a:pt x="1958" y="1585"/>
                  </a:lnTo>
                  <a:lnTo>
                    <a:pt x="1679" y="1445"/>
                  </a:lnTo>
                  <a:lnTo>
                    <a:pt x="1679" y="792"/>
                  </a:lnTo>
                  <a:lnTo>
                    <a:pt x="4802" y="792"/>
                  </a:lnTo>
                  <a:lnTo>
                    <a:pt x="4802" y="1445"/>
                  </a:lnTo>
                  <a:lnTo>
                    <a:pt x="3823" y="1445"/>
                  </a:lnTo>
                  <a:lnTo>
                    <a:pt x="3823" y="3589"/>
                  </a:lnTo>
                  <a:lnTo>
                    <a:pt x="4522" y="3310"/>
                  </a:lnTo>
                  <a:lnTo>
                    <a:pt x="5221" y="3123"/>
                  </a:lnTo>
                  <a:lnTo>
                    <a:pt x="5967" y="3030"/>
                  </a:lnTo>
                  <a:lnTo>
                    <a:pt x="6713" y="2983"/>
                  </a:lnTo>
                  <a:lnTo>
                    <a:pt x="7459" y="3030"/>
                  </a:lnTo>
                  <a:lnTo>
                    <a:pt x="8205" y="3123"/>
                  </a:lnTo>
                  <a:lnTo>
                    <a:pt x="8951" y="3310"/>
                  </a:lnTo>
                  <a:lnTo>
                    <a:pt x="9603" y="3589"/>
                  </a:lnTo>
                  <a:lnTo>
                    <a:pt x="9603" y="1445"/>
                  </a:lnTo>
                  <a:lnTo>
                    <a:pt x="8671" y="1445"/>
                  </a:lnTo>
                  <a:lnTo>
                    <a:pt x="8671" y="792"/>
                  </a:lnTo>
                  <a:lnTo>
                    <a:pt x="11794" y="792"/>
                  </a:lnTo>
                  <a:lnTo>
                    <a:pt x="11794" y="1445"/>
                  </a:lnTo>
                  <a:lnTo>
                    <a:pt x="11514" y="1585"/>
                  </a:lnTo>
                  <a:lnTo>
                    <a:pt x="11235" y="1865"/>
                  </a:lnTo>
                  <a:lnTo>
                    <a:pt x="11095" y="2191"/>
                  </a:lnTo>
                  <a:lnTo>
                    <a:pt x="11048" y="2331"/>
                  </a:lnTo>
                  <a:lnTo>
                    <a:pt x="11048" y="2517"/>
                  </a:lnTo>
                  <a:lnTo>
                    <a:pt x="11048" y="2750"/>
                  </a:lnTo>
                  <a:lnTo>
                    <a:pt x="11141" y="2983"/>
                  </a:lnTo>
                  <a:lnTo>
                    <a:pt x="11235" y="3216"/>
                  </a:lnTo>
                  <a:lnTo>
                    <a:pt x="11375" y="3356"/>
                  </a:lnTo>
                  <a:lnTo>
                    <a:pt x="11561" y="3543"/>
                  </a:lnTo>
                  <a:lnTo>
                    <a:pt x="11794" y="3636"/>
                  </a:lnTo>
                  <a:lnTo>
                    <a:pt x="11981" y="3683"/>
                  </a:lnTo>
                  <a:lnTo>
                    <a:pt x="12260" y="3729"/>
                  </a:lnTo>
                  <a:lnTo>
                    <a:pt x="12493" y="3683"/>
                  </a:lnTo>
                  <a:lnTo>
                    <a:pt x="12726" y="3636"/>
                  </a:lnTo>
                  <a:lnTo>
                    <a:pt x="12913" y="3543"/>
                  </a:lnTo>
                  <a:lnTo>
                    <a:pt x="13099" y="3356"/>
                  </a:lnTo>
                  <a:lnTo>
                    <a:pt x="13239" y="3216"/>
                  </a:lnTo>
                  <a:lnTo>
                    <a:pt x="13332" y="2983"/>
                  </a:lnTo>
                  <a:lnTo>
                    <a:pt x="13426" y="2750"/>
                  </a:lnTo>
                  <a:lnTo>
                    <a:pt x="13426" y="2517"/>
                  </a:lnTo>
                  <a:lnTo>
                    <a:pt x="13426" y="2331"/>
                  </a:lnTo>
                  <a:lnTo>
                    <a:pt x="13379" y="2144"/>
                  </a:lnTo>
                  <a:lnTo>
                    <a:pt x="13286" y="1958"/>
                  </a:lnTo>
                  <a:lnTo>
                    <a:pt x="13193" y="1818"/>
                  </a:lnTo>
                  <a:lnTo>
                    <a:pt x="13053" y="1678"/>
                  </a:lnTo>
                  <a:lnTo>
                    <a:pt x="12913" y="1538"/>
                  </a:lnTo>
                  <a:lnTo>
                    <a:pt x="12773" y="1445"/>
                  </a:lnTo>
                  <a:lnTo>
                    <a:pt x="12587" y="1398"/>
                  </a:lnTo>
                  <a:lnTo>
                    <a:pt x="12587" y="0"/>
                  </a:lnTo>
                  <a:lnTo>
                    <a:pt x="7878" y="0"/>
                  </a:lnTo>
                  <a:lnTo>
                    <a:pt x="7878" y="1445"/>
                  </a:lnTo>
                  <a:lnTo>
                    <a:pt x="5594" y="1445"/>
                  </a:lnTo>
                  <a:lnTo>
                    <a:pt x="55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875" name="Google Shape;875;p33"/>
          <p:cNvGrpSpPr/>
          <p:nvPr/>
        </p:nvGrpSpPr>
        <p:grpSpPr>
          <a:xfrm>
            <a:off x="5872228" y="1319369"/>
            <a:ext cx="447533" cy="447533"/>
            <a:chOff x="7046225" y="4079350"/>
            <a:chExt cx="335650" cy="335650"/>
          </a:xfrm>
        </p:grpSpPr>
        <p:sp>
          <p:nvSpPr>
            <p:cNvPr id="876" name="Google Shape;876;p33"/>
            <p:cNvSpPr/>
            <p:nvPr/>
          </p:nvSpPr>
          <p:spPr>
            <a:xfrm>
              <a:off x="7137125" y="4192400"/>
              <a:ext cx="153875" cy="180650"/>
            </a:xfrm>
            <a:custGeom>
              <a:avLst/>
              <a:gdLst/>
              <a:ahLst/>
              <a:cxnLst/>
              <a:rect l="l" t="t" r="r" b="b"/>
              <a:pathLst>
                <a:path w="6155" h="7226" extrusionOk="0">
                  <a:moveTo>
                    <a:pt x="2005" y="2658"/>
                  </a:moveTo>
                  <a:lnTo>
                    <a:pt x="2005" y="3450"/>
                  </a:lnTo>
                  <a:lnTo>
                    <a:pt x="1259" y="3450"/>
                  </a:lnTo>
                  <a:lnTo>
                    <a:pt x="1259" y="2658"/>
                  </a:lnTo>
                  <a:close/>
                  <a:moveTo>
                    <a:pt x="4849" y="2658"/>
                  </a:moveTo>
                  <a:lnTo>
                    <a:pt x="4849" y="3450"/>
                  </a:lnTo>
                  <a:lnTo>
                    <a:pt x="4103" y="3450"/>
                  </a:lnTo>
                  <a:lnTo>
                    <a:pt x="4103" y="2658"/>
                  </a:lnTo>
                  <a:close/>
                  <a:moveTo>
                    <a:pt x="4476" y="4849"/>
                  </a:moveTo>
                  <a:lnTo>
                    <a:pt x="4476" y="5128"/>
                  </a:lnTo>
                  <a:lnTo>
                    <a:pt x="4383" y="5408"/>
                  </a:lnTo>
                  <a:lnTo>
                    <a:pt x="4243" y="5641"/>
                  </a:lnTo>
                  <a:lnTo>
                    <a:pt x="4056" y="5827"/>
                  </a:lnTo>
                  <a:lnTo>
                    <a:pt x="3870" y="6014"/>
                  </a:lnTo>
                  <a:lnTo>
                    <a:pt x="3637" y="6154"/>
                  </a:lnTo>
                  <a:lnTo>
                    <a:pt x="3357" y="6247"/>
                  </a:lnTo>
                  <a:lnTo>
                    <a:pt x="2798" y="6247"/>
                  </a:lnTo>
                  <a:lnTo>
                    <a:pt x="2518" y="6154"/>
                  </a:lnTo>
                  <a:lnTo>
                    <a:pt x="2285" y="6014"/>
                  </a:lnTo>
                  <a:lnTo>
                    <a:pt x="2052" y="5827"/>
                  </a:lnTo>
                  <a:lnTo>
                    <a:pt x="1865" y="5641"/>
                  </a:lnTo>
                  <a:lnTo>
                    <a:pt x="1726" y="5408"/>
                  </a:lnTo>
                  <a:lnTo>
                    <a:pt x="1679" y="5128"/>
                  </a:lnTo>
                  <a:lnTo>
                    <a:pt x="1632" y="4849"/>
                  </a:lnTo>
                  <a:lnTo>
                    <a:pt x="2425" y="4849"/>
                  </a:lnTo>
                  <a:lnTo>
                    <a:pt x="2471" y="5082"/>
                  </a:lnTo>
                  <a:lnTo>
                    <a:pt x="2611" y="5268"/>
                  </a:lnTo>
                  <a:lnTo>
                    <a:pt x="2798" y="5408"/>
                  </a:lnTo>
                  <a:lnTo>
                    <a:pt x="3077" y="5501"/>
                  </a:lnTo>
                  <a:lnTo>
                    <a:pt x="3311" y="5408"/>
                  </a:lnTo>
                  <a:lnTo>
                    <a:pt x="3544" y="5268"/>
                  </a:lnTo>
                  <a:lnTo>
                    <a:pt x="3683" y="5082"/>
                  </a:lnTo>
                  <a:lnTo>
                    <a:pt x="3730" y="4849"/>
                  </a:lnTo>
                  <a:close/>
                  <a:moveTo>
                    <a:pt x="3917" y="1"/>
                  </a:moveTo>
                  <a:lnTo>
                    <a:pt x="3730" y="327"/>
                  </a:lnTo>
                  <a:lnTo>
                    <a:pt x="3450" y="607"/>
                  </a:lnTo>
                  <a:lnTo>
                    <a:pt x="3171" y="840"/>
                  </a:lnTo>
                  <a:lnTo>
                    <a:pt x="2844" y="1073"/>
                  </a:lnTo>
                  <a:lnTo>
                    <a:pt x="2518" y="1259"/>
                  </a:lnTo>
                  <a:lnTo>
                    <a:pt x="2145" y="1399"/>
                  </a:lnTo>
                  <a:lnTo>
                    <a:pt x="1726" y="1446"/>
                  </a:lnTo>
                  <a:lnTo>
                    <a:pt x="1353" y="1492"/>
                  </a:lnTo>
                  <a:lnTo>
                    <a:pt x="1" y="1492"/>
                  </a:lnTo>
                  <a:lnTo>
                    <a:pt x="1" y="4149"/>
                  </a:lnTo>
                  <a:lnTo>
                    <a:pt x="1" y="4429"/>
                  </a:lnTo>
                  <a:lnTo>
                    <a:pt x="47" y="4755"/>
                  </a:lnTo>
                  <a:lnTo>
                    <a:pt x="141" y="5035"/>
                  </a:lnTo>
                  <a:lnTo>
                    <a:pt x="234" y="5315"/>
                  </a:lnTo>
                  <a:lnTo>
                    <a:pt x="374" y="5594"/>
                  </a:lnTo>
                  <a:lnTo>
                    <a:pt x="514" y="5874"/>
                  </a:lnTo>
                  <a:lnTo>
                    <a:pt x="700" y="6107"/>
                  </a:lnTo>
                  <a:lnTo>
                    <a:pt x="887" y="6294"/>
                  </a:lnTo>
                  <a:lnTo>
                    <a:pt x="1120" y="6527"/>
                  </a:lnTo>
                  <a:lnTo>
                    <a:pt x="1353" y="6667"/>
                  </a:lnTo>
                  <a:lnTo>
                    <a:pt x="1586" y="6853"/>
                  </a:lnTo>
                  <a:lnTo>
                    <a:pt x="1865" y="6946"/>
                  </a:lnTo>
                  <a:lnTo>
                    <a:pt x="2145" y="7086"/>
                  </a:lnTo>
                  <a:lnTo>
                    <a:pt x="2425" y="7133"/>
                  </a:lnTo>
                  <a:lnTo>
                    <a:pt x="2751" y="7179"/>
                  </a:lnTo>
                  <a:lnTo>
                    <a:pt x="3077" y="7226"/>
                  </a:lnTo>
                  <a:lnTo>
                    <a:pt x="3357" y="7179"/>
                  </a:lnTo>
                  <a:lnTo>
                    <a:pt x="3683" y="7133"/>
                  </a:lnTo>
                  <a:lnTo>
                    <a:pt x="3963" y="7086"/>
                  </a:lnTo>
                  <a:lnTo>
                    <a:pt x="4243" y="6946"/>
                  </a:lnTo>
                  <a:lnTo>
                    <a:pt x="4523" y="6853"/>
                  </a:lnTo>
                  <a:lnTo>
                    <a:pt x="4802" y="6667"/>
                  </a:lnTo>
                  <a:lnTo>
                    <a:pt x="5035" y="6527"/>
                  </a:lnTo>
                  <a:lnTo>
                    <a:pt x="5222" y="6294"/>
                  </a:lnTo>
                  <a:lnTo>
                    <a:pt x="5455" y="6107"/>
                  </a:lnTo>
                  <a:lnTo>
                    <a:pt x="5595" y="5874"/>
                  </a:lnTo>
                  <a:lnTo>
                    <a:pt x="5781" y="5594"/>
                  </a:lnTo>
                  <a:lnTo>
                    <a:pt x="5874" y="5315"/>
                  </a:lnTo>
                  <a:lnTo>
                    <a:pt x="6014" y="5035"/>
                  </a:lnTo>
                  <a:lnTo>
                    <a:pt x="6061" y="4755"/>
                  </a:lnTo>
                  <a:lnTo>
                    <a:pt x="6107" y="4429"/>
                  </a:lnTo>
                  <a:lnTo>
                    <a:pt x="6154" y="4149"/>
                  </a:lnTo>
                  <a:lnTo>
                    <a:pt x="6154" y="1492"/>
                  </a:lnTo>
                  <a:lnTo>
                    <a:pt x="5781" y="1399"/>
                  </a:lnTo>
                  <a:lnTo>
                    <a:pt x="5455" y="1306"/>
                  </a:lnTo>
                  <a:lnTo>
                    <a:pt x="5129" y="1166"/>
                  </a:lnTo>
                  <a:lnTo>
                    <a:pt x="4849" y="980"/>
                  </a:lnTo>
                  <a:lnTo>
                    <a:pt x="4569" y="793"/>
                  </a:lnTo>
                  <a:lnTo>
                    <a:pt x="4336" y="513"/>
                  </a:lnTo>
                  <a:lnTo>
                    <a:pt x="4103" y="280"/>
                  </a:lnTo>
                  <a:lnTo>
                    <a:pt x="39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7" name="Google Shape;877;p33"/>
            <p:cNvSpPr/>
            <p:nvPr/>
          </p:nvSpPr>
          <p:spPr>
            <a:xfrm>
              <a:off x="7094025" y="4229700"/>
              <a:ext cx="23325" cy="32650"/>
            </a:xfrm>
            <a:custGeom>
              <a:avLst/>
              <a:gdLst/>
              <a:ahLst/>
              <a:cxnLst/>
              <a:rect l="l" t="t" r="r" b="b"/>
              <a:pathLst>
                <a:path w="933" h="1306" extrusionOk="0">
                  <a:moveTo>
                    <a:pt x="513" y="0"/>
                  </a:moveTo>
                  <a:lnTo>
                    <a:pt x="280" y="47"/>
                  </a:lnTo>
                  <a:lnTo>
                    <a:pt x="140" y="140"/>
                  </a:lnTo>
                  <a:lnTo>
                    <a:pt x="0" y="327"/>
                  </a:lnTo>
                  <a:lnTo>
                    <a:pt x="0" y="513"/>
                  </a:lnTo>
                  <a:lnTo>
                    <a:pt x="0" y="793"/>
                  </a:lnTo>
                  <a:lnTo>
                    <a:pt x="0" y="979"/>
                  </a:lnTo>
                  <a:lnTo>
                    <a:pt x="140" y="1166"/>
                  </a:lnTo>
                  <a:lnTo>
                    <a:pt x="280" y="1259"/>
                  </a:lnTo>
                  <a:lnTo>
                    <a:pt x="513" y="1305"/>
                  </a:lnTo>
                  <a:lnTo>
                    <a:pt x="932" y="1305"/>
                  </a:lnTo>
                  <a:lnTo>
                    <a:pt x="9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8" name="Google Shape;878;p33"/>
            <p:cNvSpPr/>
            <p:nvPr/>
          </p:nvSpPr>
          <p:spPr>
            <a:xfrm>
              <a:off x="7137125" y="4121325"/>
              <a:ext cx="153875" cy="88575"/>
            </a:xfrm>
            <a:custGeom>
              <a:avLst/>
              <a:gdLst/>
              <a:ahLst/>
              <a:cxnLst/>
              <a:rect l="l" t="t" r="r" b="b"/>
              <a:pathLst>
                <a:path w="6155" h="3543" extrusionOk="0">
                  <a:moveTo>
                    <a:pt x="3077" y="0"/>
                  </a:moveTo>
                  <a:lnTo>
                    <a:pt x="2751" y="47"/>
                  </a:lnTo>
                  <a:lnTo>
                    <a:pt x="2425" y="93"/>
                  </a:lnTo>
                  <a:lnTo>
                    <a:pt x="2145" y="140"/>
                  </a:lnTo>
                  <a:lnTo>
                    <a:pt x="1865" y="233"/>
                  </a:lnTo>
                  <a:lnTo>
                    <a:pt x="1586" y="373"/>
                  </a:lnTo>
                  <a:lnTo>
                    <a:pt x="1353" y="513"/>
                  </a:lnTo>
                  <a:lnTo>
                    <a:pt x="1120" y="699"/>
                  </a:lnTo>
                  <a:lnTo>
                    <a:pt x="887" y="886"/>
                  </a:lnTo>
                  <a:lnTo>
                    <a:pt x="700" y="1119"/>
                  </a:lnTo>
                  <a:lnTo>
                    <a:pt x="514" y="1352"/>
                  </a:lnTo>
                  <a:lnTo>
                    <a:pt x="374" y="1632"/>
                  </a:lnTo>
                  <a:lnTo>
                    <a:pt x="234" y="1865"/>
                  </a:lnTo>
                  <a:lnTo>
                    <a:pt x="141" y="2144"/>
                  </a:lnTo>
                  <a:lnTo>
                    <a:pt x="47" y="2471"/>
                  </a:lnTo>
                  <a:lnTo>
                    <a:pt x="1" y="2750"/>
                  </a:lnTo>
                  <a:lnTo>
                    <a:pt x="1" y="3077"/>
                  </a:lnTo>
                  <a:lnTo>
                    <a:pt x="1" y="3543"/>
                  </a:lnTo>
                  <a:lnTo>
                    <a:pt x="1353" y="3543"/>
                  </a:lnTo>
                  <a:lnTo>
                    <a:pt x="1772" y="3496"/>
                  </a:lnTo>
                  <a:lnTo>
                    <a:pt x="2192" y="3356"/>
                  </a:lnTo>
                  <a:lnTo>
                    <a:pt x="2565" y="3170"/>
                  </a:lnTo>
                  <a:lnTo>
                    <a:pt x="2891" y="2890"/>
                  </a:lnTo>
                  <a:lnTo>
                    <a:pt x="3171" y="2564"/>
                  </a:lnTo>
                  <a:lnTo>
                    <a:pt x="3357" y="2191"/>
                  </a:lnTo>
                  <a:lnTo>
                    <a:pt x="3497" y="1771"/>
                  </a:lnTo>
                  <a:lnTo>
                    <a:pt x="3544" y="1352"/>
                  </a:lnTo>
                  <a:lnTo>
                    <a:pt x="4336" y="1352"/>
                  </a:lnTo>
                  <a:lnTo>
                    <a:pt x="4336" y="1725"/>
                  </a:lnTo>
                  <a:lnTo>
                    <a:pt x="4476" y="2098"/>
                  </a:lnTo>
                  <a:lnTo>
                    <a:pt x="4616" y="2471"/>
                  </a:lnTo>
                  <a:lnTo>
                    <a:pt x="4849" y="2750"/>
                  </a:lnTo>
                  <a:lnTo>
                    <a:pt x="5129" y="3030"/>
                  </a:lnTo>
                  <a:lnTo>
                    <a:pt x="5408" y="3263"/>
                  </a:lnTo>
                  <a:lnTo>
                    <a:pt x="5781" y="3403"/>
                  </a:lnTo>
                  <a:lnTo>
                    <a:pt x="6154" y="3496"/>
                  </a:lnTo>
                  <a:lnTo>
                    <a:pt x="6154" y="3077"/>
                  </a:lnTo>
                  <a:lnTo>
                    <a:pt x="6107" y="2750"/>
                  </a:lnTo>
                  <a:lnTo>
                    <a:pt x="6061" y="2471"/>
                  </a:lnTo>
                  <a:lnTo>
                    <a:pt x="6014" y="2144"/>
                  </a:lnTo>
                  <a:lnTo>
                    <a:pt x="5874" y="1865"/>
                  </a:lnTo>
                  <a:lnTo>
                    <a:pt x="5781" y="1632"/>
                  </a:lnTo>
                  <a:lnTo>
                    <a:pt x="5595" y="1352"/>
                  </a:lnTo>
                  <a:lnTo>
                    <a:pt x="5455" y="1119"/>
                  </a:lnTo>
                  <a:lnTo>
                    <a:pt x="5222" y="886"/>
                  </a:lnTo>
                  <a:lnTo>
                    <a:pt x="5035" y="699"/>
                  </a:lnTo>
                  <a:lnTo>
                    <a:pt x="4802" y="513"/>
                  </a:lnTo>
                  <a:lnTo>
                    <a:pt x="4523" y="373"/>
                  </a:lnTo>
                  <a:lnTo>
                    <a:pt x="4243" y="233"/>
                  </a:lnTo>
                  <a:lnTo>
                    <a:pt x="3963" y="140"/>
                  </a:lnTo>
                  <a:lnTo>
                    <a:pt x="3683" y="93"/>
                  </a:lnTo>
                  <a:lnTo>
                    <a:pt x="3357" y="47"/>
                  </a:lnTo>
                  <a:lnTo>
                    <a:pt x="30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9" name="Google Shape;879;p33"/>
            <p:cNvSpPr/>
            <p:nvPr/>
          </p:nvSpPr>
          <p:spPr>
            <a:xfrm>
              <a:off x="7046225" y="4079350"/>
              <a:ext cx="54800" cy="54800"/>
            </a:xfrm>
            <a:custGeom>
              <a:avLst/>
              <a:gdLst/>
              <a:ahLst/>
              <a:cxnLst/>
              <a:rect l="l" t="t" r="r" b="b"/>
              <a:pathLst>
                <a:path w="2192" h="2192" extrusionOk="0">
                  <a:moveTo>
                    <a:pt x="1" y="1"/>
                  </a:moveTo>
                  <a:lnTo>
                    <a:pt x="1" y="2192"/>
                  </a:lnTo>
                  <a:lnTo>
                    <a:pt x="793" y="2192"/>
                  </a:lnTo>
                  <a:lnTo>
                    <a:pt x="793" y="793"/>
                  </a:lnTo>
                  <a:lnTo>
                    <a:pt x="2192" y="793"/>
                  </a:lnTo>
                  <a:lnTo>
                    <a:pt x="21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0" name="Google Shape;880;p33"/>
            <p:cNvSpPr/>
            <p:nvPr/>
          </p:nvSpPr>
          <p:spPr>
            <a:xfrm>
              <a:off x="7327100" y="4079350"/>
              <a:ext cx="54775" cy="54800"/>
            </a:xfrm>
            <a:custGeom>
              <a:avLst/>
              <a:gdLst/>
              <a:ahLst/>
              <a:cxnLst/>
              <a:rect l="l" t="t" r="r" b="b"/>
              <a:pathLst>
                <a:path w="2191" h="2192" extrusionOk="0">
                  <a:moveTo>
                    <a:pt x="0" y="1"/>
                  </a:moveTo>
                  <a:lnTo>
                    <a:pt x="0" y="793"/>
                  </a:lnTo>
                  <a:lnTo>
                    <a:pt x="1399" y="793"/>
                  </a:lnTo>
                  <a:lnTo>
                    <a:pt x="1399" y="2192"/>
                  </a:lnTo>
                  <a:lnTo>
                    <a:pt x="2191" y="2192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1" name="Google Shape;881;p33"/>
            <p:cNvSpPr/>
            <p:nvPr/>
          </p:nvSpPr>
          <p:spPr>
            <a:xfrm>
              <a:off x="7046225" y="4360225"/>
              <a:ext cx="54800" cy="54775"/>
            </a:xfrm>
            <a:custGeom>
              <a:avLst/>
              <a:gdLst/>
              <a:ahLst/>
              <a:cxnLst/>
              <a:rect l="l" t="t" r="r" b="b"/>
              <a:pathLst>
                <a:path w="2192" h="2191" extrusionOk="0">
                  <a:moveTo>
                    <a:pt x="1" y="0"/>
                  </a:moveTo>
                  <a:lnTo>
                    <a:pt x="1" y="2191"/>
                  </a:lnTo>
                  <a:lnTo>
                    <a:pt x="2192" y="2191"/>
                  </a:lnTo>
                  <a:lnTo>
                    <a:pt x="2192" y="1399"/>
                  </a:lnTo>
                  <a:lnTo>
                    <a:pt x="793" y="1399"/>
                  </a:lnTo>
                  <a:lnTo>
                    <a:pt x="7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7327100" y="4360225"/>
              <a:ext cx="54775" cy="54775"/>
            </a:xfrm>
            <a:custGeom>
              <a:avLst/>
              <a:gdLst/>
              <a:ahLst/>
              <a:cxnLst/>
              <a:rect l="l" t="t" r="r" b="b"/>
              <a:pathLst>
                <a:path w="2191" h="2191" extrusionOk="0">
                  <a:moveTo>
                    <a:pt x="1399" y="0"/>
                  </a:moveTo>
                  <a:lnTo>
                    <a:pt x="1399" y="1399"/>
                  </a:lnTo>
                  <a:lnTo>
                    <a:pt x="0" y="1399"/>
                  </a:lnTo>
                  <a:lnTo>
                    <a:pt x="0" y="2191"/>
                  </a:lnTo>
                  <a:lnTo>
                    <a:pt x="2191" y="2191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7309600" y="4229700"/>
              <a:ext cx="24500" cy="32650"/>
            </a:xfrm>
            <a:custGeom>
              <a:avLst/>
              <a:gdLst/>
              <a:ahLst/>
              <a:cxnLst/>
              <a:rect l="l" t="t" r="r" b="b"/>
              <a:pathLst>
                <a:path w="980" h="1306" extrusionOk="0">
                  <a:moveTo>
                    <a:pt x="1" y="0"/>
                  </a:moveTo>
                  <a:lnTo>
                    <a:pt x="1" y="1305"/>
                  </a:lnTo>
                  <a:lnTo>
                    <a:pt x="467" y="1305"/>
                  </a:lnTo>
                  <a:lnTo>
                    <a:pt x="653" y="1259"/>
                  </a:lnTo>
                  <a:lnTo>
                    <a:pt x="840" y="1166"/>
                  </a:lnTo>
                  <a:lnTo>
                    <a:pt x="933" y="979"/>
                  </a:lnTo>
                  <a:lnTo>
                    <a:pt x="980" y="793"/>
                  </a:lnTo>
                  <a:lnTo>
                    <a:pt x="980" y="513"/>
                  </a:lnTo>
                  <a:lnTo>
                    <a:pt x="933" y="327"/>
                  </a:lnTo>
                  <a:lnTo>
                    <a:pt x="840" y="140"/>
                  </a:lnTo>
                  <a:lnTo>
                    <a:pt x="653" y="47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050290" y="266700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智能体协作与任务编排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8580" y="737235"/>
            <a:ext cx="3048000" cy="184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AGENT ORCHESTRATION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5770880" y="545465"/>
            <a:ext cx="5885815" cy="1651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4493895" y="2822575"/>
            <a:ext cx="3335020" cy="2622550"/>
            <a:chOff x="1521" y="4245"/>
            <a:chExt cx="5252" cy="4130"/>
          </a:xfrm>
        </p:grpSpPr>
        <p:sp>
          <p:nvSpPr>
            <p:cNvPr id="1" name="Google Shape;863;p33"/>
            <p:cNvSpPr txBox="1"/>
            <p:nvPr>
              <p:custDataLst>
                <p:tags r:id="rId3"/>
              </p:custDataLst>
            </p:nvPr>
          </p:nvSpPr>
          <p:spPr>
            <a:xfrm>
              <a:off x="1521" y="5331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>
                  <a:latin typeface="黑体" panose="02010609060101010101" charset="-122"/>
                  <a:ea typeface="黑体" panose="02010609060101010101" charset="-122"/>
                </a:rPr>
                <a:t>Supervisor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选择工具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" name="Google Shape;863;p33"/>
            <p:cNvSpPr txBox="1"/>
            <p:nvPr>
              <p:custDataLst>
                <p:tags r:id="rId4"/>
              </p:custDataLst>
            </p:nvPr>
          </p:nvSpPr>
          <p:spPr>
            <a:xfrm>
              <a:off x="1654" y="6406"/>
              <a:ext cx="4989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检索/图谱/详情调用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" name="Google Shape;863;p33"/>
            <p:cNvSpPr txBox="1"/>
            <p:nvPr>
              <p:custDataLst>
                <p:tags r:id="rId5"/>
              </p:custDataLst>
            </p:nvPr>
          </p:nvSpPr>
          <p:spPr>
            <a:xfrm>
              <a:off x="1521" y="7481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证据整合与引用回答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4" name="直接箭头连接符 3"/>
            <p:cNvCxnSpPr/>
            <p:nvPr>
              <p:custDataLst>
                <p:tags r:id="rId6"/>
              </p:custDataLst>
            </p:nvPr>
          </p:nvCxnSpPr>
          <p:spPr>
            <a:xfrm>
              <a:off x="4144" y="491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>
              <p:custDataLst>
                <p:tags r:id="rId7"/>
              </p:custDataLst>
            </p:nvPr>
          </p:nvCxnSpPr>
          <p:spPr>
            <a:xfrm>
              <a:off x="4144" y="602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>
              <p:custDataLst>
                <p:tags r:id="rId8"/>
              </p:custDataLst>
            </p:nvPr>
          </p:nvCxnSpPr>
          <p:spPr>
            <a:xfrm>
              <a:off x="4144" y="713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Google Shape;863;p33"/>
            <p:cNvSpPr txBox="1"/>
            <p:nvPr/>
          </p:nvSpPr>
          <p:spPr>
            <a:xfrm>
              <a:off x="1521" y="4245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用户问题与意图识别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10285" y="2822575"/>
            <a:ext cx="3335020" cy="2622550"/>
            <a:chOff x="1521" y="4245"/>
            <a:chExt cx="5252" cy="4130"/>
          </a:xfrm>
        </p:grpSpPr>
        <p:sp>
          <p:nvSpPr>
            <p:cNvPr id="17" name="Google Shape;863;p33"/>
            <p:cNvSpPr txBox="1"/>
            <p:nvPr/>
          </p:nvSpPr>
          <p:spPr>
            <a:xfrm>
              <a:off x="1521" y="5331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规范化及多级去重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8" name="Google Shape;863;p33"/>
            <p:cNvSpPr txBox="1"/>
            <p:nvPr/>
          </p:nvSpPr>
          <p:spPr>
            <a:xfrm>
              <a:off x="1654" y="6406"/>
              <a:ext cx="4989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并行富化与结果校验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9" name="Google Shape;863;p33"/>
            <p:cNvSpPr txBox="1"/>
            <p:nvPr/>
          </p:nvSpPr>
          <p:spPr>
            <a:xfrm>
              <a:off x="1521" y="7481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持久化及索引更新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4144" y="491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4144" y="602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4144" y="713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Google Shape;863;p33"/>
            <p:cNvSpPr txBox="1"/>
            <p:nvPr/>
          </p:nvSpPr>
          <p:spPr>
            <a:xfrm>
              <a:off x="1521" y="4245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定时触发与增量采集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8027670" y="2822575"/>
            <a:ext cx="3335020" cy="2622550"/>
            <a:chOff x="1521" y="4245"/>
            <a:chExt cx="5252" cy="4130"/>
          </a:xfrm>
        </p:grpSpPr>
        <p:sp>
          <p:nvSpPr>
            <p:cNvPr id="27" name="Google Shape;863;p33"/>
            <p:cNvSpPr txBox="1"/>
            <p:nvPr>
              <p:custDataLst>
                <p:tags r:id="rId10"/>
              </p:custDataLst>
            </p:nvPr>
          </p:nvSpPr>
          <p:spPr>
            <a:xfrm>
              <a:off x="1521" y="5331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>
                  <a:latin typeface="黑体" panose="02010609060101010101" charset="-122"/>
                  <a:ea typeface="黑体" panose="02010609060101010101" charset="-122"/>
                </a:rPr>
                <a:t>Executor: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执行情报查询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8" name="Google Shape;863;p33"/>
            <p:cNvSpPr txBox="1"/>
            <p:nvPr>
              <p:custDataLst>
                <p:tags r:id="rId11"/>
              </p:custDataLst>
            </p:nvPr>
          </p:nvSpPr>
          <p:spPr>
            <a:xfrm>
              <a:off x="1654" y="6406"/>
              <a:ext cx="4989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>
                  <a:latin typeface="黑体" panose="02010609060101010101" charset="-122"/>
                  <a:ea typeface="黑体" panose="02010609060101010101" charset="-122"/>
                </a:rPr>
                <a:t>Critic: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核验分析证据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9" name="Google Shape;863;p33"/>
            <p:cNvSpPr txBox="1"/>
            <p:nvPr>
              <p:custDataLst>
                <p:tags r:id="rId12"/>
              </p:custDataLst>
            </p:nvPr>
          </p:nvSpPr>
          <p:spPr>
            <a:xfrm>
              <a:off x="1521" y="7481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输出专题分析结果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30" name="直接箭头连接符 29"/>
            <p:cNvCxnSpPr/>
            <p:nvPr>
              <p:custDataLst>
                <p:tags r:id="rId13"/>
              </p:custDataLst>
            </p:nvPr>
          </p:nvCxnSpPr>
          <p:spPr>
            <a:xfrm>
              <a:off x="4144" y="491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>
              <p:custDataLst>
                <p:tags r:id="rId14"/>
              </p:custDataLst>
            </p:nvPr>
          </p:nvCxnSpPr>
          <p:spPr>
            <a:xfrm>
              <a:off x="4144" y="602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>
              <p:custDataLst>
                <p:tags r:id="rId15"/>
              </p:custDataLst>
            </p:nvPr>
          </p:nvCxnSpPr>
          <p:spPr>
            <a:xfrm>
              <a:off x="4144" y="713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Google Shape;863;p33"/>
            <p:cNvSpPr txBox="1"/>
            <p:nvPr/>
          </p:nvSpPr>
          <p:spPr>
            <a:xfrm>
              <a:off x="1521" y="4245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>
                  <a:latin typeface="黑体" panose="02010609060101010101" charset="-122"/>
                  <a:ea typeface="黑体" panose="02010609060101010101" charset="-122"/>
                </a:rPr>
                <a:t>Planner: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拆解分析任务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8653780" y="2539365"/>
            <a:ext cx="2608580" cy="367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rgbClr val="FF5822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Planner-Executor-Critic</a:t>
            </a:r>
            <a:endParaRPr lang="en-US" altLang="zh-CN" sz="1400">
              <a:solidFill>
                <a:srgbClr val="FF5822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17490" y="2531110"/>
            <a:ext cx="228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solidFill>
                  <a:srgbClr val="FF5822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Supervisor-as-Tools</a:t>
            </a:r>
            <a:endParaRPr lang="en-US" altLang="zh-CN" sz="1400">
              <a:solidFill>
                <a:srgbClr val="FF5822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900555" y="2545715"/>
            <a:ext cx="1828165" cy="366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>
                <a:solidFill>
                  <a:srgbClr val="FF5822"/>
                </a:solidFill>
                <a:latin typeface="Arial" panose="020B0604020202020204" pitchFamily="34" charset="0"/>
                <a:ea typeface="黑体" panose="02010609060101010101" charset="-122"/>
              </a:rPr>
              <a:t>自动化情报处理</a:t>
            </a:r>
            <a:endParaRPr lang="zh-CN" altLang="en-US" sz="1400">
              <a:solidFill>
                <a:srgbClr val="FF5822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92505" y="5440045"/>
            <a:ext cx="8909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共享</a:t>
            </a:r>
            <a:endParaRPr lang="zh-CN" altLang="en-US" sz="24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  <a:p>
            <a:r>
              <a:rPr lang="zh-CN" altLang="en-US" sz="24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执行</a:t>
            </a:r>
            <a:endParaRPr lang="zh-CN" altLang="en-US" sz="24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  <a:p>
            <a:r>
              <a:rPr lang="zh-CN" altLang="en-US" sz="24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机制</a:t>
            </a:r>
            <a:endParaRPr lang="zh-CN" altLang="en-US" sz="24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2000885" y="5568950"/>
            <a:ext cx="1935480" cy="920750"/>
            <a:chOff x="3151" y="8770"/>
            <a:chExt cx="3048" cy="1450"/>
          </a:xfrm>
        </p:grpSpPr>
        <p:sp>
          <p:nvSpPr>
            <p:cNvPr id="39" name="圆角矩形 38"/>
            <p:cNvSpPr/>
            <p:nvPr/>
          </p:nvSpPr>
          <p:spPr>
            <a:xfrm>
              <a:off x="3151" y="8770"/>
              <a:ext cx="2721" cy="145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528" y="8846"/>
              <a:ext cx="204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>
                  <a:latin typeface="黑体" panose="02010609060101010101" charset="-122"/>
                  <a:ea typeface="黑体" panose="02010609060101010101" charset="-122"/>
                </a:rPr>
                <a:t>状态管理</a:t>
              </a:r>
              <a:endParaRPr lang="zh-CN" altLang="en-US" sz="20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319" y="9560"/>
              <a:ext cx="288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节点间状态转移</a:t>
              </a:r>
              <a:endParaRPr lang="zh-CN" altLang="en-US" sz="1600">
                <a:solidFill>
                  <a:schemeClr val="tx1">
                    <a:lumMod val="8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244975" y="5568950"/>
            <a:ext cx="1751965" cy="920750"/>
            <a:chOff x="3151" y="8770"/>
            <a:chExt cx="2759" cy="1450"/>
          </a:xfrm>
        </p:grpSpPr>
        <p:sp>
          <p:nvSpPr>
            <p:cNvPr id="45" name="圆角矩形 44"/>
            <p:cNvSpPr/>
            <p:nvPr/>
          </p:nvSpPr>
          <p:spPr>
            <a:xfrm>
              <a:off x="3151" y="8770"/>
              <a:ext cx="2721" cy="145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528" y="8846"/>
              <a:ext cx="204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>
                  <a:latin typeface="黑体" panose="02010609060101010101" charset="-122"/>
                  <a:ea typeface="黑体" panose="02010609060101010101" charset="-122"/>
                </a:rPr>
                <a:t>工具</a:t>
              </a:r>
              <a:r>
                <a:rPr lang="zh-CN" altLang="en-US" sz="2000" b="1">
                  <a:latin typeface="黑体" panose="02010609060101010101" charset="-122"/>
                  <a:ea typeface="黑体" panose="02010609060101010101" charset="-122"/>
                </a:rPr>
                <a:t>调用</a:t>
              </a:r>
              <a:endParaRPr lang="zh-CN" altLang="en-US" sz="20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410" y="9560"/>
              <a:ext cx="250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统一服务</a:t>
              </a:r>
              <a:r>
                <a:rPr lang="zh-CN" altLang="en-US" sz="16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接口</a:t>
              </a:r>
              <a:endParaRPr lang="zh-CN" altLang="en-US" sz="1600">
                <a:solidFill>
                  <a:schemeClr val="tx1">
                    <a:lumMod val="8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530340" y="5568950"/>
            <a:ext cx="1943735" cy="920750"/>
            <a:chOff x="3138" y="8770"/>
            <a:chExt cx="3061" cy="1450"/>
          </a:xfrm>
        </p:grpSpPr>
        <p:sp>
          <p:nvSpPr>
            <p:cNvPr id="49" name="圆角矩形 48"/>
            <p:cNvSpPr/>
            <p:nvPr/>
          </p:nvSpPr>
          <p:spPr>
            <a:xfrm>
              <a:off x="3138" y="8770"/>
              <a:ext cx="2812" cy="145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528" y="8846"/>
              <a:ext cx="204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>
                  <a:latin typeface="黑体" panose="02010609060101010101" charset="-122"/>
                  <a:ea typeface="黑体" panose="02010609060101010101" charset="-122"/>
                </a:rPr>
                <a:t>条件</a:t>
              </a:r>
              <a:r>
                <a:rPr lang="zh-CN" altLang="en-US" sz="2000" b="1">
                  <a:latin typeface="黑体" panose="02010609060101010101" charset="-122"/>
                  <a:ea typeface="黑体" panose="02010609060101010101" charset="-122"/>
                </a:rPr>
                <a:t>路由</a:t>
              </a:r>
              <a:endParaRPr lang="zh-CN" altLang="en-US" sz="20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3319" y="9560"/>
              <a:ext cx="288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按任务动态</a:t>
              </a:r>
              <a:r>
                <a:rPr lang="zh-CN" altLang="en-US" sz="16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分支</a:t>
              </a:r>
              <a:endParaRPr lang="zh-CN" altLang="en-US" sz="1600">
                <a:solidFill>
                  <a:schemeClr val="tx1">
                    <a:lumMod val="8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8832215" y="5568950"/>
            <a:ext cx="1935480" cy="920750"/>
            <a:chOff x="3151" y="8770"/>
            <a:chExt cx="3048" cy="1450"/>
          </a:xfrm>
        </p:grpSpPr>
        <p:sp>
          <p:nvSpPr>
            <p:cNvPr id="53" name="圆角矩形 52"/>
            <p:cNvSpPr/>
            <p:nvPr/>
          </p:nvSpPr>
          <p:spPr>
            <a:xfrm>
              <a:off x="3151" y="8770"/>
              <a:ext cx="2721" cy="145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528" y="8846"/>
              <a:ext cx="204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 b="1">
                  <a:latin typeface="黑体" panose="02010609060101010101" charset="-122"/>
                  <a:ea typeface="黑体" panose="02010609060101010101" charset="-122"/>
                </a:rPr>
                <a:t>结果</a:t>
              </a:r>
              <a:r>
                <a:rPr lang="zh-CN" altLang="en-US" sz="2000" b="1">
                  <a:latin typeface="黑体" panose="02010609060101010101" charset="-122"/>
                  <a:ea typeface="黑体" panose="02010609060101010101" charset="-122"/>
                </a:rPr>
                <a:t>校验</a:t>
              </a:r>
              <a:endParaRPr lang="zh-CN" altLang="en-US" sz="20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319" y="9560"/>
              <a:ext cx="288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证据检查与</a:t>
              </a:r>
              <a:r>
                <a:rPr lang="zh-CN" altLang="en-US" sz="16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降级</a:t>
              </a:r>
              <a:endParaRPr lang="zh-CN" altLang="en-US" sz="1600">
                <a:solidFill>
                  <a:schemeClr val="tx1">
                    <a:lumMod val="8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4799330" y="-137763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LangGraph </a:t>
            </a:r>
            <a:r>
              <a:rPr lang="zh-CN" altLang="en-US" sz="1600"/>
              <a:t>智能体编排核心</a:t>
            </a:r>
            <a:endParaRPr lang="zh-CN" altLang="en-US" sz="1600"/>
          </a:p>
          <a:p>
            <a:r>
              <a:rPr lang="zh-CN" altLang="en-US" sz="1600"/>
              <a:t>任务路由 </a:t>
            </a:r>
            <a:r>
              <a:rPr lang="en-US" altLang="zh-CN" sz="1600"/>
              <a:t>· </a:t>
            </a:r>
            <a:r>
              <a:rPr lang="zh-CN" altLang="en-US" sz="1600"/>
              <a:t>状态传递 </a:t>
            </a:r>
            <a:r>
              <a:rPr lang="en-US" altLang="zh-CN" sz="1600"/>
              <a:t>· </a:t>
            </a:r>
            <a:r>
              <a:rPr lang="zh-CN" altLang="en-US" sz="1600"/>
              <a:t>工具调用 </a:t>
            </a:r>
            <a:r>
              <a:rPr lang="en-US" altLang="zh-CN" sz="1600"/>
              <a:t>· </a:t>
            </a:r>
            <a:r>
              <a:rPr lang="zh-CN" altLang="en-US" sz="1600"/>
              <a:t>条件分支</a:t>
            </a:r>
            <a:endParaRPr lang="zh-CN" alt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8" name="Google Shape;1188;p45"/>
          <p:cNvGraphicFramePr/>
          <p:nvPr>
            <p:custDataLst>
              <p:tags r:id="rId1"/>
            </p:custDataLst>
          </p:nvPr>
        </p:nvGraphicFramePr>
        <p:xfrm>
          <a:off x="8245475" y="2550160"/>
          <a:ext cx="2779395" cy="2947670"/>
        </p:xfrm>
        <a:graphic>
          <a:graphicData uri="http://schemas.openxmlformats.org/drawingml/2006/table">
            <a:tbl>
              <a:tblPr>
                <a:noFill/>
                <a:tableStyleId>{2501BE69-2C88-408F-8C58-9CD28D86B357}</a:tableStyleId>
              </a:tblPr>
              <a:tblGrid>
                <a:gridCol w="1934845"/>
                <a:gridCol w="844550"/>
              </a:tblGrid>
              <a:tr h="45148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GB" sz="1800">
                          <a:solidFill>
                            <a:schemeClr val="lt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Montserrat Black"/>
                          <a:sym typeface="Montserrat Black"/>
                        </a:rPr>
                        <a:t>已记录的采集批次</a:t>
                      </a:r>
                      <a:endParaRPr lang="zh-CN" altLang="en-GB" sz="1800">
                        <a:solidFill>
                          <a:schemeClr val="lt1"/>
                        </a:solidFill>
                        <a:latin typeface="黑体" panose="02010609060101010101" charset="-122"/>
                        <a:ea typeface="黑体" panose="02010609060101010101" charset="-122"/>
                        <a:cs typeface="Montserrat Black"/>
                        <a:sym typeface="Montserrat Black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cPr marL="121900" marR="121900" marT="60933" marB="60933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NVD</a:t>
                      </a:r>
                      <a:endParaRPr lang="en-US" altLang="en-GB" sz="180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543</a:t>
                      </a:r>
                      <a:endParaRPr lang="en-US" altLang="en-GB" sz="180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08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CISA KEV</a:t>
                      </a:r>
                      <a:endParaRPr lang="en-US" sz="180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34</a:t>
                      </a:r>
                      <a:endParaRPr lang="en-US" altLang="en-GB" sz="180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Hacker News</a:t>
                      </a:r>
                      <a:endParaRPr lang="en-US" sz="180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37</a:t>
                      </a:r>
                      <a:endParaRPr lang="en-US" altLang="en-GB" sz="180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800">
                          <a:solidFill>
                            <a:schemeClr val="dk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Hind"/>
                          <a:sym typeface="Hind"/>
                        </a:rPr>
                        <a:t>安全客</a:t>
                      </a:r>
                      <a:endParaRPr lang="zh-CN" sz="1800">
                        <a:solidFill>
                          <a:schemeClr val="dk1"/>
                        </a:solidFill>
                        <a:latin typeface="黑体" panose="02010609060101010101" charset="-122"/>
                        <a:ea typeface="黑体" panose="02010609060101010101" charset="-122"/>
                        <a:cs typeface="Hind"/>
                        <a:sym typeface="Hind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16</a:t>
                      </a:r>
                      <a:endParaRPr lang="en-US" sz="180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Hind"/>
                          <a:ea typeface="Hind"/>
                          <a:cs typeface="Hind"/>
                          <a:sym typeface="Hind"/>
                        </a:rPr>
                        <a:t>TC260</a:t>
                      </a:r>
                      <a:endParaRPr lang="en-US" sz="1800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6</a:t>
                      </a:r>
                      <a:endParaRPr lang="en-US" altLang="en-GB" sz="180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232775" y="1859915"/>
            <a:ext cx="3448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情报源注册规模   42 个</a:t>
            </a:r>
            <a:r>
              <a:rPr lang="en-US" altLang="zh-CN"/>
              <a:t/>
            </a:r>
            <a:r>
              <a:rPr lang="en-US" altLang="zh-CN" sz="3200">
                <a:solidFill>
                  <a:srgbClr val="FF5825"/>
                </a:solidFill>
                <a:latin typeface="优设标题黑" panose="00000500000000000000" charset="-122"/>
                <a:ea typeface="优设标题黑" panose="00000500000000000000" charset="-122"/>
              </a:rPr>
              <a:t/>
            </a:r>
            <a:r>
              <a:rPr lang="en-US" altLang="zh-CN"/>
              <a:t/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/>
            </a:r>
            <a:endParaRPr lang="zh-CN" altLang="en-US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0290" y="3409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多源安全情报监测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96770" y="819785"/>
            <a:ext cx="4177030" cy="228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MULTI-SOURCE INTELLIGENCE MONITORING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968875" y="663575"/>
            <a:ext cx="6394450" cy="508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9" name="Google Shape;859;p33"/>
          <p:cNvSpPr txBox="1"/>
          <p:nvPr>
            <p:ph type="title" idx="4"/>
          </p:nvPr>
        </p:nvSpPr>
        <p:spPr>
          <a:xfrm>
            <a:off x="623570" y="1509395"/>
            <a:ext cx="3949700" cy="48768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多源情报接入</a:t>
            </a:r>
            <a:endParaRPr lang="zh-CN" altLang="en-US" sz="3200"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860" name="Google Shape;860;p33"/>
          <p:cNvSpPr txBox="1"/>
          <p:nvPr/>
        </p:nvSpPr>
        <p:spPr>
          <a:xfrm>
            <a:off x="4493895" y="1509395"/>
            <a:ext cx="3340735" cy="48768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3735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466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>
                <a:latin typeface="优设标题黑" panose="00000500000000000000" charset="-122"/>
                <a:ea typeface="优设标题黑" panose="00000500000000000000" charset="-122"/>
              </a:rPr>
              <a:t>自动化采集</a:t>
            </a:r>
            <a:r>
              <a:rPr lang="zh-CN" altLang="en-US" sz="3200">
                <a:latin typeface="优设标题黑" panose="00000500000000000000" charset="-122"/>
                <a:ea typeface="优设标题黑" panose="00000500000000000000" charset="-122"/>
              </a:rPr>
              <a:t>流程</a:t>
            </a:r>
            <a:endParaRPr lang="zh-CN" altLang="en-US" sz="3200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4424680" y="1997075"/>
            <a:ext cx="3335655" cy="3289300"/>
            <a:chOff x="1521" y="4245"/>
            <a:chExt cx="5253" cy="5180"/>
          </a:xfrm>
        </p:grpSpPr>
        <p:sp>
          <p:nvSpPr>
            <p:cNvPr id="9" name="Google Shape;863;p33"/>
            <p:cNvSpPr txBox="1"/>
            <p:nvPr>
              <p:custDataLst>
                <p:tags r:id="rId3"/>
              </p:custDataLst>
            </p:nvPr>
          </p:nvSpPr>
          <p:spPr>
            <a:xfrm>
              <a:off x="1521" y="5331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按源类型调用采集器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Google Shape;863;p33"/>
            <p:cNvSpPr txBox="1"/>
            <p:nvPr>
              <p:custDataLst>
                <p:tags r:id="rId4"/>
              </p:custDataLst>
            </p:nvPr>
          </p:nvSpPr>
          <p:spPr>
            <a:xfrm>
              <a:off x="1654" y="6406"/>
              <a:ext cx="4989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增量抓取与数据解析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1" name="Google Shape;863;p33"/>
            <p:cNvSpPr txBox="1"/>
            <p:nvPr>
              <p:custDataLst>
                <p:tags r:id="rId5"/>
              </p:custDataLst>
            </p:nvPr>
          </p:nvSpPr>
          <p:spPr>
            <a:xfrm>
              <a:off x="1521" y="7481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统一字段规范化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12" name="直接箭头连接符 11"/>
            <p:cNvCxnSpPr/>
            <p:nvPr>
              <p:custDataLst>
                <p:tags r:id="rId6"/>
              </p:custDataLst>
            </p:nvPr>
          </p:nvCxnSpPr>
          <p:spPr>
            <a:xfrm>
              <a:off x="4144" y="491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>
              <p:custDataLst>
                <p:tags r:id="rId7"/>
              </p:custDataLst>
            </p:nvPr>
          </p:nvCxnSpPr>
          <p:spPr>
            <a:xfrm>
              <a:off x="4144" y="602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>
              <p:custDataLst>
                <p:tags r:id="rId8"/>
              </p:custDataLst>
            </p:nvPr>
          </p:nvCxnSpPr>
          <p:spPr>
            <a:xfrm>
              <a:off x="4144" y="7132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" name="Google Shape;863;p33"/>
            <p:cNvSpPr txBox="1"/>
            <p:nvPr/>
          </p:nvSpPr>
          <p:spPr>
            <a:xfrm>
              <a:off x="1521" y="4245"/>
              <a:ext cx="5253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>
                  <a:latin typeface="黑体" panose="02010609060101010101" charset="-122"/>
                  <a:ea typeface="黑体" panose="02010609060101010101" charset="-122"/>
                </a:rPr>
                <a:t>APScheduler</a:t>
              </a: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定时触发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5" name="Google Shape;863;p33"/>
            <p:cNvSpPr txBox="1"/>
            <p:nvPr>
              <p:custDataLst>
                <p:tags r:id="rId9"/>
              </p:custDataLst>
            </p:nvPr>
          </p:nvSpPr>
          <p:spPr>
            <a:xfrm>
              <a:off x="1638" y="8531"/>
              <a:ext cx="4989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多级去重与任务记录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26" name="直接箭头连接符 25"/>
            <p:cNvCxnSpPr/>
            <p:nvPr>
              <p:custDataLst>
                <p:tags r:id="rId10"/>
              </p:custDataLst>
            </p:nvPr>
          </p:nvCxnSpPr>
          <p:spPr>
            <a:xfrm>
              <a:off x="4128" y="8147"/>
              <a:ext cx="5" cy="57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9" name="Google Shape;860;p33"/>
          <p:cNvSpPr txBox="1"/>
          <p:nvPr/>
        </p:nvSpPr>
        <p:spPr>
          <a:xfrm>
            <a:off x="7961630" y="1508335"/>
            <a:ext cx="3340735" cy="48768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3735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333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4665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>
                <a:latin typeface="优设标题黑" panose="00000500000000000000" charset="-122"/>
                <a:ea typeface="优设标题黑" panose="00000500000000000000" charset="-122"/>
                <a:sym typeface="+mn-ea"/>
              </a:rPr>
              <a:t>运行监测与验证</a:t>
            </a:r>
            <a:endParaRPr lang="zh-CN" altLang="en-US" sz="3200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908810" y="1931670"/>
            <a:ext cx="2916555" cy="883285"/>
            <a:chOff x="1654" y="2808"/>
            <a:chExt cx="4593" cy="1391"/>
          </a:xfrm>
        </p:grpSpPr>
        <p:sp>
          <p:nvSpPr>
            <p:cNvPr id="24" name="Google Shape;863;p33"/>
            <p:cNvSpPr txBox="1"/>
            <p:nvPr/>
          </p:nvSpPr>
          <p:spPr>
            <a:xfrm>
              <a:off x="1654" y="2808"/>
              <a:ext cx="3532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漏洞与威胁情报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037" y="3457"/>
              <a:ext cx="4210" cy="74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200">
                  <a:solidFill>
                    <a:srgbClr val="FF5822"/>
                  </a:solidFill>
                  <a:latin typeface="Arial" panose="020B0604020202020204" pitchFamily="34" charset="0"/>
                  <a:ea typeface="黑体" panose="02010609060101010101" charset="-122"/>
                </a:rPr>
                <a:t>NVD · CISA KEV · GHSA</a:t>
              </a:r>
              <a:endParaRPr lang="en-US" altLang="zh-CN" sz="1200">
                <a:solidFill>
                  <a:srgbClr val="FF5822"/>
                </a:solidFill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830" y="3103"/>
              <a:ext cx="187" cy="186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908810" y="2736215"/>
            <a:ext cx="2916555" cy="883285"/>
            <a:chOff x="1654" y="4166"/>
            <a:chExt cx="4593" cy="1391"/>
          </a:xfrm>
        </p:grpSpPr>
        <p:sp>
          <p:nvSpPr>
            <p:cNvPr id="29" name="Google Shape;863;p33"/>
            <p:cNvSpPr txBox="1"/>
            <p:nvPr/>
          </p:nvSpPr>
          <p:spPr>
            <a:xfrm>
              <a:off x="1654" y="4166"/>
              <a:ext cx="3532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安全资讯与社区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037" y="4815"/>
              <a:ext cx="4210" cy="74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400">
                  <a:solidFill>
                    <a:srgbClr val="FF5822"/>
                  </a:solidFill>
                  <a:latin typeface="Arial" panose="020B0604020202020204" pitchFamily="34" charset="0"/>
                  <a:ea typeface="黑体" panose="02010609060101010101" charset="-122"/>
                </a:rPr>
                <a:t>Hacker News ·</a:t>
              </a:r>
              <a:r>
                <a:rPr lang="zh-CN" altLang="en-US" sz="1400">
                  <a:solidFill>
                    <a:srgbClr val="FF5822"/>
                  </a:solidFill>
                  <a:latin typeface="Arial" panose="020B0604020202020204" pitchFamily="34" charset="0"/>
                  <a:ea typeface="黑体" panose="02010609060101010101" charset="-122"/>
                </a:rPr>
                <a:t>安全客</a:t>
              </a:r>
              <a:endParaRPr lang="zh-CN" altLang="en-US" sz="1400">
                <a:solidFill>
                  <a:srgbClr val="FF5822"/>
                </a:solidFill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1830" y="4476"/>
              <a:ext cx="187" cy="186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908810" y="3620135"/>
            <a:ext cx="2916555" cy="883285"/>
            <a:chOff x="1654" y="5688"/>
            <a:chExt cx="4593" cy="1391"/>
          </a:xfrm>
        </p:grpSpPr>
        <p:sp>
          <p:nvSpPr>
            <p:cNvPr id="32" name="Google Shape;863;p33"/>
            <p:cNvSpPr txBox="1"/>
            <p:nvPr/>
          </p:nvSpPr>
          <p:spPr>
            <a:xfrm>
              <a:off x="1654" y="5688"/>
              <a:ext cx="3532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学术研究与论文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037" y="6337"/>
              <a:ext cx="4210" cy="74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1400">
                  <a:solidFill>
                    <a:srgbClr val="FF5822"/>
                  </a:solidFill>
                  <a:latin typeface="Arial" panose="020B0604020202020204" pitchFamily="34" charset="0"/>
                  <a:ea typeface="黑体" panose="02010609060101010101" charset="-122"/>
                </a:rPr>
                <a:t>研究论文及技术成果</a:t>
              </a:r>
              <a:endParaRPr lang="zh-CN" altLang="en-US" sz="1400">
                <a:solidFill>
                  <a:srgbClr val="FF5822"/>
                </a:solidFill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1830" y="5992"/>
              <a:ext cx="187" cy="186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908810" y="4523740"/>
            <a:ext cx="2916555" cy="883285"/>
            <a:chOff x="1654" y="7046"/>
            <a:chExt cx="4593" cy="1391"/>
          </a:xfrm>
        </p:grpSpPr>
        <p:sp>
          <p:nvSpPr>
            <p:cNvPr id="35" name="Google Shape;863;p33"/>
            <p:cNvSpPr txBox="1"/>
            <p:nvPr/>
          </p:nvSpPr>
          <p:spPr>
            <a:xfrm>
              <a:off x="1654" y="7046"/>
              <a:ext cx="3532" cy="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600" marR="0" lvl="0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1600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1pPr>
              <a:lvl2pPr marL="1219200" marR="0" lvl="1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2pPr>
              <a:lvl3pPr marL="1828800" marR="0" lvl="2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3pPr>
              <a:lvl4pPr marL="2438400" marR="0" lvl="3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4pPr>
              <a:lvl5pPr marL="3048000" marR="0" lvl="4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5pPr>
              <a:lvl6pPr marL="3657600" marR="0" lvl="5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6pPr>
              <a:lvl7pPr marL="4267200" marR="0" lvl="6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7pPr>
              <a:lvl8pPr marL="4876800" marR="0" lvl="7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8pPr>
              <a:lvl9pPr marL="5486400" marR="0" lvl="8" indent="-4064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Hind"/>
                <a:buNone/>
                <a:defRPr sz="3735" b="0" i="0" u="none" strike="noStrike" cap="none">
                  <a:solidFill>
                    <a:schemeClr val="dk1"/>
                  </a:solidFill>
                  <a:latin typeface="Hind"/>
                  <a:ea typeface="Hind"/>
                  <a:cs typeface="Hind"/>
                  <a:sym typeface="Hind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>
                  <a:latin typeface="黑体" panose="02010609060101010101" charset="-122"/>
                  <a:ea typeface="黑体" panose="02010609060101010101" charset="-122"/>
                </a:rPr>
                <a:t>政策标准与治理</a:t>
              </a:r>
              <a:endParaRPr lang="zh-CN" altLang="en-US" sz="1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037" y="7695"/>
              <a:ext cx="4210" cy="74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400">
                  <a:solidFill>
                    <a:srgbClr val="FF5822"/>
                  </a:solidFill>
                  <a:latin typeface="Arial" panose="020B0604020202020204" pitchFamily="34" charset="0"/>
                  <a:ea typeface="黑体" panose="02010609060101010101" charset="-122"/>
                </a:rPr>
                <a:t>TC260</a:t>
              </a:r>
              <a:r>
                <a:rPr lang="zh-CN" altLang="en-US" sz="1400">
                  <a:solidFill>
                    <a:srgbClr val="FF5822"/>
                  </a:solidFill>
                  <a:latin typeface="Arial" panose="020B0604020202020204" pitchFamily="34" charset="0"/>
                  <a:ea typeface="黑体" panose="02010609060101010101" charset="-122"/>
                </a:rPr>
                <a:t>等标准信息</a:t>
              </a:r>
              <a:endParaRPr lang="zh-CN" altLang="en-US" sz="1400">
                <a:solidFill>
                  <a:srgbClr val="FF5822"/>
                </a:solidFill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1830" y="7365"/>
              <a:ext cx="187" cy="186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875030" y="5639435"/>
            <a:ext cx="1072388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>
                <a:latin typeface="优设标题黑" panose="00000500000000000000" charset="-122"/>
                <a:ea typeface="优设标题黑" panose="00000500000000000000" charset="-122"/>
              </a:rPr>
              <a:t>通过统一采集与增量调度</a:t>
            </a:r>
            <a:r>
              <a:rPr lang="en-US" altLang="zh-CN" sz="3200">
                <a:latin typeface="优设标题黑" panose="00000500000000000000" charset="-122"/>
                <a:ea typeface="优设标题黑" panose="00000500000000000000" charset="-122"/>
              </a:rPr>
              <a:t> </a:t>
            </a:r>
            <a:r>
              <a:rPr lang="zh-CN" altLang="en-US" sz="3200">
                <a:latin typeface="优设标题黑" panose="00000500000000000000" charset="-122"/>
                <a:ea typeface="优设标题黑" panose="00000500000000000000" charset="-122"/>
              </a:rPr>
              <a:t>实现多源安全情报的持续更新</a:t>
            </a:r>
            <a:endParaRPr lang="zh-CN" altLang="en-US" sz="3200"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11"/>
          <a:srcRect l="57253" t="52860"/>
          <a:stretch>
            <a:fillRect/>
          </a:stretch>
        </p:blipFill>
        <p:spPr>
          <a:xfrm>
            <a:off x="1364615" y="4511040"/>
            <a:ext cx="576580" cy="60325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1"/>
          <a:srcRect r="46079" b="46323"/>
          <a:stretch>
            <a:fillRect/>
          </a:stretch>
        </p:blipFill>
        <p:spPr>
          <a:xfrm>
            <a:off x="1315085" y="1950720"/>
            <a:ext cx="650875" cy="614045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11"/>
          <a:srcRect l="52205" b="46252"/>
          <a:stretch>
            <a:fillRect/>
          </a:stretch>
        </p:blipFill>
        <p:spPr>
          <a:xfrm>
            <a:off x="1315085" y="2704465"/>
            <a:ext cx="673735" cy="71755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11"/>
          <a:srcRect t="51687" r="42545"/>
          <a:stretch>
            <a:fillRect/>
          </a:stretch>
        </p:blipFill>
        <p:spPr>
          <a:xfrm>
            <a:off x="1273810" y="3592195"/>
            <a:ext cx="806450" cy="643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直接箭头连接符 8"/>
          <p:cNvCxnSpPr>
            <a:stCxn id="3" idx="3"/>
            <a:endCxn id="6" idx="1"/>
          </p:cNvCxnSpPr>
          <p:nvPr/>
        </p:nvCxnSpPr>
        <p:spPr>
          <a:xfrm>
            <a:off x="5270500" y="1717040"/>
            <a:ext cx="16510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sp>
        <p:nvSpPr>
          <p:cNvPr id="3" name="多源字段统一映射"/>
          <p:cNvSpPr>
            <a:spLocks noGrp="1"/>
          </p:cNvSpPr>
          <p:nvPr/>
        </p:nvSpPr>
        <p:spPr>
          <a:xfrm>
            <a:off x="1206500" y="1297940"/>
            <a:ext cx="4064000" cy="8382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4" name="多源字段统一映射标题"/>
          <p:cNvSpPr>
            <a:spLocks noGrp="1"/>
          </p:cNvSpPr>
          <p:nvPr/>
        </p:nvSpPr>
        <p:spPr>
          <a:xfrm>
            <a:off x="1282700" y="1424940"/>
            <a:ext cx="3911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多源字段统一映射</a:t>
            </a:r>
            <a:endParaRPr sz="18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多源字段统一映射说明"/>
          <p:cNvSpPr>
            <a:spLocks noGrp="1"/>
          </p:cNvSpPr>
          <p:nvPr/>
        </p:nvSpPr>
        <p:spPr>
          <a:xfrm>
            <a:off x="1282700" y="1780540"/>
            <a:ext cx="3911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统一字段模型，保留原始值与来源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VE / GHSA 标识符集合对齐"/>
          <p:cNvSpPr>
            <a:spLocks noGrp="1"/>
          </p:cNvSpPr>
          <p:nvPr/>
        </p:nvSpPr>
        <p:spPr>
          <a:xfrm>
            <a:off x="6921500" y="1297940"/>
            <a:ext cx="4064000" cy="8382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7" name="CVE / GHSA 标识符集合对齐标题"/>
          <p:cNvSpPr>
            <a:spLocks noGrp="1"/>
          </p:cNvSpPr>
          <p:nvPr/>
        </p:nvSpPr>
        <p:spPr>
          <a:xfrm>
            <a:off x="6997700" y="1424940"/>
            <a:ext cx="3911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CVE / GHSA 标识符集合对齐</a:t>
            </a:r>
            <a:endParaRPr sz="18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VE / GHSA 标识符集合对齐说明"/>
          <p:cNvSpPr>
            <a:spLocks noGrp="1"/>
          </p:cNvSpPr>
          <p:nvPr/>
        </p:nvSpPr>
        <p:spPr>
          <a:xfrm>
            <a:off x="6997700" y="1780540"/>
            <a:ext cx="3911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按已确认别名关联，区分实体与文档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953500" y="2136140"/>
            <a:ext cx="0" cy="21590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552700" y="2352040"/>
            <a:ext cx="70866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552700" y="2352040"/>
            <a:ext cx="0" cy="26670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0" y="2352040"/>
            <a:ext cx="0" cy="26670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9639300" y="2352040"/>
            <a:ext cx="0" cy="26670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31500" b="32500"/>
          <a:stretch>
            <a:fillRect/>
          </a:stretch>
        </p:blipFill>
        <p:spPr>
          <a:xfrm>
            <a:off x="1906905" y="2605440"/>
            <a:ext cx="1363980" cy="1363980"/>
          </a:xfrm>
          <a:prstGeom prst="ellipse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l="31500" b="32500"/>
          <a:stretch>
            <a:fillRect/>
          </a:stretch>
        </p:blipFill>
        <p:spPr>
          <a:xfrm>
            <a:off x="5410200" y="2606040"/>
            <a:ext cx="1364400" cy="1364400"/>
          </a:xfrm>
          <a:prstGeom prst="ellipse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l="31500" b="32500"/>
          <a:stretch>
            <a:fillRect/>
          </a:stretch>
        </p:blipFill>
        <p:spPr>
          <a:xfrm>
            <a:off x="8962390" y="2606040"/>
            <a:ext cx="1364400" cy="1364400"/>
          </a:xfrm>
          <a:prstGeom prst="ellipse">
            <a:avLst/>
          </a:prstGeom>
        </p:spPr>
      </p:pic>
      <p:sp>
        <p:nvSpPr>
          <p:cNvPr id="18" name="算法1"/>
          <p:cNvSpPr>
            <a:spLocks noGrp="1"/>
          </p:cNvSpPr>
          <p:nvPr/>
        </p:nvSpPr>
        <p:spPr>
          <a:xfrm>
            <a:off x="1855470" y="2917190"/>
            <a:ext cx="1447800" cy="774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URL 哈希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标题指纹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算法2"/>
          <p:cNvSpPr>
            <a:spLocks noGrp="1"/>
          </p:cNvSpPr>
          <p:nvPr/>
        </p:nvSpPr>
        <p:spPr>
          <a:xfrm>
            <a:off x="5328920" y="3017520"/>
            <a:ext cx="14986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SimHash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算法3"/>
          <p:cNvSpPr>
            <a:spLocks noGrp="1"/>
          </p:cNvSpPr>
          <p:nvPr/>
        </p:nvSpPr>
        <p:spPr>
          <a:xfrm>
            <a:off x="8924290" y="2913380"/>
            <a:ext cx="1447800" cy="825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MinHash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LSH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方法1"/>
          <p:cNvSpPr>
            <a:spLocks noGrp="1"/>
          </p:cNvSpPr>
          <p:nvPr/>
        </p:nvSpPr>
        <p:spPr>
          <a:xfrm>
            <a:off x="1079500" y="4013200"/>
            <a:ext cx="2946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精确线索</a:t>
            </a:r>
            <a:endParaRPr sz="18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方法1说明"/>
          <p:cNvSpPr>
            <a:spLocks noGrp="1"/>
          </p:cNvSpPr>
          <p:nvPr/>
        </p:nvSpPr>
        <p:spPr>
          <a:xfrm>
            <a:off x="1575435" y="4436745"/>
            <a:ext cx="197612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ym typeface="+mn-ea"/>
              </a:rPr>
              <a:t>URL 规范化后计算哈希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ym typeface="+mn-ea"/>
              </a:rPr>
              <a:t>标题清洗后生成指纹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方法2"/>
          <p:cNvSpPr>
            <a:spLocks noGrp="1"/>
          </p:cNvSpPr>
          <p:nvPr/>
        </p:nvSpPr>
        <p:spPr>
          <a:xfrm>
            <a:off x="4622800" y="4013200"/>
            <a:ext cx="2946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近似匹配</a:t>
            </a:r>
            <a:endParaRPr sz="18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方法2说明"/>
          <p:cNvSpPr>
            <a:spLocks noGrp="1"/>
          </p:cNvSpPr>
          <p:nvPr/>
        </p:nvSpPr>
        <p:spPr>
          <a:xfrm>
            <a:off x="4622800" y="4552600"/>
            <a:ext cx="29464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加权位指纹，以汉明距离筛选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ym typeface="+mn-ea"/>
              </a:rPr>
              <a:t>distance = popcount(h₁XOR h₂)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方法3"/>
          <p:cNvSpPr>
            <a:spLocks noGrp="1"/>
          </p:cNvSpPr>
          <p:nvPr/>
        </p:nvSpPr>
        <p:spPr>
          <a:xfrm>
            <a:off x="8166100" y="4013200"/>
            <a:ext cx="2946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相似内容识别</a:t>
            </a:r>
            <a:endParaRPr sz="18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方法3说明"/>
          <p:cNvSpPr>
            <a:spLocks noGrp="1"/>
          </p:cNvSpPr>
          <p:nvPr/>
        </p:nvSpPr>
        <p:spPr>
          <a:xfrm>
            <a:off x="8166100" y="4552600"/>
            <a:ext cx="29464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LSH 召回，Jaccard 相似度复核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ym typeface="+mn-ea"/>
              </a:rPr>
              <a:t>J(A,B) = |A ∩ B| / |A ∪ B|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2552700" y="4851400"/>
            <a:ext cx="0" cy="19050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6096000" y="4851400"/>
            <a:ext cx="0" cy="19050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9639300" y="4851400"/>
            <a:ext cx="0" cy="19050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2552700" y="5041900"/>
            <a:ext cx="70866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31" name="判定口径"/>
          <p:cNvSpPr>
            <a:spLocks noGrp="1"/>
          </p:cNvSpPr>
          <p:nvPr/>
        </p:nvSpPr>
        <p:spPr>
          <a:xfrm>
            <a:off x="4432300" y="5130800"/>
            <a:ext cx="3327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候选复核与合并判定</a:t>
            </a:r>
            <a:endParaRPr sz="17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情报规范化与去重机制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981200" y="857885"/>
            <a:ext cx="6598920" cy="364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INTELLIGENCE NORMALIZATION AND DEDUPLICATION MECHANISM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5786120" y="706755"/>
            <a:ext cx="5577205" cy="8255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SIM公式"/>
          <p:cNvSpPr>
            <a:spLocks noGrp="1"/>
          </p:cNvSpPr>
          <p:nvPr/>
        </p:nvSpPr>
        <p:spPr>
          <a:xfrm>
            <a:off x="3303270" y="8932545"/>
            <a:ext cx="33020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967105" y="5568950"/>
            <a:ext cx="2794635" cy="920750"/>
            <a:chOff x="3003" y="8770"/>
            <a:chExt cx="4401" cy="1450"/>
          </a:xfrm>
        </p:grpSpPr>
        <p:sp>
          <p:nvSpPr>
            <p:cNvPr id="41" name="圆角矩形 40"/>
            <p:cNvSpPr/>
            <p:nvPr/>
          </p:nvSpPr>
          <p:spPr>
            <a:xfrm>
              <a:off x="3003" y="8770"/>
              <a:ext cx="4400" cy="145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363" y="8846"/>
              <a:ext cx="1771" cy="6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b="1">
                  <a:latin typeface="黑体" panose="02010609060101010101" charset="-122"/>
                  <a:ea typeface="黑体" panose="02010609060101010101" charset="-122"/>
                </a:rPr>
                <a:t>多源合并</a:t>
              </a:r>
              <a:endParaRPr lang="zh-CN" altLang="en-US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073" y="9360"/>
              <a:ext cx="433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关联原始记录，保留来源链接与合并依据</a:t>
              </a:r>
              <a:endParaRPr lang="zh-CN" altLang="en-US" sz="1400">
                <a:solidFill>
                  <a:schemeClr val="tx1">
                    <a:lumMod val="8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612640" y="5568950"/>
            <a:ext cx="2812415" cy="920750"/>
            <a:chOff x="3003" y="8770"/>
            <a:chExt cx="4429" cy="1450"/>
          </a:xfrm>
        </p:grpSpPr>
        <p:sp>
          <p:nvSpPr>
            <p:cNvPr id="61" name="圆角矩形 60"/>
            <p:cNvSpPr/>
            <p:nvPr/>
          </p:nvSpPr>
          <p:spPr>
            <a:xfrm>
              <a:off x="3003" y="8770"/>
              <a:ext cx="4400" cy="145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4363" y="8846"/>
              <a:ext cx="1771" cy="6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defRPr sz="13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8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冲突处理</a:t>
              </a:r>
              <a:endParaRPr lang="zh-CN" altLang="en-US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3101" y="9398"/>
              <a:ext cx="433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按字段规则合并，保留原始数据供追溯核查</a:t>
              </a:r>
              <a:endParaRPr lang="zh-CN" altLang="en-US" sz="1400">
                <a:solidFill>
                  <a:schemeClr val="tx1">
                    <a:lumMod val="8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329295" y="5568950"/>
            <a:ext cx="2603500" cy="920750"/>
            <a:chOff x="3003" y="8770"/>
            <a:chExt cx="4100" cy="1450"/>
          </a:xfrm>
        </p:grpSpPr>
        <p:sp>
          <p:nvSpPr>
            <p:cNvPr id="65" name="圆角矩形 64"/>
            <p:cNvSpPr/>
            <p:nvPr/>
          </p:nvSpPr>
          <p:spPr>
            <a:xfrm>
              <a:off x="3003" y="8770"/>
              <a:ext cx="4100" cy="145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011" y="8846"/>
              <a:ext cx="2207" cy="6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defRPr sz="13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8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误合并保护</a:t>
              </a:r>
              <a:endParaRPr lang="zh-CN" altLang="en-US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073" y="9388"/>
              <a:ext cx="403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在 </a:t>
              </a:r>
              <a:r>
                <a:rPr lang="en-US" altLang="zh-CN" sz="14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URL、</a:t>
              </a:r>
              <a:r>
                <a:rPr lang="zh-CN" altLang="en-US" sz="14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标题指纹和 </a:t>
              </a:r>
              <a:r>
                <a:rPr lang="en-US" altLang="zh-CN" sz="14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SimHash </a:t>
              </a:r>
              <a:r>
                <a:rPr lang="zh-CN" altLang="en-US" sz="1400">
                  <a:solidFill>
                    <a:schemeClr val="tx1">
                      <a:lumMod val="8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匹配中检查编号兼容性</a:t>
              </a:r>
              <a:endParaRPr lang="zh-CN" altLang="en-US" sz="1400">
                <a:solidFill>
                  <a:schemeClr val="tx1">
                    <a:lumMod val="8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直接箭头连接符 164"/>
          <p:cNvCxnSpPr>
            <a:stCxn id="170" idx="3"/>
            <a:endCxn id="171" idx="1"/>
          </p:cNvCxnSpPr>
          <p:nvPr/>
        </p:nvCxnSpPr>
        <p:spPr>
          <a:xfrm>
            <a:off x="8876665" y="1528445"/>
            <a:ext cx="462915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166" name="直接箭头连接符 165"/>
          <p:cNvCxnSpPr>
            <a:stCxn id="169" idx="3"/>
            <a:endCxn id="170" idx="1"/>
          </p:cNvCxnSpPr>
          <p:nvPr/>
        </p:nvCxnSpPr>
        <p:spPr>
          <a:xfrm>
            <a:off x="5983605" y="1528445"/>
            <a:ext cx="480695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167" name="直接箭头连接符 166"/>
          <p:cNvCxnSpPr>
            <a:stCxn id="168" idx="3"/>
            <a:endCxn id="169" idx="1"/>
          </p:cNvCxnSpPr>
          <p:nvPr/>
        </p:nvCxnSpPr>
        <p:spPr>
          <a:xfrm>
            <a:off x="3011170" y="1528445"/>
            <a:ext cx="588645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sp>
        <p:nvSpPr>
          <p:cNvPr id="168" name="实体 标准化情报"/>
          <p:cNvSpPr>
            <a:spLocks noGrp="1"/>
          </p:cNvSpPr>
          <p:nvPr/>
        </p:nvSpPr>
        <p:spPr>
          <a:xfrm>
            <a:off x="958215" y="1268095"/>
            <a:ext cx="2052955" cy="5207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标准化情报</a:t>
            </a:r>
            <a:endParaRPr sz="18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69" name="实体 调度与任务拆分"/>
          <p:cNvSpPr>
            <a:spLocks noGrp="1"/>
          </p:cNvSpPr>
          <p:nvPr/>
        </p:nvSpPr>
        <p:spPr>
          <a:xfrm>
            <a:off x="3599815" y="1268095"/>
            <a:ext cx="2383790" cy="5207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富化任务调度</a:t>
            </a:r>
            <a:endParaRPr sz="18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70" name="实体 Worker 并发执行"/>
          <p:cNvSpPr>
            <a:spLocks noGrp="1"/>
          </p:cNvSpPr>
          <p:nvPr/>
        </p:nvSpPr>
        <p:spPr>
          <a:xfrm>
            <a:off x="6464300" y="1268095"/>
            <a:ext cx="2412365" cy="5207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Worker 并发执行</a:t>
            </a:r>
            <a:endParaRPr sz="18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1" name="实体 结果校验与合并"/>
          <p:cNvSpPr>
            <a:spLocks noGrp="1"/>
          </p:cNvSpPr>
          <p:nvPr/>
        </p:nvSpPr>
        <p:spPr>
          <a:xfrm>
            <a:off x="9339580" y="1268095"/>
            <a:ext cx="1903095" cy="5207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字段检查与合并</a:t>
            </a:r>
            <a:endParaRPr sz="18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72" name="并发标题"/>
          <p:cNvSpPr>
            <a:spLocks noGrp="1"/>
          </p:cNvSpPr>
          <p:nvPr/>
        </p:nvSpPr>
        <p:spPr>
          <a:xfrm>
            <a:off x="1016000" y="2042795"/>
            <a:ext cx="4572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0" kern="0">
                <a:solidFill>
                  <a:srgbClr val="FF5825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八类富化 Worker</a:t>
            </a:r>
            <a:endParaRPr sz="3200" b="0" kern="0">
              <a:solidFill>
                <a:srgbClr val="FF5825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173" name="并发说明"/>
          <p:cNvSpPr>
            <a:spLocks noGrp="1"/>
          </p:cNvSpPr>
          <p:nvPr/>
        </p:nvSpPr>
        <p:spPr>
          <a:xfrm>
            <a:off x="6159500" y="2080895"/>
            <a:ext cx="50673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独立执行、超时隔离，按维度记录处理结果</a:t>
            </a:r>
            <a:endParaRPr sz="16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74" name="01  EPSS"/>
          <p:cNvSpPr>
            <a:spLocks noGrp="1"/>
          </p:cNvSpPr>
          <p:nvPr/>
        </p:nvSpPr>
        <p:spPr>
          <a:xfrm>
            <a:off x="1016000" y="2515235"/>
            <a:ext cx="2473325" cy="123444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75" name="01  EPSS标题"/>
          <p:cNvSpPr>
            <a:spLocks noGrp="1"/>
          </p:cNvSpPr>
          <p:nvPr/>
        </p:nvSpPr>
        <p:spPr>
          <a:xfrm>
            <a:off x="1155700" y="2615565"/>
            <a:ext cx="2194560" cy="367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 风险评分</a:t>
            </a:r>
            <a:endParaRPr sz="20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6" name="01  EPSS说明1"/>
          <p:cNvSpPr>
            <a:spLocks noGrp="1"/>
          </p:cNvSpPr>
          <p:nvPr/>
        </p:nvSpPr>
        <p:spPr>
          <a:xfrm>
            <a:off x="1143000" y="3060065"/>
            <a:ext cx="219456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补充 CVSS、EPSS、KEV</a:t>
            </a:r>
            <a:endParaRPr sz="16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7" name="01  EPSS说明2"/>
          <p:cNvSpPr>
            <a:spLocks noGrp="1"/>
          </p:cNvSpPr>
          <p:nvPr/>
        </p:nvSpPr>
        <p:spPr>
          <a:xfrm>
            <a:off x="1143000" y="3357880"/>
            <a:ext cx="2194560" cy="249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结合 SSVC 提供处置参考</a:t>
            </a:r>
            <a:endParaRPr sz="14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8" name="02  KEV"/>
          <p:cNvSpPr>
            <a:spLocks noGrp="1"/>
          </p:cNvSpPr>
          <p:nvPr/>
        </p:nvSpPr>
        <p:spPr>
          <a:xfrm>
            <a:off x="3670300" y="2515235"/>
            <a:ext cx="2473325" cy="123444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79" name="02  KEV标题"/>
          <p:cNvSpPr>
            <a:spLocks noGrp="1"/>
          </p:cNvSpPr>
          <p:nvPr/>
        </p:nvSpPr>
        <p:spPr>
          <a:xfrm>
            <a:off x="3810000" y="2615565"/>
            <a:ext cx="2194560" cy="367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 PoC发现</a:t>
            </a:r>
            <a:endParaRPr sz="20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0" name="02  KEV说明1"/>
          <p:cNvSpPr>
            <a:spLocks noGrp="1"/>
          </p:cNvSpPr>
          <p:nvPr/>
        </p:nvSpPr>
        <p:spPr>
          <a:xfrm>
            <a:off x="3797300" y="3060065"/>
            <a:ext cx="219456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聚合公开验证代码链接</a:t>
            </a:r>
            <a:endParaRPr sz="16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81" name="02  KEV说明2"/>
          <p:cNvSpPr>
            <a:spLocks noGrp="1"/>
          </p:cNvSpPr>
          <p:nvPr/>
        </p:nvSpPr>
        <p:spPr>
          <a:xfrm>
            <a:off x="3797300" y="3357880"/>
            <a:ext cx="2194560" cy="249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按来源与风险特征分级</a:t>
            </a:r>
            <a:endParaRPr sz="14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82" name="03  CVSS"/>
          <p:cNvSpPr>
            <a:spLocks noGrp="1"/>
          </p:cNvSpPr>
          <p:nvPr/>
        </p:nvSpPr>
        <p:spPr>
          <a:xfrm>
            <a:off x="6324600" y="2515235"/>
            <a:ext cx="2473325" cy="123444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83" name="03  CVSS标题"/>
          <p:cNvSpPr>
            <a:spLocks noGrp="1"/>
          </p:cNvSpPr>
          <p:nvPr/>
        </p:nvSpPr>
        <p:spPr>
          <a:xfrm>
            <a:off x="6451600" y="2615565"/>
            <a:ext cx="2194560" cy="367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 资产测绘</a:t>
            </a:r>
            <a:endParaRPr sz="20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4" name="03  CVSS说明1"/>
          <p:cNvSpPr>
            <a:spLocks noGrp="1"/>
          </p:cNvSpPr>
          <p:nvPr/>
        </p:nvSpPr>
        <p:spPr>
          <a:xfrm>
            <a:off x="6464300" y="3060065"/>
            <a:ext cx="219456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Hunter 查询产品暴露</a:t>
            </a:r>
            <a:endParaRPr sz="16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5" name="03  CVSS说明2"/>
          <p:cNvSpPr>
            <a:spLocks noGrp="1"/>
          </p:cNvSpPr>
          <p:nvPr/>
        </p:nvSpPr>
        <p:spPr>
          <a:xfrm>
            <a:off x="6464300" y="3357880"/>
            <a:ext cx="2194560" cy="249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保留查询条件与模拟标识</a:t>
            </a:r>
            <a:endParaRPr sz="14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86" name="04  SSVC"/>
          <p:cNvSpPr>
            <a:spLocks noGrp="1"/>
          </p:cNvSpPr>
          <p:nvPr/>
        </p:nvSpPr>
        <p:spPr>
          <a:xfrm>
            <a:off x="8978900" y="2515235"/>
            <a:ext cx="2473325" cy="123444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87" name="04  SSVC标题"/>
          <p:cNvSpPr>
            <a:spLocks noGrp="1"/>
          </p:cNvSpPr>
          <p:nvPr/>
        </p:nvSpPr>
        <p:spPr>
          <a:xfrm>
            <a:off x="9105900" y="2615565"/>
            <a:ext cx="2194560" cy="367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 论文关联</a:t>
            </a:r>
            <a:endParaRPr sz="20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8" name="04  SSVC说明1"/>
          <p:cNvSpPr>
            <a:spLocks noGrp="1"/>
          </p:cNvSpPr>
          <p:nvPr/>
        </p:nvSpPr>
        <p:spPr>
          <a:xfrm>
            <a:off x="9105900" y="3060065"/>
            <a:ext cx="219456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检索论文与分析文章</a:t>
            </a:r>
            <a:endParaRPr sz="16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89" name="04  SSVC说明2"/>
          <p:cNvSpPr>
            <a:spLocks noGrp="1"/>
          </p:cNvSpPr>
          <p:nvPr/>
        </p:nvSpPr>
        <p:spPr>
          <a:xfrm>
            <a:off x="9105900" y="3357880"/>
            <a:ext cx="2194560" cy="249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按相关性排序并保留来源</a:t>
            </a:r>
            <a:endParaRPr sz="14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0" name="05  PoC"/>
          <p:cNvSpPr>
            <a:spLocks noGrp="1"/>
          </p:cNvSpPr>
          <p:nvPr/>
        </p:nvSpPr>
        <p:spPr>
          <a:xfrm>
            <a:off x="1016000" y="3972560"/>
            <a:ext cx="2473325" cy="123444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91" name="05  PoC标题"/>
          <p:cNvSpPr>
            <a:spLocks noGrp="1"/>
          </p:cNvSpPr>
          <p:nvPr/>
        </p:nvSpPr>
        <p:spPr>
          <a:xfrm>
            <a:off x="1143000" y="4072890"/>
            <a:ext cx="2194560" cy="367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 语义加工</a:t>
            </a:r>
            <a:endParaRPr sz="20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2" name="05  PoC说明1"/>
          <p:cNvSpPr>
            <a:spLocks noGrp="1"/>
          </p:cNvSpPr>
          <p:nvPr/>
        </p:nvSpPr>
        <p:spPr>
          <a:xfrm>
            <a:off x="1143000" y="4533900"/>
            <a:ext cx="219456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生成中文标题与摘要</a:t>
            </a:r>
            <a:endParaRPr sz="16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3" name="05  PoC说明2"/>
          <p:cNvSpPr>
            <a:spLocks noGrp="1"/>
          </p:cNvSpPr>
          <p:nvPr/>
        </p:nvSpPr>
        <p:spPr>
          <a:xfrm>
            <a:off x="1143000" y="4831715"/>
            <a:ext cx="2194560" cy="249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提取影响版本及缓解建议</a:t>
            </a:r>
            <a:endParaRPr sz="14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4" name="06  资产测绘"/>
          <p:cNvSpPr>
            <a:spLocks noGrp="1"/>
          </p:cNvSpPr>
          <p:nvPr/>
        </p:nvSpPr>
        <p:spPr>
          <a:xfrm>
            <a:off x="3670300" y="3972560"/>
            <a:ext cx="2473325" cy="123444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95" name="06  资产测绘标题"/>
          <p:cNvSpPr>
            <a:spLocks noGrp="1"/>
          </p:cNvSpPr>
          <p:nvPr/>
        </p:nvSpPr>
        <p:spPr>
          <a:xfrm>
            <a:off x="3797300" y="4072890"/>
            <a:ext cx="2194560" cy="367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 攻击技术映射</a:t>
            </a:r>
            <a:endParaRPr sz="20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6" name="06  资产测绘说明1"/>
          <p:cNvSpPr>
            <a:spLocks noGrp="1"/>
          </p:cNvSpPr>
          <p:nvPr/>
        </p:nvSpPr>
        <p:spPr>
          <a:xfrm>
            <a:off x="3797300" y="4533900"/>
            <a:ext cx="219456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CWE / CAPEC / ATLAS</a:t>
            </a:r>
            <a:endParaRPr sz="16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7" name="06  资产测绘说明2"/>
          <p:cNvSpPr>
            <a:spLocks noGrp="1"/>
          </p:cNvSpPr>
          <p:nvPr/>
        </p:nvSpPr>
        <p:spPr>
          <a:xfrm>
            <a:off x="3797300" y="4831715"/>
            <a:ext cx="2194560" cy="249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补充弱点和攻击技术标签</a:t>
            </a:r>
            <a:endParaRPr sz="14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8" name="07  论文与语义"/>
          <p:cNvSpPr>
            <a:spLocks noGrp="1"/>
          </p:cNvSpPr>
          <p:nvPr/>
        </p:nvSpPr>
        <p:spPr>
          <a:xfrm>
            <a:off x="6324600" y="3972560"/>
            <a:ext cx="2473325" cy="123444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99" name="07  论文与语义标题"/>
          <p:cNvSpPr>
            <a:spLocks noGrp="1"/>
          </p:cNvSpPr>
          <p:nvPr/>
        </p:nvSpPr>
        <p:spPr>
          <a:xfrm>
            <a:off x="6451600" y="4072890"/>
            <a:ext cx="2194560" cy="367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07 攻击路径整理</a:t>
            </a:r>
            <a:endParaRPr sz="20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0" name="07  论文与语义说明1"/>
          <p:cNvSpPr>
            <a:spLocks noGrp="1"/>
          </p:cNvSpPr>
          <p:nvPr/>
        </p:nvSpPr>
        <p:spPr>
          <a:xfrm>
            <a:off x="6451600" y="4533900"/>
            <a:ext cx="228600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按弱点模板整理可能路径</a:t>
            </a:r>
            <a:endParaRPr sz="16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1" name="07  论文与语义说明2"/>
          <p:cNvSpPr>
            <a:spLocks noGrp="1"/>
          </p:cNvSpPr>
          <p:nvPr/>
        </p:nvSpPr>
        <p:spPr>
          <a:xfrm>
            <a:off x="6451600" y="4831715"/>
            <a:ext cx="2194560" cy="249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辅助研判，保留推测边界</a:t>
            </a:r>
            <a:endParaRPr sz="14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2" name="08  攻击技术映射"/>
          <p:cNvSpPr>
            <a:spLocks noGrp="1"/>
          </p:cNvSpPr>
          <p:nvPr/>
        </p:nvSpPr>
        <p:spPr>
          <a:xfrm>
            <a:off x="8978900" y="3972560"/>
            <a:ext cx="2473325" cy="123444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203" name="08  攻击技术映射标题"/>
          <p:cNvSpPr>
            <a:spLocks noGrp="1"/>
          </p:cNvSpPr>
          <p:nvPr/>
        </p:nvSpPr>
        <p:spPr>
          <a:xfrm>
            <a:off x="9105900" y="4072890"/>
            <a:ext cx="2194560" cy="367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08 AI相关性复判</a:t>
            </a:r>
            <a:endParaRPr sz="20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4" name="08  攻击技术映射说明1"/>
          <p:cNvSpPr>
            <a:spLocks noGrp="1"/>
          </p:cNvSpPr>
          <p:nvPr/>
        </p:nvSpPr>
        <p:spPr>
          <a:xfrm>
            <a:off x="9105900" y="4533900"/>
            <a:ext cx="219456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sz="2000" kern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205" name="08  攻击技术映射说明2"/>
          <p:cNvSpPr>
            <a:spLocks noGrp="1"/>
          </p:cNvSpPr>
          <p:nvPr/>
        </p:nvSpPr>
        <p:spPr>
          <a:xfrm>
            <a:off x="9105900" y="4831715"/>
            <a:ext cx="2194560" cy="249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复判边界情报并输出依据</a:t>
            </a:r>
            <a:endParaRPr sz="14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6" name="映射CWE"/>
          <p:cNvSpPr>
            <a:spLocks noGrp="1"/>
          </p:cNvSpPr>
          <p:nvPr/>
        </p:nvSpPr>
        <p:spPr>
          <a:xfrm>
            <a:off x="9105900" y="4533900"/>
            <a:ext cx="485775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规则</a:t>
            </a:r>
            <a:endParaRPr sz="14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7" name="映射CAPEC"/>
          <p:cNvSpPr>
            <a:spLocks noGrp="1"/>
          </p:cNvSpPr>
          <p:nvPr/>
        </p:nvSpPr>
        <p:spPr>
          <a:xfrm>
            <a:off x="9791700" y="4533900"/>
            <a:ext cx="69469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复判</a:t>
            </a:r>
            <a:endParaRPr sz="14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8" name="映射ATT&amp;CK"/>
          <p:cNvSpPr>
            <a:spLocks noGrp="1"/>
          </p:cNvSpPr>
          <p:nvPr/>
        </p:nvSpPr>
        <p:spPr>
          <a:xfrm>
            <a:off x="10541000" y="4533900"/>
            <a:ext cx="624840" cy="293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8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依据</a:t>
            </a:r>
            <a:endParaRPr sz="14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cxnSp>
        <p:nvCxnSpPr>
          <p:cNvPr id="209" name="直接箭头连接符 208"/>
          <p:cNvCxnSpPr>
            <a:stCxn id="206" idx="3"/>
            <a:endCxn id="207" idx="1"/>
          </p:cNvCxnSpPr>
          <p:nvPr/>
        </p:nvCxnSpPr>
        <p:spPr>
          <a:xfrm>
            <a:off x="9591675" y="4680585"/>
            <a:ext cx="200025" cy="0"/>
          </a:xfrm>
          <a:prstGeom prst="straightConnector1">
            <a:avLst/>
          </a:prstGeom>
          <a:ln w="9525">
            <a:solidFill>
              <a:srgbClr val="D79B7E"/>
            </a:solidFill>
            <a:tailEnd type="arrow" w="sm" len="sm"/>
          </a:ln>
        </p:spPr>
      </p:cxnSp>
      <p:cxnSp>
        <p:nvCxnSpPr>
          <p:cNvPr id="210" name="直接箭头连接符 209"/>
          <p:cNvCxnSpPr>
            <a:endCxn id="208" idx="1"/>
          </p:cNvCxnSpPr>
          <p:nvPr/>
        </p:nvCxnSpPr>
        <p:spPr>
          <a:xfrm flipV="1">
            <a:off x="10366375" y="4680585"/>
            <a:ext cx="174625" cy="4445"/>
          </a:xfrm>
          <a:prstGeom prst="straightConnector1">
            <a:avLst/>
          </a:prstGeom>
          <a:ln w="9525">
            <a:solidFill>
              <a:srgbClr val="D79B7E"/>
            </a:solidFill>
            <a:tailEnd type="arrow" w="sm" len="sm"/>
          </a:ln>
        </p:spPr>
      </p:cxnSp>
      <p:sp>
        <p:nvSpPr>
          <p:cNvPr id="211" name="直接连接符 210"/>
          <p:cNvSpPr>
            <a:spLocks noGrp="1"/>
          </p:cNvSpPr>
          <p:nvPr/>
        </p:nvSpPr>
        <p:spPr>
          <a:xfrm>
            <a:off x="1016000" y="5449570"/>
            <a:ext cx="102235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212" name="调度策略标题"/>
          <p:cNvSpPr>
            <a:spLocks noGrp="1"/>
          </p:cNvSpPr>
          <p:nvPr/>
        </p:nvSpPr>
        <p:spPr>
          <a:xfrm>
            <a:off x="1016000" y="5627370"/>
            <a:ext cx="27305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富化任务调度</a:t>
            </a:r>
            <a:endParaRPr sz="24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13" name="调度策略正文"/>
          <p:cNvSpPr>
            <a:spLocks noGrp="1"/>
          </p:cNvSpPr>
          <p:nvPr/>
        </p:nvSpPr>
        <p:spPr>
          <a:xfrm>
            <a:off x="1016000" y="6059170"/>
            <a:ext cx="3810000" cy="52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按需或周期触发，限制并发与调用超时</a:t>
            </a:r>
            <a:endParaRPr sz="14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分维度记录状态，失败维度支持后续补跑</a:t>
            </a:r>
            <a:endParaRPr sz="14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14" name="合并策略标题"/>
          <p:cNvSpPr>
            <a:spLocks noGrp="1"/>
          </p:cNvSpPr>
          <p:nvPr/>
        </p:nvSpPr>
        <p:spPr>
          <a:xfrm>
            <a:off x="5461000" y="5627370"/>
            <a:ext cx="30480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kern="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结果合并与回写</a:t>
            </a:r>
            <a:endParaRPr sz="2400" kern="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15" name="合并策略正文"/>
          <p:cNvSpPr>
            <a:spLocks noGrp="1"/>
          </p:cNvSpPr>
          <p:nvPr/>
        </p:nvSpPr>
        <p:spPr>
          <a:xfrm>
            <a:off x="5461000" y="6059170"/>
            <a:ext cx="5778500" cy="52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按字段规则合并结果，优先保留已有有效值</a:t>
            </a:r>
            <a:endParaRPr sz="14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记录状态与更新时间，低置信结果进入人工复核</a:t>
            </a:r>
            <a:endParaRPr sz="14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情报富化模块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3822700" cy="316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INTELLIGENCE ENRICHMENT MODULE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218" name="直接连接符 217"/>
          <p:cNvCxnSpPr/>
          <p:nvPr/>
        </p:nvCxnSpPr>
        <p:spPr>
          <a:xfrm>
            <a:off x="3963035" y="699135"/>
            <a:ext cx="7400290" cy="762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1" name="文本框 220"/>
          <p:cNvSpPr txBox="1"/>
          <p:nvPr/>
        </p:nvSpPr>
        <p:spPr>
          <a:xfrm>
            <a:off x="45085" y="69850"/>
            <a:ext cx="970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803910" y="1414780"/>
            <a:ext cx="680400" cy="680085"/>
            <a:chOff x="1462" y="2237"/>
            <a:chExt cx="1594" cy="1594"/>
          </a:xfrm>
        </p:grpSpPr>
        <p:pic>
          <p:nvPicPr>
            <p:cNvPr id="856" name="Google Shape;856;p33"/>
            <p:cNvPicPr preferRelativeResize="0"/>
            <p:nvPr>
              <p:custDataLst>
                <p:tags r:id="rId1"/>
              </p:custDataLst>
            </p:nvPr>
          </p:nvPicPr>
          <p:blipFill rotWithShape="1">
            <a:blip r:embed="rId2"/>
            <a:srcRect l="32935" b="32935"/>
            <a:stretch>
              <a:fillRect/>
            </a:stretch>
          </p:blipFill>
          <p:spPr>
            <a:xfrm>
              <a:off x="1462" y="2237"/>
              <a:ext cx="1594" cy="1594"/>
            </a:xfrm>
            <a:prstGeom prst="ellipse">
              <a:avLst/>
            </a:prstGeom>
            <a:noFill/>
            <a:ln>
              <a:noFill/>
            </a:ln>
            <a:effectLst>
              <a:outerShdw blurRad="142875" dist="95250" dir="4200000" algn="bl" rotWithShape="0">
                <a:srgbClr val="000000">
                  <a:alpha val="50000"/>
                </a:srgbClr>
              </a:outerShdw>
            </a:effectLst>
          </p:spPr>
        </p:pic>
        <p:grpSp>
          <p:nvGrpSpPr>
            <p:cNvPr id="866" name="Google Shape;866;p33"/>
            <p:cNvGrpSpPr/>
            <p:nvPr>
              <p:custDataLst>
                <p:tags r:id="rId3"/>
              </p:custDataLst>
            </p:nvPr>
          </p:nvGrpSpPr>
          <p:grpSpPr>
            <a:xfrm>
              <a:off x="1907" y="2682"/>
              <a:ext cx="705" cy="705"/>
              <a:chOff x="1755425" y="1299975"/>
              <a:chExt cx="335650" cy="335650"/>
            </a:xfrm>
          </p:grpSpPr>
          <p:sp>
            <p:nvSpPr>
              <p:cNvPr id="867" name="Google Shape;867;p33"/>
              <p:cNvSpPr/>
              <p:nvPr>
                <p:custDataLst>
                  <p:tags r:id="rId4"/>
                </p:custDataLst>
              </p:nvPr>
            </p:nvSpPr>
            <p:spPr>
              <a:xfrm>
                <a:off x="1902275" y="1400175"/>
                <a:ext cx="41975" cy="33825"/>
              </a:xfrm>
              <a:custGeom>
                <a:avLst/>
                <a:gdLst/>
                <a:ahLst/>
                <a:cxnLst/>
                <a:rect l="l" t="t" r="r" b="b"/>
                <a:pathLst>
                  <a:path w="1679" h="1353" extrusionOk="0">
                    <a:moveTo>
                      <a:pt x="839" y="1"/>
                    </a:moveTo>
                    <a:lnTo>
                      <a:pt x="699" y="47"/>
                    </a:lnTo>
                    <a:lnTo>
                      <a:pt x="513" y="94"/>
                    </a:lnTo>
                    <a:lnTo>
                      <a:pt x="373" y="141"/>
                    </a:lnTo>
                    <a:lnTo>
                      <a:pt x="233" y="281"/>
                    </a:lnTo>
                    <a:lnTo>
                      <a:pt x="140" y="374"/>
                    </a:lnTo>
                    <a:lnTo>
                      <a:pt x="47" y="514"/>
                    </a:lnTo>
                    <a:lnTo>
                      <a:pt x="0" y="700"/>
                    </a:lnTo>
                    <a:lnTo>
                      <a:pt x="0" y="840"/>
                    </a:lnTo>
                    <a:lnTo>
                      <a:pt x="0" y="1353"/>
                    </a:lnTo>
                    <a:lnTo>
                      <a:pt x="1678" y="1353"/>
                    </a:lnTo>
                    <a:lnTo>
                      <a:pt x="1678" y="840"/>
                    </a:lnTo>
                    <a:lnTo>
                      <a:pt x="1678" y="700"/>
                    </a:lnTo>
                    <a:lnTo>
                      <a:pt x="1632" y="514"/>
                    </a:lnTo>
                    <a:lnTo>
                      <a:pt x="1539" y="374"/>
                    </a:lnTo>
                    <a:lnTo>
                      <a:pt x="1445" y="281"/>
                    </a:lnTo>
                    <a:lnTo>
                      <a:pt x="1305" y="141"/>
                    </a:lnTo>
                    <a:lnTo>
                      <a:pt x="1166" y="94"/>
                    </a:lnTo>
                    <a:lnTo>
                      <a:pt x="1026" y="47"/>
                    </a:lnTo>
                    <a:lnTo>
                      <a:pt x="8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8" name="Google Shape;868;p33"/>
              <p:cNvSpPr/>
              <p:nvPr>
                <p:custDataLst>
                  <p:tags r:id="rId5"/>
                </p:custDataLst>
              </p:nvPr>
            </p:nvSpPr>
            <p:spPr>
              <a:xfrm>
                <a:off x="1884800" y="1453800"/>
                <a:ext cx="78100" cy="68775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751" extrusionOk="0">
                    <a:moveTo>
                      <a:pt x="0" y="0"/>
                    </a:moveTo>
                    <a:lnTo>
                      <a:pt x="0" y="2750"/>
                    </a:lnTo>
                    <a:lnTo>
                      <a:pt x="1165" y="2750"/>
                    </a:lnTo>
                    <a:lnTo>
                      <a:pt x="1165" y="886"/>
                    </a:lnTo>
                    <a:lnTo>
                      <a:pt x="1958" y="886"/>
                    </a:lnTo>
                    <a:lnTo>
                      <a:pt x="1958" y="2750"/>
                    </a:lnTo>
                    <a:lnTo>
                      <a:pt x="3123" y="2750"/>
                    </a:lnTo>
                    <a:lnTo>
                      <a:pt x="31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9" name="Google Shape;869;p33"/>
              <p:cNvSpPr/>
              <p:nvPr>
                <p:custDataLst>
                  <p:tags r:id="rId6"/>
                </p:custDataLst>
              </p:nvPr>
            </p:nvSpPr>
            <p:spPr>
              <a:xfrm>
                <a:off x="1755425" y="1299975"/>
                <a:ext cx="335650" cy="335650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13426" extrusionOk="0">
                    <a:moveTo>
                      <a:pt x="6713" y="3216"/>
                    </a:moveTo>
                    <a:lnTo>
                      <a:pt x="7040" y="3263"/>
                    </a:lnTo>
                    <a:lnTo>
                      <a:pt x="7366" y="3356"/>
                    </a:lnTo>
                    <a:lnTo>
                      <a:pt x="7646" y="3496"/>
                    </a:lnTo>
                    <a:lnTo>
                      <a:pt x="7879" y="3729"/>
                    </a:lnTo>
                    <a:lnTo>
                      <a:pt x="8065" y="3962"/>
                    </a:lnTo>
                    <a:lnTo>
                      <a:pt x="8252" y="4242"/>
                    </a:lnTo>
                    <a:lnTo>
                      <a:pt x="8345" y="4522"/>
                    </a:lnTo>
                    <a:lnTo>
                      <a:pt x="8345" y="4848"/>
                    </a:lnTo>
                    <a:lnTo>
                      <a:pt x="8345" y="5361"/>
                    </a:lnTo>
                    <a:lnTo>
                      <a:pt x="9091" y="5361"/>
                    </a:lnTo>
                    <a:lnTo>
                      <a:pt x="9091" y="9696"/>
                    </a:lnTo>
                    <a:lnTo>
                      <a:pt x="4383" y="9696"/>
                    </a:lnTo>
                    <a:lnTo>
                      <a:pt x="4383" y="5361"/>
                    </a:lnTo>
                    <a:lnTo>
                      <a:pt x="5082" y="5361"/>
                    </a:lnTo>
                    <a:lnTo>
                      <a:pt x="5082" y="4848"/>
                    </a:lnTo>
                    <a:lnTo>
                      <a:pt x="5128" y="4522"/>
                    </a:lnTo>
                    <a:lnTo>
                      <a:pt x="5222" y="4242"/>
                    </a:lnTo>
                    <a:lnTo>
                      <a:pt x="5361" y="3962"/>
                    </a:lnTo>
                    <a:lnTo>
                      <a:pt x="5548" y="3729"/>
                    </a:lnTo>
                    <a:lnTo>
                      <a:pt x="5828" y="3496"/>
                    </a:lnTo>
                    <a:lnTo>
                      <a:pt x="6107" y="3356"/>
                    </a:lnTo>
                    <a:lnTo>
                      <a:pt x="6387" y="3263"/>
                    </a:lnTo>
                    <a:lnTo>
                      <a:pt x="6713" y="3216"/>
                    </a:lnTo>
                    <a:close/>
                    <a:moveTo>
                      <a:pt x="1259" y="0"/>
                    </a:moveTo>
                    <a:lnTo>
                      <a:pt x="980" y="47"/>
                    </a:lnTo>
                    <a:lnTo>
                      <a:pt x="747" y="93"/>
                    </a:lnTo>
                    <a:lnTo>
                      <a:pt x="560" y="233"/>
                    </a:lnTo>
                    <a:lnTo>
                      <a:pt x="374" y="373"/>
                    </a:lnTo>
                    <a:lnTo>
                      <a:pt x="234" y="559"/>
                    </a:lnTo>
                    <a:lnTo>
                      <a:pt x="94" y="746"/>
                    </a:lnTo>
                    <a:lnTo>
                      <a:pt x="47" y="979"/>
                    </a:lnTo>
                    <a:lnTo>
                      <a:pt x="1" y="1259"/>
                    </a:lnTo>
                    <a:lnTo>
                      <a:pt x="47" y="1445"/>
                    </a:lnTo>
                    <a:lnTo>
                      <a:pt x="94" y="1632"/>
                    </a:lnTo>
                    <a:lnTo>
                      <a:pt x="141" y="1818"/>
                    </a:lnTo>
                    <a:lnTo>
                      <a:pt x="234" y="1958"/>
                    </a:lnTo>
                    <a:lnTo>
                      <a:pt x="374" y="2098"/>
                    </a:lnTo>
                    <a:lnTo>
                      <a:pt x="514" y="2238"/>
                    </a:lnTo>
                    <a:lnTo>
                      <a:pt x="653" y="2331"/>
                    </a:lnTo>
                    <a:lnTo>
                      <a:pt x="840" y="2424"/>
                    </a:lnTo>
                    <a:lnTo>
                      <a:pt x="840" y="4009"/>
                    </a:lnTo>
                    <a:lnTo>
                      <a:pt x="2378" y="4009"/>
                    </a:lnTo>
                    <a:lnTo>
                      <a:pt x="2098" y="4568"/>
                    </a:lnTo>
                    <a:lnTo>
                      <a:pt x="1865" y="5128"/>
                    </a:lnTo>
                    <a:lnTo>
                      <a:pt x="1725" y="5687"/>
                    </a:lnTo>
                    <a:lnTo>
                      <a:pt x="1632" y="6340"/>
                    </a:lnTo>
                    <a:lnTo>
                      <a:pt x="420" y="6340"/>
                    </a:lnTo>
                    <a:lnTo>
                      <a:pt x="420" y="7132"/>
                    </a:lnTo>
                    <a:lnTo>
                      <a:pt x="1632" y="7132"/>
                    </a:lnTo>
                    <a:lnTo>
                      <a:pt x="1725" y="7738"/>
                    </a:lnTo>
                    <a:lnTo>
                      <a:pt x="1865" y="8344"/>
                    </a:lnTo>
                    <a:lnTo>
                      <a:pt x="2098" y="8903"/>
                    </a:lnTo>
                    <a:lnTo>
                      <a:pt x="2378" y="9416"/>
                    </a:lnTo>
                    <a:lnTo>
                      <a:pt x="840" y="9416"/>
                    </a:lnTo>
                    <a:lnTo>
                      <a:pt x="840" y="11048"/>
                    </a:lnTo>
                    <a:lnTo>
                      <a:pt x="653" y="11094"/>
                    </a:lnTo>
                    <a:lnTo>
                      <a:pt x="514" y="11188"/>
                    </a:lnTo>
                    <a:lnTo>
                      <a:pt x="374" y="11327"/>
                    </a:lnTo>
                    <a:lnTo>
                      <a:pt x="234" y="11467"/>
                    </a:lnTo>
                    <a:lnTo>
                      <a:pt x="141" y="11654"/>
                    </a:lnTo>
                    <a:lnTo>
                      <a:pt x="94" y="11794"/>
                    </a:lnTo>
                    <a:lnTo>
                      <a:pt x="47" y="11980"/>
                    </a:lnTo>
                    <a:lnTo>
                      <a:pt x="1" y="12213"/>
                    </a:lnTo>
                    <a:lnTo>
                      <a:pt x="47" y="12446"/>
                    </a:lnTo>
                    <a:lnTo>
                      <a:pt x="94" y="12679"/>
                    </a:lnTo>
                    <a:lnTo>
                      <a:pt x="234" y="12866"/>
                    </a:lnTo>
                    <a:lnTo>
                      <a:pt x="374" y="13052"/>
                    </a:lnTo>
                    <a:lnTo>
                      <a:pt x="560" y="13239"/>
                    </a:lnTo>
                    <a:lnTo>
                      <a:pt x="747" y="13332"/>
                    </a:lnTo>
                    <a:lnTo>
                      <a:pt x="980" y="13425"/>
                    </a:lnTo>
                    <a:lnTo>
                      <a:pt x="1492" y="13425"/>
                    </a:lnTo>
                    <a:lnTo>
                      <a:pt x="1725" y="13332"/>
                    </a:lnTo>
                    <a:lnTo>
                      <a:pt x="1912" y="13239"/>
                    </a:lnTo>
                    <a:lnTo>
                      <a:pt x="2098" y="13052"/>
                    </a:lnTo>
                    <a:lnTo>
                      <a:pt x="2285" y="12866"/>
                    </a:lnTo>
                    <a:lnTo>
                      <a:pt x="2378" y="12679"/>
                    </a:lnTo>
                    <a:lnTo>
                      <a:pt x="2471" y="12446"/>
                    </a:lnTo>
                    <a:lnTo>
                      <a:pt x="2471" y="12213"/>
                    </a:lnTo>
                    <a:lnTo>
                      <a:pt x="2471" y="11980"/>
                    </a:lnTo>
                    <a:lnTo>
                      <a:pt x="2425" y="11794"/>
                    </a:lnTo>
                    <a:lnTo>
                      <a:pt x="2331" y="11654"/>
                    </a:lnTo>
                    <a:lnTo>
                      <a:pt x="2238" y="11467"/>
                    </a:lnTo>
                    <a:lnTo>
                      <a:pt x="2098" y="11327"/>
                    </a:lnTo>
                    <a:lnTo>
                      <a:pt x="1959" y="11188"/>
                    </a:lnTo>
                    <a:lnTo>
                      <a:pt x="1819" y="11094"/>
                    </a:lnTo>
                    <a:lnTo>
                      <a:pt x="1632" y="11048"/>
                    </a:lnTo>
                    <a:lnTo>
                      <a:pt x="1632" y="10209"/>
                    </a:lnTo>
                    <a:lnTo>
                      <a:pt x="2984" y="10209"/>
                    </a:lnTo>
                    <a:lnTo>
                      <a:pt x="3310" y="10535"/>
                    </a:lnTo>
                    <a:lnTo>
                      <a:pt x="3683" y="10815"/>
                    </a:lnTo>
                    <a:lnTo>
                      <a:pt x="4056" y="11094"/>
                    </a:lnTo>
                    <a:lnTo>
                      <a:pt x="4476" y="11327"/>
                    </a:lnTo>
                    <a:lnTo>
                      <a:pt x="4895" y="11514"/>
                    </a:lnTo>
                    <a:lnTo>
                      <a:pt x="5361" y="11654"/>
                    </a:lnTo>
                    <a:lnTo>
                      <a:pt x="5828" y="11747"/>
                    </a:lnTo>
                    <a:lnTo>
                      <a:pt x="6340" y="11840"/>
                    </a:lnTo>
                    <a:lnTo>
                      <a:pt x="6340" y="13052"/>
                    </a:lnTo>
                    <a:lnTo>
                      <a:pt x="7133" y="13052"/>
                    </a:lnTo>
                    <a:lnTo>
                      <a:pt x="7133" y="11840"/>
                    </a:lnTo>
                    <a:lnTo>
                      <a:pt x="7599" y="11747"/>
                    </a:lnTo>
                    <a:lnTo>
                      <a:pt x="8065" y="11654"/>
                    </a:lnTo>
                    <a:lnTo>
                      <a:pt x="8531" y="11514"/>
                    </a:lnTo>
                    <a:lnTo>
                      <a:pt x="8951" y="11327"/>
                    </a:lnTo>
                    <a:lnTo>
                      <a:pt x="9370" y="11094"/>
                    </a:lnTo>
                    <a:lnTo>
                      <a:pt x="9790" y="10815"/>
                    </a:lnTo>
                    <a:lnTo>
                      <a:pt x="10163" y="10535"/>
                    </a:lnTo>
                    <a:lnTo>
                      <a:pt x="10489" y="10209"/>
                    </a:lnTo>
                    <a:lnTo>
                      <a:pt x="11794" y="10209"/>
                    </a:lnTo>
                    <a:lnTo>
                      <a:pt x="11794" y="11048"/>
                    </a:lnTo>
                    <a:lnTo>
                      <a:pt x="11654" y="11094"/>
                    </a:lnTo>
                    <a:lnTo>
                      <a:pt x="11468" y="11188"/>
                    </a:lnTo>
                    <a:lnTo>
                      <a:pt x="11328" y="11327"/>
                    </a:lnTo>
                    <a:lnTo>
                      <a:pt x="11188" y="11467"/>
                    </a:lnTo>
                    <a:lnTo>
                      <a:pt x="11095" y="11654"/>
                    </a:lnTo>
                    <a:lnTo>
                      <a:pt x="11049" y="11794"/>
                    </a:lnTo>
                    <a:lnTo>
                      <a:pt x="11002" y="11980"/>
                    </a:lnTo>
                    <a:lnTo>
                      <a:pt x="10955" y="12213"/>
                    </a:lnTo>
                    <a:lnTo>
                      <a:pt x="11002" y="12446"/>
                    </a:lnTo>
                    <a:lnTo>
                      <a:pt x="11049" y="12679"/>
                    </a:lnTo>
                    <a:lnTo>
                      <a:pt x="11188" y="12866"/>
                    </a:lnTo>
                    <a:lnTo>
                      <a:pt x="11328" y="13052"/>
                    </a:lnTo>
                    <a:lnTo>
                      <a:pt x="11515" y="13239"/>
                    </a:lnTo>
                    <a:lnTo>
                      <a:pt x="11701" y="13332"/>
                    </a:lnTo>
                    <a:lnTo>
                      <a:pt x="11934" y="13425"/>
                    </a:lnTo>
                    <a:lnTo>
                      <a:pt x="12447" y="13425"/>
                    </a:lnTo>
                    <a:lnTo>
                      <a:pt x="12680" y="13332"/>
                    </a:lnTo>
                    <a:lnTo>
                      <a:pt x="12913" y="13239"/>
                    </a:lnTo>
                    <a:lnTo>
                      <a:pt x="13053" y="13052"/>
                    </a:lnTo>
                    <a:lnTo>
                      <a:pt x="13239" y="12866"/>
                    </a:lnTo>
                    <a:lnTo>
                      <a:pt x="13333" y="12679"/>
                    </a:lnTo>
                    <a:lnTo>
                      <a:pt x="13426" y="12446"/>
                    </a:lnTo>
                    <a:lnTo>
                      <a:pt x="13426" y="12213"/>
                    </a:lnTo>
                    <a:lnTo>
                      <a:pt x="13426" y="11980"/>
                    </a:lnTo>
                    <a:lnTo>
                      <a:pt x="13379" y="11794"/>
                    </a:lnTo>
                    <a:lnTo>
                      <a:pt x="13286" y="11654"/>
                    </a:lnTo>
                    <a:lnTo>
                      <a:pt x="13193" y="11467"/>
                    </a:lnTo>
                    <a:lnTo>
                      <a:pt x="13100" y="11327"/>
                    </a:lnTo>
                    <a:lnTo>
                      <a:pt x="12913" y="11188"/>
                    </a:lnTo>
                    <a:lnTo>
                      <a:pt x="12773" y="11094"/>
                    </a:lnTo>
                    <a:lnTo>
                      <a:pt x="12587" y="11048"/>
                    </a:lnTo>
                    <a:lnTo>
                      <a:pt x="12587" y="9416"/>
                    </a:lnTo>
                    <a:lnTo>
                      <a:pt x="11095" y="9416"/>
                    </a:lnTo>
                    <a:lnTo>
                      <a:pt x="11375" y="8903"/>
                    </a:lnTo>
                    <a:lnTo>
                      <a:pt x="11608" y="8344"/>
                    </a:lnTo>
                    <a:lnTo>
                      <a:pt x="11748" y="7738"/>
                    </a:lnTo>
                    <a:lnTo>
                      <a:pt x="11841" y="7132"/>
                    </a:lnTo>
                    <a:lnTo>
                      <a:pt x="13053" y="7132"/>
                    </a:lnTo>
                    <a:lnTo>
                      <a:pt x="13053" y="6340"/>
                    </a:lnTo>
                    <a:lnTo>
                      <a:pt x="11841" y="6340"/>
                    </a:lnTo>
                    <a:lnTo>
                      <a:pt x="11748" y="5687"/>
                    </a:lnTo>
                    <a:lnTo>
                      <a:pt x="11608" y="5128"/>
                    </a:lnTo>
                    <a:lnTo>
                      <a:pt x="11375" y="4568"/>
                    </a:lnTo>
                    <a:lnTo>
                      <a:pt x="11095" y="4009"/>
                    </a:lnTo>
                    <a:lnTo>
                      <a:pt x="12587" y="4009"/>
                    </a:lnTo>
                    <a:lnTo>
                      <a:pt x="12587" y="2424"/>
                    </a:lnTo>
                    <a:lnTo>
                      <a:pt x="12773" y="2331"/>
                    </a:lnTo>
                    <a:lnTo>
                      <a:pt x="12913" y="2238"/>
                    </a:lnTo>
                    <a:lnTo>
                      <a:pt x="13100" y="2098"/>
                    </a:lnTo>
                    <a:lnTo>
                      <a:pt x="13193" y="1958"/>
                    </a:lnTo>
                    <a:lnTo>
                      <a:pt x="13286" y="1818"/>
                    </a:lnTo>
                    <a:lnTo>
                      <a:pt x="13379" y="1632"/>
                    </a:lnTo>
                    <a:lnTo>
                      <a:pt x="13426" y="1445"/>
                    </a:lnTo>
                    <a:lnTo>
                      <a:pt x="13426" y="1259"/>
                    </a:lnTo>
                    <a:lnTo>
                      <a:pt x="13426" y="979"/>
                    </a:lnTo>
                    <a:lnTo>
                      <a:pt x="13333" y="746"/>
                    </a:lnTo>
                    <a:lnTo>
                      <a:pt x="13239" y="559"/>
                    </a:lnTo>
                    <a:lnTo>
                      <a:pt x="13053" y="373"/>
                    </a:lnTo>
                    <a:lnTo>
                      <a:pt x="12913" y="233"/>
                    </a:lnTo>
                    <a:lnTo>
                      <a:pt x="12680" y="93"/>
                    </a:lnTo>
                    <a:lnTo>
                      <a:pt x="12447" y="47"/>
                    </a:lnTo>
                    <a:lnTo>
                      <a:pt x="12214" y="0"/>
                    </a:lnTo>
                    <a:lnTo>
                      <a:pt x="11934" y="47"/>
                    </a:lnTo>
                    <a:lnTo>
                      <a:pt x="11701" y="93"/>
                    </a:lnTo>
                    <a:lnTo>
                      <a:pt x="11515" y="233"/>
                    </a:lnTo>
                    <a:lnTo>
                      <a:pt x="11328" y="373"/>
                    </a:lnTo>
                    <a:lnTo>
                      <a:pt x="11188" y="559"/>
                    </a:lnTo>
                    <a:lnTo>
                      <a:pt x="11049" y="746"/>
                    </a:lnTo>
                    <a:lnTo>
                      <a:pt x="11002" y="979"/>
                    </a:lnTo>
                    <a:lnTo>
                      <a:pt x="10955" y="1259"/>
                    </a:lnTo>
                    <a:lnTo>
                      <a:pt x="11002" y="1445"/>
                    </a:lnTo>
                    <a:lnTo>
                      <a:pt x="11049" y="1632"/>
                    </a:lnTo>
                    <a:lnTo>
                      <a:pt x="11095" y="1818"/>
                    </a:lnTo>
                    <a:lnTo>
                      <a:pt x="11188" y="1958"/>
                    </a:lnTo>
                    <a:lnTo>
                      <a:pt x="11328" y="2098"/>
                    </a:lnTo>
                    <a:lnTo>
                      <a:pt x="11468" y="2238"/>
                    </a:lnTo>
                    <a:lnTo>
                      <a:pt x="11654" y="2331"/>
                    </a:lnTo>
                    <a:lnTo>
                      <a:pt x="11794" y="2424"/>
                    </a:lnTo>
                    <a:lnTo>
                      <a:pt x="11794" y="3216"/>
                    </a:lnTo>
                    <a:lnTo>
                      <a:pt x="10489" y="3216"/>
                    </a:lnTo>
                    <a:lnTo>
                      <a:pt x="10163" y="2890"/>
                    </a:lnTo>
                    <a:lnTo>
                      <a:pt x="9790" y="2610"/>
                    </a:lnTo>
                    <a:lnTo>
                      <a:pt x="9370" y="2331"/>
                    </a:lnTo>
                    <a:lnTo>
                      <a:pt x="8951" y="2098"/>
                    </a:lnTo>
                    <a:lnTo>
                      <a:pt x="8531" y="1911"/>
                    </a:lnTo>
                    <a:lnTo>
                      <a:pt x="8065" y="1771"/>
                    </a:lnTo>
                    <a:lnTo>
                      <a:pt x="7599" y="1678"/>
                    </a:lnTo>
                    <a:lnTo>
                      <a:pt x="7133" y="1632"/>
                    </a:lnTo>
                    <a:lnTo>
                      <a:pt x="7133" y="420"/>
                    </a:lnTo>
                    <a:lnTo>
                      <a:pt x="6340" y="420"/>
                    </a:lnTo>
                    <a:lnTo>
                      <a:pt x="6340" y="1632"/>
                    </a:lnTo>
                    <a:lnTo>
                      <a:pt x="5828" y="1678"/>
                    </a:lnTo>
                    <a:lnTo>
                      <a:pt x="5361" y="1771"/>
                    </a:lnTo>
                    <a:lnTo>
                      <a:pt x="4895" y="1911"/>
                    </a:lnTo>
                    <a:lnTo>
                      <a:pt x="4476" y="2098"/>
                    </a:lnTo>
                    <a:lnTo>
                      <a:pt x="4056" y="2331"/>
                    </a:lnTo>
                    <a:lnTo>
                      <a:pt x="3683" y="2610"/>
                    </a:lnTo>
                    <a:lnTo>
                      <a:pt x="3310" y="2890"/>
                    </a:lnTo>
                    <a:lnTo>
                      <a:pt x="2984" y="3216"/>
                    </a:lnTo>
                    <a:lnTo>
                      <a:pt x="1632" y="3216"/>
                    </a:lnTo>
                    <a:lnTo>
                      <a:pt x="1632" y="2424"/>
                    </a:lnTo>
                    <a:lnTo>
                      <a:pt x="1819" y="2331"/>
                    </a:lnTo>
                    <a:lnTo>
                      <a:pt x="1959" y="2238"/>
                    </a:lnTo>
                    <a:lnTo>
                      <a:pt x="2098" y="2098"/>
                    </a:lnTo>
                    <a:lnTo>
                      <a:pt x="2238" y="1958"/>
                    </a:lnTo>
                    <a:lnTo>
                      <a:pt x="2331" y="1818"/>
                    </a:lnTo>
                    <a:lnTo>
                      <a:pt x="2425" y="1632"/>
                    </a:lnTo>
                    <a:lnTo>
                      <a:pt x="2471" y="1445"/>
                    </a:lnTo>
                    <a:lnTo>
                      <a:pt x="2471" y="1259"/>
                    </a:lnTo>
                    <a:lnTo>
                      <a:pt x="2471" y="979"/>
                    </a:lnTo>
                    <a:lnTo>
                      <a:pt x="2378" y="746"/>
                    </a:lnTo>
                    <a:lnTo>
                      <a:pt x="2285" y="559"/>
                    </a:lnTo>
                    <a:lnTo>
                      <a:pt x="2098" y="373"/>
                    </a:lnTo>
                    <a:lnTo>
                      <a:pt x="1912" y="233"/>
                    </a:lnTo>
                    <a:lnTo>
                      <a:pt x="1725" y="93"/>
                    </a:lnTo>
                    <a:lnTo>
                      <a:pt x="1492" y="47"/>
                    </a:lnTo>
                    <a:lnTo>
                      <a:pt x="12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8054340" y="1428750"/>
            <a:ext cx="680400" cy="680085"/>
            <a:chOff x="12684" y="2259"/>
            <a:chExt cx="1594" cy="1594"/>
          </a:xfrm>
        </p:grpSpPr>
        <p:pic>
          <p:nvPicPr>
            <p:cNvPr id="858" name="Google Shape;858;p33"/>
            <p:cNvPicPr preferRelativeResize="0"/>
            <p:nvPr>
              <p:custDataLst>
                <p:tags r:id="rId7"/>
              </p:custDataLst>
            </p:nvPr>
          </p:nvPicPr>
          <p:blipFill rotWithShape="1">
            <a:blip r:embed="rId2"/>
            <a:srcRect l="32935" b="32935"/>
            <a:stretch>
              <a:fillRect/>
            </a:stretch>
          </p:blipFill>
          <p:spPr>
            <a:xfrm>
              <a:off x="12684" y="2259"/>
              <a:ext cx="1594" cy="1594"/>
            </a:xfrm>
            <a:prstGeom prst="ellipse">
              <a:avLst/>
            </a:prstGeom>
            <a:noFill/>
            <a:ln>
              <a:noFill/>
            </a:ln>
            <a:effectLst>
              <a:outerShdw blurRad="142875" dist="95250" dir="4200000" algn="bl" rotWithShape="0">
                <a:srgbClr val="000000">
                  <a:alpha val="50000"/>
                </a:srgbClr>
              </a:outerShdw>
            </a:effectLst>
          </p:spPr>
        </p:pic>
        <p:grpSp>
          <p:nvGrpSpPr>
            <p:cNvPr id="870" name="Google Shape;870;p33"/>
            <p:cNvGrpSpPr/>
            <p:nvPr>
              <p:custDataLst>
                <p:tags r:id="rId8"/>
              </p:custDataLst>
            </p:nvPr>
          </p:nvGrpSpPr>
          <p:grpSpPr>
            <a:xfrm>
              <a:off x="13128" y="2704"/>
              <a:ext cx="705" cy="705"/>
              <a:chOff x="4017425" y="1299975"/>
              <a:chExt cx="335650" cy="335650"/>
            </a:xfrm>
          </p:grpSpPr>
          <p:sp>
            <p:nvSpPr>
              <p:cNvPr id="871" name="Google Shape;871;p33"/>
              <p:cNvSpPr/>
              <p:nvPr>
                <p:custDataLst>
                  <p:tags r:id="rId9"/>
                </p:custDataLst>
              </p:nvPr>
            </p:nvSpPr>
            <p:spPr>
              <a:xfrm>
                <a:off x="4045400" y="1394350"/>
                <a:ext cx="280875" cy="146875"/>
              </a:xfrm>
              <a:custGeom>
                <a:avLst/>
                <a:gdLst/>
                <a:ahLst/>
                <a:cxnLst/>
                <a:rect l="l" t="t" r="r" b="b"/>
                <a:pathLst>
                  <a:path w="11235" h="5875" extrusionOk="0">
                    <a:moveTo>
                      <a:pt x="5594" y="700"/>
                    </a:moveTo>
                    <a:lnTo>
                      <a:pt x="6060" y="747"/>
                    </a:lnTo>
                    <a:lnTo>
                      <a:pt x="6480" y="886"/>
                    </a:lnTo>
                    <a:lnTo>
                      <a:pt x="6853" y="1073"/>
                    </a:lnTo>
                    <a:lnTo>
                      <a:pt x="7179" y="1353"/>
                    </a:lnTo>
                    <a:lnTo>
                      <a:pt x="7459" y="1679"/>
                    </a:lnTo>
                    <a:lnTo>
                      <a:pt x="7692" y="2052"/>
                    </a:lnTo>
                    <a:lnTo>
                      <a:pt x="7785" y="2471"/>
                    </a:lnTo>
                    <a:lnTo>
                      <a:pt x="7832" y="2938"/>
                    </a:lnTo>
                    <a:lnTo>
                      <a:pt x="7785" y="3404"/>
                    </a:lnTo>
                    <a:lnTo>
                      <a:pt x="7692" y="3823"/>
                    </a:lnTo>
                    <a:lnTo>
                      <a:pt x="7459" y="4196"/>
                    </a:lnTo>
                    <a:lnTo>
                      <a:pt x="7179" y="4522"/>
                    </a:lnTo>
                    <a:lnTo>
                      <a:pt x="6853" y="4802"/>
                    </a:lnTo>
                    <a:lnTo>
                      <a:pt x="6480" y="4989"/>
                    </a:lnTo>
                    <a:lnTo>
                      <a:pt x="6060" y="5128"/>
                    </a:lnTo>
                    <a:lnTo>
                      <a:pt x="5594" y="5175"/>
                    </a:lnTo>
                    <a:lnTo>
                      <a:pt x="5175" y="5128"/>
                    </a:lnTo>
                    <a:lnTo>
                      <a:pt x="4755" y="4989"/>
                    </a:lnTo>
                    <a:lnTo>
                      <a:pt x="4382" y="4802"/>
                    </a:lnTo>
                    <a:lnTo>
                      <a:pt x="4009" y="4522"/>
                    </a:lnTo>
                    <a:lnTo>
                      <a:pt x="3776" y="4196"/>
                    </a:lnTo>
                    <a:lnTo>
                      <a:pt x="3543" y="3823"/>
                    </a:lnTo>
                    <a:lnTo>
                      <a:pt x="3403" y="3404"/>
                    </a:lnTo>
                    <a:lnTo>
                      <a:pt x="3357" y="2938"/>
                    </a:lnTo>
                    <a:lnTo>
                      <a:pt x="3403" y="2471"/>
                    </a:lnTo>
                    <a:lnTo>
                      <a:pt x="3543" y="2052"/>
                    </a:lnTo>
                    <a:lnTo>
                      <a:pt x="3776" y="1679"/>
                    </a:lnTo>
                    <a:lnTo>
                      <a:pt x="4009" y="1353"/>
                    </a:lnTo>
                    <a:lnTo>
                      <a:pt x="4382" y="1073"/>
                    </a:lnTo>
                    <a:lnTo>
                      <a:pt x="4755" y="886"/>
                    </a:lnTo>
                    <a:lnTo>
                      <a:pt x="5175" y="747"/>
                    </a:lnTo>
                    <a:lnTo>
                      <a:pt x="5594" y="700"/>
                    </a:lnTo>
                    <a:close/>
                    <a:moveTo>
                      <a:pt x="5594" y="1"/>
                    </a:moveTo>
                    <a:lnTo>
                      <a:pt x="4988" y="47"/>
                    </a:lnTo>
                    <a:lnTo>
                      <a:pt x="4382" y="141"/>
                    </a:lnTo>
                    <a:lnTo>
                      <a:pt x="3776" y="280"/>
                    </a:lnTo>
                    <a:lnTo>
                      <a:pt x="3170" y="467"/>
                    </a:lnTo>
                    <a:lnTo>
                      <a:pt x="2611" y="747"/>
                    </a:lnTo>
                    <a:lnTo>
                      <a:pt x="2051" y="1073"/>
                    </a:lnTo>
                    <a:lnTo>
                      <a:pt x="1539" y="1446"/>
                    </a:lnTo>
                    <a:lnTo>
                      <a:pt x="1026" y="1912"/>
                    </a:lnTo>
                    <a:lnTo>
                      <a:pt x="0" y="2938"/>
                    </a:lnTo>
                    <a:lnTo>
                      <a:pt x="1026" y="4010"/>
                    </a:lnTo>
                    <a:lnTo>
                      <a:pt x="1539" y="4429"/>
                    </a:lnTo>
                    <a:lnTo>
                      <a:pt x="2051" y="4802"/>
                    </a:lnTo>
                    <a:lnTo>
                      <a:pt x="2611" y="5128"/>
                    </a:lnTo>
                    <a:lnTo>
                      <a:pt x="3170" y="5408"/>
                    </a:lnTo>
                    <a:lnTo>
                      <a:pt x="3776" y="5595"/>
                    </a:lnTo>
                    <a:lnTo>
                      <a:pt x="4382" y="5781"/>
                    </a:lnTo>
                    <a:lnTo>
                      <a:pt x="4988" y="5874"/>
                    </a:lnTo>
                    <a:lnTo>
                      <a:pt x="6247" y="5874"/>
                    </a:lnTo>
                    <a:lnTo>
                      <a:pt x="6853" y="5781"/>
                    </a:lnTo>
                    <a:lnTo>
                      <a:pt x="7459" y="5595"/>
                    </a:lnTo>
                    <a:lnTo>
                      <a:pt x="8018" y="5408"/>
                    </a:lnTo>
                    <a:lnTo>
                      <a:pt x="8624" y="5128"/>
                    </a:lnTo>
                    <a:lnTo>
                      <a:pt x="9183" y="4802"/>
                    </a:lnTo>
                    <a:lnTo>
                      <a:pt x="9696" y="4429"/>
                    </a:lnTo>
                    <a:lnTo>
                      <a:pt x="10162" y="4010"/>
                    </a:lnTo>
                    <a:lnTo>
                      <a:pt x="11234" y="2938"/>
                    </a:lnTo>
                    <a:lnTo>
                      <a:pt x="10162" y="1912"/>
                    </a:lnTo>
                    <a:lnTo>
                      <a:pt x="9696" y="1446"/>
                    </a:lnTo>
                    <a:lnTo>
                      <a:pt x="9183" y="1073"/>
                    </a:lnTo>
                    <a:lnTo>
                      <a:pt x="8624" y="747"/>
                    </a:lnTo>
                    <a:lnTo>
                      <a:pt x="8018" y="467"/>
                    </a:lnTo>
                    <a:lnTo>
                      <a:pt x="7459" y="280"/>
                    </a:lnTo>
                    <a:lnTo>
                      <a:pt x="6853" y="141"/>
                    </a:lnTo>
                    <a:lnTo>
                      <a:pt x="6247" y="47"/>
                    </a:lnTo>
                    <a:lnTo>
                      <a:pt x="55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2" name="Google Shape;872;p33"/>
              <p:cNvSpPr/>
              <p:nvPr>
                <p:custDataLst>
                  <p:tags r:id="rId10"/>
                </p:custDataLst>
              </p:nvPr>
            </p:nvSpPr>
            <p:spPr>
              <a:xfrm>
                <a:off x="4017425" y="1542350"/>
                <a:ext cx="335650" cy="9327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3731" extrusionOk="0">
                    <a:moveTo>
                      <a:pt x="1212" y="1"/>
                    </a:moveTo>
                    <a:lnTo>
                      <a:pt x="979" y="47"/>
                    </a:lnTo>
                    <a:lnTo>
                      <a:pt x="746" y="94"/>
                    </a:lnTo>
                    <a:lnTo>
                      <a:pt x="560" y="234"/>
                    </a:lnTo>
                    <a:lnTo>
                      <a:pt x="373" y="374"/>
                    </a:lnTo>
                    <a:lnTo>
                      <a:pt x="234" y="560"/>
                    </a:lnTo>
                    <a:lnTo>
                      <a:pt x="94" y="747"/>
                    </a:lnTo>
                    <a:lnTo>
                      <a:pt x="47" y="980"/>
                    </a:lnTo>
                    <a:lnTo>
                      <a:pt x="0" y="1213"/>
                    </a:lnTo>
                    <a:lnTo>
                      <a:pt x="47" y="1399"/>
                    </a:lnTo>
                    <a:lnTo>
                      <a:pt x="94" y="1586"/>
                    </a:lnTo>
                    <a:lnTo>
                      <a:pt x="140" y="1772"/>
                    </a:lnTo>
                    <a:lnTo>
                      <a:pt x="280" y="1912"/>
                    </a:lnTo>
                    <a:lnTo>
                      <a:pt x="373" y="2052"/>
                    </a:lnTo>
                    <a:lnTo>
                      <a:pt x="513" y="2192"/>
                    </a:lnTo>
                    <a:lnTo>
                      <a:pt x="700" y="2285"/>
                    </a:lnTo>
                    <a:lnTo>
                      <a:pt x="886" y="2378"/>
                    </a:lnTo>
                    <a:lnTo>
                      <a:pt x="886" y="3730"/>
                    </a:lnTo>
                    <a:lnTo>
                      <a:pt x="5594" y="3730"/>
                    </a:lnTo>
                    <a:lnTo>
                      <a:pt x="5594" y="2285"/>
                    </a:lnTo>
                    <a:lnTo>
                      <a:pt x="7878" y="2285"/>
                    </a:lnTo>
                    <a:lnTo>
                      <a:pt x="7878" y="3730"/>
                    </a:lnTo>
                    <a:lnTo>
                      <a:pt x="12587" y="3730"/>
                    </a:lnTo>
                    <a:lnTo>
                      <a:pt x="12587" y="2378"/>
                    </a:lnTo>
                    <a:lnTo>
                      <a:pt x="12773" y="2285"/>
                    </a:lnTo>
                    <a:lnTo>
                      <a:pt x="12913" y="2192"/>
                    </a:lnTo>
                    <a:lnTo>
                      <a:pt x="13053" y="2052"/>
                    </a:lnTo>
                    <a:lnTo>
                      <a:pt x="13193" y="1912"/>
                    </a:lnTo>
                    <a:lnTo>
                      <a:pt x="13286" y="1772"/>
                    </a:lnTo>
                    <a:lnTo>
                      <a:pt x="13379" y="1586"/>
                    </a:lnTo>
                    <a:lnTo>
                      <a:pt x="13426" y="1399"/>
                    </a:lnTo>
                    <a:lnTo>
                      <a:pt x="13426" y="1213"/>
                    </a:lnTo>
                    <a:lnTo>
                      <a:pt x="13426" y="980"/>
                    </a:lnTo>
                    <a:lnTo>
                      <a:pt x="13332" y="747"/>
                    </a:lnTo>
                    <a:lnTo>
                      <a:pt x="13239" y="560"/>
                    </a:lnTo>
                    <a:lnTo>
                      <a:pt x="13099" y="374"/>
                    </a:lnTo>
                    <a:lnTo>
                      <a:pt x="12913" y="234"/>
                    </a:lnTo>
                    <a:lnTo>
                      <a:pt x="12726" y="94"/>
                    </a:lnTo>
                    <a:lnTo>
                      <a:pt x="12493" y="47"/>
                    </a:lnTo>
                    <a:lnTo>
                      <a:pt x="12260" y="1"/>
                    </a:lnTo>
                    <a:lnTo>
                      <a:pt x="11981" y="47"/>
                    </a:lnTo>
                    <a:lnTo>
                      <a:pt x="11794" y="94"/>
                    </a:lnTo>
                    <a:lnTo>
                      <a:pt x="11561" y="234"/>
                    </a:lnTo>
                    <a:lnTo>
                      <a:pt x="11375" y="374"/>
                    </a:lnTo>
                    <a:lnTo>
                      <a:pt x="11235" y="560"/>
                    </a:lnTo>
                    <a:lnTo>
                      <a:pt x="11141" y="747"/>
                    </a:lnTo>
                    <a:lnTo>
                      <a:pt x="11048" y="980"/>
                    </a:lnTo>
                    <a:lnTo>
                      <a:pt x="11048" y="1213"/>
                    </a:lnTo>
                    <a:lnTo>
                      <a:pt x="11048" y="1399"/>
                    </a:lnTo>
                    <a:lnTo>
                      <a:pt x="11095" y="1586"/>
                    </a:lnTo>
                    <a:lnTo>
                      <a:pt x="11235" y="1865"/>
                    </a:lnTo>
                    <a:lnTo>
                      <a:pt x="11514" y="2145"/>
                    </a:lnTo>
                    <a:lnTo>
                      <a:pt x="11794" y="2332"/>
                    </a:lnTo>
                    <a:lnTo>
                      <a:pt x="11794" y="2938"/>
                    </a:lnTo>
                    <a:lnTo>
                      <a:pt x="8671" y="2938"/>
                    </a:lnTo>
                    <a:lnTo>
                      <a:pt x="8671" y="2285"/>
                    </a:lnTo>
                    <a:lnTo>
                      <a:pt x="9603" y="2285"/>
                    </a:lnTo>
                    <a:lnTo>
                      <a:pt x="9603" y="141"/>
                    </a:lnTo>
                    <a:lnTo>
                      <a:pt x="8951" y="420"/>
                    </a:lnTo>
                    <a:lnTo>
                      <a:pt x="8205" y="607"/>
                    </a:lnTo>
                    <a:lnTo>
                      <a:pt x="7459" y="700"/>
                    </a:lnTo>
                    <a:lnTo>
                      <a:pt x="6713" y="747"/>
                    </a:lnTo>
                    <a:lnTo>
                      <a:pt x="5967" y="700"/>
                    </a:lnTo>
                    <a:lnTo>
                      <a:pt x="5221" y="607"/>
                    </a:lnTo>
                    <a:lnTo>
                      <a:pt x="4522" y="420"/>
                    </a:lnTo>
                    <a:lnTo>
                      <a:pt x="3823" y="141"/>
                    </a:lnTo>
                    <a:lnTo>
                      <a:pt x="3823" y="2285"/>
                    </a:lnTo>
                    <a:lnTo>
                      <a:pt x="4802" y="2285"/>
                    </a:lnTo>
                    <a:lnTo>
                      <a:pt x="4802" y="2938"/>
                    </a:lnTo>
                    <a:lnTo>
                      <a:pt x="1679" y="2938"/>
                    </a:lnTo>
                    <a:lnTo>
                      <a:pt x="1679" y="2332"/>
                    </a:lnTo>
                    <a:lnTo>
                      <a:pt x="1958" y="2145"/>
                    </a:lnTo>
                    <a:lnTo>
                      <a:pt x="2191" y="1865"/>
                    </a:lnTo>
                    <a:lnTo>
                      <a:pt x="2378" y="1586"/>
                    </a:lnTo>
                    <a:lnTo>
                      <a:pt x="2378" y="1399"/>
                    </a:lnTo>
                    <a:lnTo>
                      <a:pt x="2424" y="1213"/>
                    </a:lnTo>
                    <a:lnTo>
                      <a:pt x="2378" y="980"/>
                    </a:lnTo>
                    <a:lnTo>
                      <a:pt x="2331" y="747"/>
                    </a:lnTo>
                    <a:lnTo>
                      <a:pt x="2191" y="560"/>
                    </a:lnTo>
                    <a:lnTo>
                      <a:pt x="2052" y="374"/>
                    </a:lnTo>
                    <a:lnTo>
                      <a:pt x="1865" y="234"/>
                    </a:lnTo>
                    <a:lnTo>
                      <a:pt x="1679" y="94"/>
                    </a:lnTo>
                    <a:lnTo>
                      <a:pt x="1446" y="47"/>
                    </a:lnTo>
                    <a:lnTo>
                      <a:pt x="12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3" name="Google Shape;873;p33"/>
              <p:cNvSpPr/>
              <p:nvPr>
                <p:custDataLst>
                  <p:tags r:id="rId11"/>
                </p:custDataLst>
              </p:nvPr>
            </p:nvSpPr>
            <p:spPr>
              <a:xfrm>
                <a:off x="4149100" y="1431650"/>
                <a:ext cx="72300" cy="72275"/>
              </a:xfrm>
              <a:custGeom>
                <a:avLst/>
                <a:gdLst/>
                <a:ahLst/>
                <a:cxnLst/>
                <a:rect l="l" t="t" r="r" b="b"/>
                <a:pathLst>
                  <a:path w="2892" h="2891" extrusionOk="0">
                    <a:moveTo>
                      <a:pt x="1446" y="0"/>
                    </a:moveTo>
                    <a:lnTo>
                      <a:pt x="1166" y="47"/>
                    </a:lnTo>
                    <a:lnTo>
                      <a:pt x="887" y="94"/>
                    </a:lnTo>
                    <a:lnTo>
                      <a:pt x="654" y="234"/>
                    </a:lnTo>
                    <a:lnTo>
                      <a:pt x="421" y="420"/>
                    </a:lnTo>
                    <a:lnTo>
                      <a:pt x="281" y="653"/>
                    </a:lnTo>
                    <a:lnTo>
                      <a:pt x="141" y="886"/>
                    </a:lnTo>
                    <a:lnTo>
                      <a:pt x="48" y="1166"/>
                    </a:lnTo>
                    <a:lnTo>
                      <a:pt x="1" y="1446"/>
                    </a:lnTo>
                    <a:lnTo>
                      <a:pt x="48" y="1725"/>
                    </a:lnTo>
                    <a:lnTo>
                      <a:pt x="141" y="2005"/>
                    </a:lnTo>
                    <a:lnTo>
                      <a:pt x="281" y="2285"/>
                    </a:lnTo>
                    <a:lnTo>
                      <a:pt x="421" y="2471"/>
                    </a:lnTo>
                    <a:lnTo>
                      <a:pt x="654" y="2657"/>
                    </a:lnTo>
                    <a:lnTo>
                      <a:pt x="887" y="2797"/>
                    </a:lnTo>
                    <a:lnTo>
                      <a:pt x="1166" y="2891"/>
                    </a:lnTo>
                    <a:lnTo>
                      <a:pt x="1772" y="2891"/>
                    </a:lnTo>
                    <a:lnTo>
                      <a:pt x="2005" y="2797"/>
                    </a:lnTo>
                    <a:lnTo>
                      <a:pt x="2285" y="2657"/>
                    </a:lnTo>
                    <a:lnTo>
                      <a:pt x="2472" y="2471"/>
                    </a:lnTo>
                    <a:lnTo>
                      <a:pt x="2658" y="2285"/>
                    </a:lnTo>
                    <a:lnTo>
                      <a:pt x="2798" y="2005"/>
                    </a:lnTo>
                    <a:lnTo>
                      <a:pt x="2891" y="1725"/>
                    </a:lnTo>
                    <a:lnTo>
                      <a:pt x="2891" y="1446"/>
                    </a:lnTo>
                    <a:lnTo>
                      <a:pt x="2891" y="1166"/>
                    </a:lnTo>
                    <a:lnTo>
                      <a:pt x="2798" y="886"/>
                    </a:lnTo>
                    <a:lnTo>
                      <a:pt x="2658" y="653"/>
                    </a:lnTo>
                    <a:lnTo>
                      <a:pt x="2472" y="420"/>
                    </a:lnTo>
                    <a:lnTo>
                      <a:pt x="2285" y="234"/>
                    </a:lnTo>
                    <a:lnTo>
                      <a:pt x="2005" y="94"/>
                    </a:lnTo>
                    <a:lnTo>
                      <a:pt x="1772" y="47"/>
                    </a:lnTo>
                    <a:lnTo>
                      <a:pt x="144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4" name="Google Shape;874;p33"/>
              <p:cNvSpPr/>
              <p:nvPr>
                <p:custDataLst>
                  <p:tags r:id="rId12"/>
                </p:custDataLst>
              </p:nvPr>
            </p:nvSpPr>
            <p:spPr>
              <a:xfrm>
                <a:off x="4017425" y="1299975"/>
                <a:ext cx="335650" cy="93250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3730" extrusionOk="0">
                    <a:moveTo>
                      <a:pt x="886" y="0"/>
                    </a:moveTo>
                    <a:lnTo>
                      <a:pt x="886" y="1398"/>
                    </a:lnTo>
                    <a:lnTo>
                      <a:pt x="700" y="1445"/>
                    </a:lnTo>
                    <a:lnTo>
                      <a:pt x="513" y="1538"/>
                    </a:lnTo>
                    <a:lnTo>
                      <a:pt x="373" y="1678"/>
                    </a:lnTo>
                    <a:lnTo>
                      <a:pt x="280" y="1818"/>
                    </a:lnTo>
                    <a:lnTo>
                      <a:pt x="140" y="1958"/>
                    </a:lnTo>
                    <a:lnTo>
                      <a:pt x="94" y="2144"/>
                    </a:lnTo>
                    <a:lnTo>
                      <a:pt x="47" y="2331"/>
                    </a:lnTo>
                    <a:lnTo>
                      <a:pt x="0" y="2517"/>
                    </a:lnTo>
                    <a:lnTo>
                      <a:pt x="47" y="2750"/>
                    </a:lnTo>
                    <a:lnTo>
                      <a:pt x="94" y="2983"/>
                    </a:lnTo>
                    <a:lnTo>
                      <a:pt x="234" y="3216"/>
                    </a:lnTo>
                    <a:lnTo>
                      <a:pt x="373" y="3356"/>
                    </a:lnTo>
                    <a:lnTo>
                      <a:pt x="560" y="3543"/>
                    </a:lnTo>
                    <a:lnTo>
                      <a:pt x="746" y="3636"/>
                    </a:lnTo>
                    <a:lnTo>
                      <a:pt x="979" y="3683"/>
                    </a:lnTo>
                    <a:lnTo>
                      <a:pt x="1212" y="3729"/>
                    </a:lnTo>
                    <a:lnTo>
                      <a:pt x="1446" y="3683"/>
                    </a:lnTo>
                    <a:lnTo>
                      <a:pt x="1679" y="3636"/>
                    </a:lnTo>
                    <a:lnTo>
                      <a:pt x="1865" y="3543"/>
                    </a:lnTo>
                    <a:lnTo>
                      <a:pt x="2052" y="3356"/>
                    </a:lnTo>
                    <a:lnTo>
                      <a:pt x="2191" y="3216"/>
                    </a:lnTo>
                    <a:lnTo>
                      <a:pt x="2331" y="2983"/>
                    </a:lnTo>
                    <a:lnTo>
                      <a:pt x="2378" y="2750"/>
                    </a:lnTo>
                    <a:lnTo>
                      <a:pt x="2424" y="2517"/>
                    </a:lnTo>
                    <a:lnTo>
                      <a:pt x="2378" y="2331"/>
                    </a:lnTo>
                    <a:lnTo>
                      <a:pt x="2378" y="2191"/>
                    </a:lnTo>
                    <a:lnTo>
                      <a:pt x="2191" y="1865"/>
                    </a:lnTo>
                    <a:lnTo>
                      <a:pt x="1958" y="1585"/>
                    </a:lnTo>
                    <a:lnTo>
                      <a:pt x="1679" y="1445"/>
                    </a:lnTo>
                    <a:lnTo>
                      <a:pt x="1679" y="792"/>
                    </a:lnTo>
                    <a:lnTo>
                      <a:pt x="4802" y="792"/>
                    </a:lnTo>
                    <a:lnTo>
                      <a:pt x="4802" y="1445"/>
                    </a:lnTo>
                    <a:lnTo>
                      <a:pt x="3823" y="1445"/>
                    </a:lnTo>
                    <a:lnTo>
                      <a:pt x="3823" y="3589"/>
                    </a:lnTo>
                    <a:lnTo>
                      <a:pt x="4522" y="3310"/>
                    </a:lnTo>
                    <a:lnTo>
                      <a:pt x="5221" y="3123"/>
                    </a:lnTo>
                    <a:lnTo>
                      <a:pt x="5967" y="3030"/>
                    </a:lnTo>
                    <a:lnTo>
                      <a:pt x="6713" y="2983"/>
                    </a:lnTo>
                    <a:lnTo>
                      <a:pt x="7459" y="3030"/>
                    </a:lnTo>
                    <a:lnTo>
                      <a:pt x="8205" y="3123"/>
                    </a:lnTo>
                    <a:lnTo>
                      <a:pt x="8951" y="3310"/>
                    </a:lnTo>
                    <a:lnTo>
                      <a:pt x="9603" y="3589"/>
                    </a:lnTo>
                    <a:lnTo>
                      <a:pt x="9603" y="1445"/>
                    </a:lnTo>
                    <a:lnTo>
                      <a:pt x="8671" y="1445"/>
                    </a:lnTo>
                    <a:lnTo>
                      <a:pt x="8671" y="792"/>
                    </a:lnTo>
                    <a:lnTo>
                      <a:pt x="11794" y="792"/>
                    </a:lnTo>
                    <a:lnTo>
                      <a:pt x="11794" y="1445"/>
                    </a:lnTo>
                    <a:lnTo>
                      <a:pt x="11514" y="1585"/>
                    </a:lnTo>
                    <a:lnTo>
                      <a:pt x="11235" y="1865"/>
                    </a:lnTo>
                    <a:lnTo>
                      <a:pt x="11095" y="2191"/>
                    </a:lnTo>
                    <a:lnTo>
                      <a:pt x="11048" y="2331"/>
                    </a:lnTo>
                    <a:lnTo>
                      <a:pt x="11048" y="2517"/>
                    </a:lnTo>
                    <a:lnTo>
                      <a:pt x="11048" y="2750"/>
                    </a:lnTo>
                    <a:lnTo>
                      <a:pt x="11141" y="2983"/>
                    </a:lnTo>
                    <a:lnTo>
                      <a:pt x="11235" y="3216"/>
                    </a:lnTo>
                    <a:lnTo>
                      <a:pt x="11375" y="3356"/>
                    </a:lnTo>
                    <a:lnTo>
                      <a:pt x="11561" y="3543"/>
                    </a:lnTo>
                    <a:lnTo>
                      <a:pt x="11794" y="3636"/>
                    </a:lnTo>
                    <a:lnTo>
                      <a:pt x="11981" y="3683"/>
                    </a:lnTo>
                    <a:lnTo>
                      <a:pt x="12260" y="3729"/>
                    </a:lnTo>
                    <a:lnTo>
                      <a:pt x="12493" y="3683"/>
                    </a:lnTo>
                    <a:lnTo>
                      <a:pt x="12726" y="3636"/>
                    </a:lnTo>
                    <a:lnTo>
                      <a:pt x="12913" y="3543"/>
                    </a:lnTo>
                    <a:lnTo>
                      <a:pt x="13099" y="3356"/>
                    </a:lnTo>
                    <a:lnTo>
                      <a:pt x="13239" y="3216"/>
                    </a:lnTo>
                    <a:lnTo>
                      <a:pt x="13332" y="2983"/>
                    </a:lnTo>
                    <a:lnTo>
                      <a:pt x="13426" y="2750"/>
                    </a:lnTo>
                    <a:lnTo>
                      <a:pt x="13426" y="2517"/>
                    </a:lnTo>
                    <a:lnTo>
                      <a:pt x="13426" y="2331"/>
                    </a:lnTo>
                    <a:lnTo>
                      <a:pt x="13379" y="2144"/>
                    </a:lnTo>
                    <a:lnTo>
                      <a:pt x="13286" y="1958"/>
                    </a:lnTo>
                    <a:lnTo>
                      <a:pt x="13193" y="1818"/>
                    </a:lnTo>
                    <a:lnTo>
                      <a:pt x="13053" y="1678"/>
                    </a:lnTo>
                    <a:lnTo>
                      <a:pt x="12913" y="1538"/>
                    </a:lnTo>
                    <a:lnTo>
                      <a:pt x="12773" y="1445"/>
                    </a:lnTo>
                    <a:lnTo>
                      <a:pt x="12587" y="1398"/>
                    </a:lnTo>
                    <a:lnTo>
                      <a:pt x="12587" y="0"/>
                    </a:lnTo>
                    <a:lnTo>
                      <a:pt x="7878" y="0"/>
                    </a:lnTo>
                    <a:lnTo>
                      <a:pt x="7878" y="1445"/>
                    </a:lnTo>
                    <a:lnTo>
                      <a:pt x="5594" y="1445"/>
                    </a:lnTo>
                    <a:lnTo>
                      <a:pt x="55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4337050" y="1414780"/>
            <a:ext cx="680400" cy="680085"/>
            <a:chOff x="7012" y="2237"/>
            <a:chExt cx="1594" cy="1594"/>
          </a:xfrm>
        </p:grpSpPr>
        <p:pic>
          <p:nvPicPr>
            <p:cNvPr id="857" name="Google Shape;857;p33"/>
            <p:cNvPicPr preferRelativeResize="0"/>
            <p:nvPr>
              <p:custDataLst>
                <p:tags r:id="rId13"/>
              </p:custDataLst>
            </p:nvPr>
          </p:nvPicPr>
          <p:blipFill rotWithShape="1">
            <a:blip r:embed="rId2"/>
            <a:srcRect l="32935" b="32935"/>
            <a:stretch>
              <a:fillRect/>
            </a:stretch>
          </p:blipFill>
          <p:spPr>
            <a:xfrm>
              <a:off x="7012" y="2237"/>
              <a:ext cx="1594" cy="1594"/>
            </a:xfrm>
            <a:prstGeom prst="ellipse">
              <a:avLst/>
            </a:prstGeom>
            <a:noFill/>
            <a:ln>
              <a:noFill/>
            </a:ln>
            <a:effectLst>
              <a:outerShdw blurRad="142875" dist="95250" dir="4200000" algn="bl" rotWithShape="0">
                <a:srgbClr val="000000">
                  <a:alpha val="50000"/>
                </a:srgbClr>
              </a:outerShdw>
            </a:effectLst>
          </p:spPr>
        </p:pic>
        <p:grpSp>
          <p:nvGrpSpPr>
            <p:cNvPr id="875" name="Google Shape;875;p33"/>
            <p:cNvGrpSpPr/>
            <p:nvPr>
              <p:custDataLst>
                <p:tags r:id="rId14"/>
              </p:custDataLst>
            </p:nvPr>
          </p:nvGrpSpPr>
          <p:grpSpPr>
            <a:xfrm>
              <a:off x="7457" y="2682"/>
              <a:ext cx="705" cy="705"/>
              <a:chOff x="7046225" y="4079350"/>
              <a:chExt cx="335650" cy="335650"/>
            </a:xfrm>
          </p:grpSpPr>
          <p:sp>
            <p:nvSpPr>
              <p:cNvPr id="876" name="Google Shape;876;p33"/>
              <p:cNvSpPr/>
              <p:nvPr>
                <p:custDataLst>
                  <p:tags r:id="rId15"/>
                </p:custDataLst>
              </p:nvPr>
            </p:nvSpPr>
            <p:spPr>
              <a:xfrm>
                <a:off x="7137125" y="4192400"/>
                <a:ext cx="153875" cy="180650"/>
              </a:xfrm>
              <a:custGeom>
                <a:avLst/>
                <a:gdLst/>
                <a:ahLst/>
                <a:cxnLst/>
                <a:rect l="l" t="t" r="r" b="b"/>
                <a:pathLst>
                  <a:path w="6155" h="7226" extrusionOk="0">
                    <a:moveTo>
                      <a:pt x="2005" y="2658"/>
                    </a:moveTo>
                    <a:lnTo>
                      <a:pt x="2005" y="3450"/>
                    </a:lnTo>
                    <a:lnTo>
                      <a:pt x="1259" y="3450"/>
                    </a:lnTo>
                    <a:lnTo>
                      <a:pt x="1259" y="2658"/>
                    </a:lnTo>
                    <a:close/>
                    <a:moveTo>
                      <a:pt x="4849" y="2658"/>
                    </a:moveTo>
                    <a:lnTo>
                      <a:pt x="4849" y="3450"/>
                    </a:lnTo>
                    <a:lnTo>
                      <a:pt x="4103" y="3450"/>
                    </a:lnTo>
                    <a:lnTo>
                      <a:pt x="4103" y="2658"/>
                    </a:lnTo>
                    <a:close/>
                    <a:moveTo>
                      <a:pt x="4476" y="4849"/>
                    </a:moveTo>
                    <a:lnTo>
                      <a:pt x="4476" y="5128"/>
                    </a:lnTo>
                    <a:lnTo>
                      <a:pt x="4383" y="5408"/>
                    </a:lnTo>
                    <a:lnTo>
                      <a:pt x="4243" y="5641"/>
                    </a:lnTo>
                    <a:lnTo>
                      <a:pt x="4056" y="5827"/>
                    </a:lnTo>
                    <a:lnTo>
                      <a:pt x="3870" y="6014"/>
                    </a:lnTo>
                    <a:lnTo>
                      <a:pt x="3637" y="6154"/>
                    </a:lnTo>
                    <a:lnTo>
                      <a:pt x="3357" y="6247"/>
                    </a:lnTo>
                    <a:lnTo>
                      <a:pt x="2798" y="6247"/>
                    </a:lnTo>
                    <a:lnTo>
                      <a:pt x="2518" y="6154"/>
                    </a:lnTo>
                    <a:lnTo>
                      <a:pt x="2285" y="6014"/>
                    </a:lnTo>
                    <a:lnTo>
                      <a:pt x="2052" y="5827"/>
                    </a:lnTo>
                    <a:lnTo>
                      <a:pt x="1865" y="5641"/>
                    </a:lnTo>
                    <a:lnTo>
                      <a:pt x="1726" y="5408"/>
                    </a:lnTo>
                    <a:lnTo>
                      <a:pt x="1679" y="5128"/>
                    </a:lnTo>
                    <a:lnTo>
                      <a:pt x="1632" y="4849"/>
                    </a:lnTo>
                    <a:lnTo>
                      <a:pt x="2425" y="4849"/>
                    </a:lnTo>
                    <a:lnTo>
                      <a:pt x="2471" y="5082"/>
                    </a:lnTo>
                    <a:lnTo>
                      <a:pt x="2611" y="5268"/>
                    </a:lnTo>
                    <a:lnTo>
                      <a:pt x="2798" y="5408"/>
                    </a:lnTo>
                    <a:lnTo>
                      <a:pt x="3077" y="5501"/>
                    </a:lnTo>
                    <a:lnTo>
                      <a:pt x="3311" y="5408"/>
                    </a:lnTo>
                    <a:lnTo>
                      <a:pt x="3544" y="5268"/>
                    </a:lnTo>
                    <a:lnTo>
                      <a:pt x="3683" y="5082"/>
                    </a:lnTo>
                    <a:lnTo>
                      <a:pt x="3730" y="4849"/>
                    </a:lnTo>
                    <a:close/>
                    <a:moveTo>
                      <a:pt x="3917" y="1"/>
                    </a:moveTo>
                    <a:lnTo>
                      <a:pt x="3730" y="327"/>
                    </a:lnTo>
                    <a:lnTo>
                      <a:pt x="3450" y="607"/>
                    </a:lnTo>
                    <a:lnTo>
                      <a:pt x="3171" y="840"/>
                    </a:lnTo>
                    <a:lnTo>
                      <a:pt x="2844" y="1073"/>
                    </a:lnTo>
                    <a:lnTo>
                      <a:pt x="2518" y="1259"/>
                    </a:lnTo>
                    <a:lnTo>
                      <a:pt x="2145" y="1399"/>
                    </a:lnTo>
                    <a:lnTo>
                      <a:pt x="1726" y="1446"/>
                    </a:lnTo>
                    <a:lnTo>
                      <a:pt x="1353" y="1492"/>
                    </a:lnTo>
                    <a:lnTo>
                      <a:pt x="1" y="1492"/>
                    </a:lnTo>
                    <a:lnTo>
                      <a:pt x="1" y="4149"/>
                    </a:lnTo>
                    <a:lnTo>
                      <a:pt x="1" y="4429"/>
                    </a:lnTo>
                    <a:lnTo>
                      <a:pt x="47" y="4755"/>
                    </a:lnTo>
                    <a:lnTo>
                      <a:pt x="141" y="5035"/>
                    </a:lnTo>
                    <a:lnTo>
                      <a:pt x="234" y="5315"/>
                    </a:lnTo>
                    <a:lnTo>
                      <a:pt x="374" y="5594"/>
                    </a:lnTo>
                    <a:lnTo>
                      <a:pt x="514" y="5874"/>
                    </a:lnTo>
                    <a:lnTo>
                      <a:pt x="700" y="6107"/>
                    </a:lnTo>
                    <a:lnTo>
                      <a:pt x="887" y="6294"/>
                    </a:lnTo>
                    <a:lnTo>
                      <a:pt x="1120" y="6527"/>
                    </a:lnTo>
                    <a:lnTo>
                      <a:pt x="1353" y="6667"/>
                    </a:lnTo>
                    <a:lnTo>
                      <a:pt x="1586" y="6853"/>
                    </a:lnTo>
                    <a:lnTo>
                      <a:pt x="1865" y="6946"/>
                    </a:lnTo>
                    <a:lnTo>
                      <a:pt x="2145" y="7086"/>
                    </a:lnTo>
                    <a:lnTo>
                      <a:pt x="2425" y="7133"/>
                    </a:lnTo>
                    <a:lnTo>
                      <a:pt x="2751" y="7179"/>
                    </a:lnTo>
                    <a:lnTo>
                      <a:pt x="3077" y="7226"/>
                    </a:lnTo>
                    <a:lnTo>
                      <a:pt x="3357" y="7179"/>
                    </a:lnTo>
                    <a:lnTo>
                      <a:pt x="3683" y="7133"/>
                    </a:lnTo>
                    <a:lnTo>
                      <a:pt x="3963" y="7086"/>
                    </a:lnTo>
                    <a:lnTo>
                      <a:pt x="4243" y="6946"/>
                    </a:lnTo>
                    <a:lnTo>
                      <a:pt x="4523" y="6853"/>
                    </a:lnTo>
                    <a:lnTo>
                      <a:pt x="4802" y="6667"/>
                    </a:lnTo>
                    <a:lnTo>
                      <a:pt x="5035" y="6527"/>
                    </a:lnTo>
                    <a:lnTo>
                      <a:pt x="5222" y="6294"/>
                    </a:lnTo>
                    <a:lnTo>
                      <a:pt x="5455" y="6107"/>
                    </a:lnTo>
                    <a:lnTo>
                      <a:pt x="5595" y="5874"/>
                    </a:lnTo>
                    <a:lnTo>
                      <a:pt x="5781" y="5594"/>
                    </a:lnTo>
                    <a:lnTo>
                      <a:pt x="5874" y="5315"/>
                    </a:lnTo>
                    <a:lnTo>
                      <a:pt x="6014" y="5035"/>
                    </a:lnTo>
                    <a:lnTo>
                      <a:pt x="6061" y="4755"/>
                    </a:lnTo>
                    <a:lnTo>
                      <a:pt x="6107" y="4429"/>
                    </a:lnTo>
                    <a:lnTo>
                      <a:pt x="6154" y="4149"/>
                    </a:lnTo>
                    <a:lnTo>
                      <a:pt x="6154" y="1492"/>
                    </a:lnTo>
                    <a:lnTo>
                      <a:pt x="5781" y="1399"/>
                    </a:lnTo>
                    <a:lnTo>
                      <a:pt x="5455" y="1306"/>
                    </a:lnTo>
                    <a:lnTo>
                      <a:pt x="5129" y="1166"/>
                    </a:lnTo>
                    <a:lnTo>
                      <a:pt x="4849" y="980"/>
                    </a:lnTo>
                    <a:lnTo>
                      <a:pt x="4569" y="793"/>
                    </a:lnTo>
                    <a:lnTo>
                      <a:pt x="4336" y="513"/>
                    </a:lnTo>
                    <a:lnTo>
                      <a:pt x="4103" y="280"/>
                    </a:lnTo>
                    <a:lnTo>
                      <a:pt x="39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7" name="Google Shape;877;p33"/>
              <p:cNvSpPr/>
              <p:nvPr>
                <p:custDataLst>
                  <p:tags r:id="rId16"/>
                </p:custDataLst>
              </p:nvPr>
            </p:nvSpPr>
            <p:spPr>
              <a:xfrm>
                <a:off x="7094025" y="4229700"/>
                <a:ext cx="23325" cy="32650"/>
              </a:xfrm>
              <a:custGeom>
                <a:avLst/>
                <a:gdLst/>
                <a:ahLst/>
                <a:cxnLst/>
                <a:rect l="l" t="t" r="r" b="b"/>
                <a:pathLst>
                  <a:path w="933" h="1306" extrusionOk="0">
                    <a:moveTo>
                      <a:pt x="513" y="0"/>
                    </a:moveTo>
                    <a:lnTo>
                      <a:pt x="280" y="47"/>
                    </a:lnTo>
                    <a:lnTo>
                      <a:pt x="140" y="140"/>
                    </a:lnTo>
                    <a:lnTo>
                      <a:pt x="0" y="327"/>
                    </a:lnTo>
                    <a:lnTo>
                      <a:pt x="0" y="513"/>
                    </a:lnTo>
                    <a:lnTo>
                      <a:pt x="0" y="793"/>
                    </a:lnTo>
                    <a:lnTo>
                      <a:pt x="0" y="979"/>
                    </a:lnTo>
                    <a:lnTo>
                      <a:pt x="140" y="1166"/>
                    </a:lnTo>
                    <a:lnTo>
                      <a:pt x="280" y="1259"/>
                    </a:lnTo>
                    <a:lnTo>
                      <a:pt x="513" y="1305"/>
                    </a:lnTo>
                    <a:lnTo>
                      <a:pt x="932" y="1305"/>
                    </a:lnTo>
                    <a:lnTo>
                      <a:pt x="9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8" name="Google Shape;878;p33"/>
              <p:cNvSpPr/>
              <p:nvPr>
                <p:custDataLst>
                  <p:tags r:id="rId17"/>
                </p:custDataLst>
              </p:nvPr>
            </p:nvSpPr>
            <p:spPr>
              <a:xfrm>
                <a:off x="7137125" y="4121325"/>
                <a:ext cx="153875" cy="88575"/>
              </a:xfrm>
              <a:custGeom>
                <a:avLst/>
                <a:gdLst/>
                <a:ahLst/>
                <a:cxnLst/>
                <a:rect l="l" t="t" r="r" b="b"/>
                <a:pathLst>
                  <a:path w="6155" h="3543" extrusionOk="0">
                    <a:moveTo>
                      <a:pt x="3077" y="0"/>
                    </a:moveTo>
                    <a:lnTo>
                      <a:pt x="2751" y="47"/>
                    </a:lnTo>
                    <a:lnTo>
                      <a:pt x="2425" y="93"/>
                    </a:lnTo>
                    <a:lnTo>
                      <a:pt x="2145" y="140"/>
                    </a:lnTo>
                    <a:lnTo>
                      <a:pt x="1865" y="233"/>
                    </a:lnTo>
                    <a:lnTo>
                      <a:pt x="1586" y="373"/>
                    </a:lnTo>
                    <a:lnTo>
                      <a:pt x="1353" y="513"/>
                    </a:lnTo>
                    <a:lnTo>
                      <a:pt x="1120" y="699"/>
                    </a:lnTo>
                    <a:lnTo>
                      <a:pt x="887" y="886"/>
                    </a:lnTo>
                    <a:lnTo>
                      <a:pt x="700" y="1119"/>
                    </a:lnTo>
                    <a:lnTo>
                      <a:pt x="514" y="1352"/>
                    </a:lnTo>
                    <a:lnTo>
                      <a:pt x="374" y="1632"/>
                    </a:lnTo>
                    <a:lnTo>
                      <a:pt x="234" y="1865"/>
                    </a:lnTo>
                    <a:lnTo>
                      <a:pt x="141" y="2144"/>
                    </a:lnTo>
                    <a:lnTo>
                      <a:pt x="47" y="2471"/>
                    </a:lnTo>
                    <a:lnTo>
                      <a:pt x="1" y="2750"/>
                    </a:lnTo>
                    <a:lnTo>
                      <a:pt x="1" y="3077"/>
                    </a:lnTo>
                    <a:lnTo>
                      <a:pt x="1" y="3543"/>
                    </a:lnTo>
                    <a:lnTo>
                      <a:pt x="1353" y="3543"/>
                    </a:lnTo>
                    <a:lnTo>
                      <a:pt x="1772" y="3496"/>
                    </a:lnTo>
                    <a:lnTo>
                      <a:pt x="2192" y="3356"/>
                    </a:lnTo>
                    <a:lnTo>
                      <a:pt x="2565" y="3170"/>
                    </a:lnTo>
                    <a:lnTo>
                      <a:pt x="2891" y="2890"/>
                    </a:lnTo>
                    <a:lnTo>
                      <a:pt x="3171" y="2564"/>
                    </a:lnTo>
                    <a:lnTo>
                      <a:pt x="3357" y="2191"/>
                    </a:lnTo>
                    <a:lnTo>
                      <a:pt x="3497" y="1771"/>
                    </a:lnTo>
                    <a:lnTo>
                      <a:pt x="3544" y="1352"/>
                    </a:lnTo>
                    <a:lnTo>
                      <a:pt x="4336" y="1352"/>
                    </a:lnTo>
                    <a:lnTo>
                      <a:pt x="4336" y="1725"/>
                    </a:lnTo>
                    <a:lnTo>
                      <a:pt x="4476" y="2098"/>
                    </a:lnTo>
                    <a:lnTo>
                      <a:pt x="4616" y="2471"/>
                    </a:lnTo>
                    <a:lnTo>
                      <a:pt x="4849" y="2750"/>
                    </a:lnTo>
                    <a:lnTo>
                      <a:pt x="5129" y="3030"/>
                    </a:lnTo>
                    <a:lnTo>
                      <a:pt x="5408" y="3263"/>
                    </a:lnTo>
                    <a:lnTo>
                      <a:pt x="5781" y="3403"/>
                    </a:lnTo>
                    <a:lnTo>
                      <a:pt x="6154" y="3496"/>
                    </a:lnTo>
                    <a:lnTo>
                      <a:pt x="6154" y="3077"/>
                    </a:lnTo>
                    <a:lnTo>
                      <a:pt x="6107" y="2750"/>
                    </a:lnTo>
                    <a:lnTo>
                      <a:pt x="6061" y="2471"/>
                    </a:lnTo>
                    <a:lnTo>
                      <a:pt x="6014" y="2144"/>
                    </a:lnTo>
                    <a:lnTo>
                      <a:pt x="5874" y="1865"/>
                    </a:lnTo>
                    <a:lnTo>
                      <a:pt x="5781" y="1632"/>
                    </a:lnTo>
                    <a:lnTo>
                      <a:pt x="5595" y="1352"/>
                    </a:lnTo>
                    <a:lnTo>
                      <a:pt x="5455" y="1119"/>
                    </a:lnTo>
                    <a:lnTo>
                      <a:pt x="5222" y="886"/>
                    </a:lnTo>
                    <a:lnTo>
                      <a:pt x="5035" y="699"/>
                    </a:lnTo>
                    <a:lnTo>
                      <a:pt x="4802" y="513"/>
                    </a:lnTo>
                    <a:lnTo>
                      <a:pt x="4523" y="373"/>
                    </a:lnTo>
                    <a:lnTo>
                      <a:pt x="4243" y="233"/>
                    </a:lnTo>
                    <a:lnTo>
                      <a:pt x="3963" y="140"/>
                    </a:lnTo>
                    <a:lnTo>
                      <a:pt x="3683" y="93"/>
                    </a:lnTo>
                    <a:lnTo>
                      <a:pt x="3357" y="47"/>
                    </a:lnTo>
                    <a:lnTo>
                      <a:pt x="30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9" name="Google Shape;879;p3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046225" y="4079350"/>
                <a:ext cx="54800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2192" extrusionOk="0">
                    <a:moveTo>
                      <a:pt x="1" y="1"/>
                    </a:moveTo>
                    <a:lnTo>
                      <a:pt x="1" y="2192"/>
                    </a:lnTo>
                    <a:lnTo>
                      <a:pt x="793" y="2192"/>
                    </a:lnTo>
                    <a:lnTo>
                      <a:pt x="793" y="793"/>
                    </a:lnTo>
                    <a:lnTo>
                      <a:pt x="2192" y="793"/>
                    </a:lnTo>
                    <a:lnTo>
                      <a:pt x="21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0" name="Google Shape;880;p3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27100" y="4079350"/>
                <a:ext cx="54775" cy="5480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192" extrusionOk="0">
                    <a:moveTo>
                      <a:pt x="0" y="1"/>
                    </a:moveTo>
                    <a:lnTo>
                      <a:pt x="0" y="793"/>
                    </a:lnTo>
                    <a:lnTo>
                      <a:pt x="1399" y="793"/>
                    </a:lnTo>
                    <a:lnTo>
                      <a:pt x="1399" y="2192"/>
                    </a:lnTo>
                    <a:lnTo>
                      <a:pt x="2191" y="2192"/>
                    </a:lnTo>
                    <a:lnTo>
                      <a:pt x="21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1" name="Google Shape;881;p3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046225" y="4360225"/>
                <a:ext cx="54800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2191" extrusionOk="0">
                    <a:moveTo>
                      <a:pt x="1" y="0"/>
                    </a:moveTo>
                    <a:lnTo>
                      <a:pt x="1" y="2191"/>
                    </a:lnTo>
                    <a:lnTo>
                      <a:pt x="2192" y="2191"/>
                    </a:lnTo>
                    <a:lnTo>
                      <a:pt x="2192" y="1399"/>
                    </a:lnTo>
                    <a:lnTo>
                      <a:pt x="793" y="1399"/>
                    </a:lnTo>
                    <a:lnTo>
                      <a:pt x="7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2" name="Google Shape;882;p33"/>
              <p:cNvSpPr/>
              <p:nvPr>
                <p:custDataLst>
                  <p:tags r:id="rId21"/>
                </p:custDataLst>
              </p:nvPr>
            </p:nvSpPr>
            <p:spPr>
              <a:xfrm>
                <a:off x="7327100" y="4360225"/>
                <a:ext cx="5477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191" extrusionOk="0">
                    <a:moveTo>
                      <a:pt x="1399" y="0"/>
                    </a:moveTo>
                    <a:lnTo>
                      <a:pt x="1399" y="1399"/>
                    </a:lnTo>
                    <a:lnTo>
                      <a:pt x="0" y="1399"/>
                    </a:lnTo>
                    <a:lnTo>
                      <a:pt x="0" y="2191"/>
                    </a:lnTo>
                    <a:lnTo>
                      <a:pt x="2191" y="2191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3" name="Google Shape;883;p3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309600" y="4229700"/>
                <a:ext cx="24500" cy="32650"/>
              </a:xfrm>
              <a:custGeom>
                <a:avLst/>
                <a:gdLst/>
                <a:ahLst/>
                <a:cxnLst/>
                <a:rect l="l" t="t" r="r" b="b"/>
                <a:pathLst>
                  <a:path w="980" h="1306" extrusionOk="0">
                    <a:moveTo>
                      <a:pt x="1" y="0"/>
                    </a:moveTo>
                    <a:lnTo>
                      <a:pt x="1" y="1305"/>
                    </a:lnTo>
                    <a:lnTo>
                      <a:pt x="467" y="1305"/>
                    </a:lnTo>
                    <a:lnTo>
                      <a:pt x="653" y="1259"/>
                    </a:lnTo>
                    <a:lnTo>
                      <a:pt x="840" y="1166"/>
                    </a:lnTo>
                    <a:lnTo>
                      <a:pt x="933" y="979"/>
                    </a:lnTo>
                    <a:lnTo>
                      <a:pt x="980" y="793"/>
                    </a:lnTo>
                    <a:lnTo>
                      <a:pt x="980" y="513"/>
                    </a:lnTo>
                    <a:lnTo>
                      <a:pt x="933" y="327"/>
                    </a:lnTo>
                    <a:lnTo>
                      <a:pt x="840" y="140"/>
                    </a:lnTo>
                    <a:lnTo>
                      <a:pt x="653" y="47"/>
                    </a:lnTo>
                    <a:lnTo>
                      <a:pt x="4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16" name="文本框 215"/>
          <p:cNvSpPr txBox="1"/>
          <p:nvPr/>
        </p:nvSpPr>
        <p:spPr>
          <a:xfrm>
            <a:off x="1050290" y="379095"/>
            <a:ext cx="49428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情报富化可信性保障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  <a:p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5200650" cy="364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INTELLIGENCE ENRICHMENT CREDIBILITY ASSURANCE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218" name="直接连接符 217"/>
          <p:cNvCxnSpPr/>
          <p:nvPr/>
        </p:nvCxnSpPr>
        <p:spPr>
          <a:xfrm>
            <a:off x="5370830" y="706120"/>
            <a:ext cx="5992495" cy="635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0" idx="2"/>
            <a:endCxn id="33" idx="0"/>
          </p:cNvCxnSpPr>
          <p:nvPr/>
        </p:nvCxnSpPr>
        <p:spPr>
          <a:xfrm>
            <a:off x="7833360" y="4588510"/>
            <a:ext cx="0" cy="35560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36" name="直接箭头连接符 35"/>
          <p:cNvCxnSpPr>
            <a:stCxn id="17" idx="2"/>
            <a:endCxn id="30" idx="0"/>
          </p:cNvCxnSpPr>
          <p:nvPr/>
        </p:nvCxnSpPr>
        <p:spPr>
          <a:xfrm>
            <a:off x="5166360" y="4588510"/>
            <a:ext cx="0" cy="35560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8" name="直接箭头连接符 27"/>
          <p:cNvCxnSpPr>
            <a:stCxn id="20" idx="3"/>
            <a:endCxn id="23" idx="1"/>
          </p:cNvCxnSpPr>
          <p:nvPr/>
        </p:nvCxnSpPr>
        <p:spPr>
          <a:xfrm>
            <a:off x="8912860" y="4175761"/>
            <a:ext cx="697865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7" name="直接箭头连接符 26"/>
          <p:cNvCxnSpPr>
            <a:stCxn id="17" idx="3"/>
            <a:endCxn id="20" idx="1"/>
          </p:cNvCxnSpPr>
          <p:nvPr/>
        </p:nvCxnSpPr>
        <p:spPr>
          <a:xfrm>
            <a:off x="6182360" y="4175761"/>
            <a:ext cx="5715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6" name="直接箭头连接符 25"/>
          <p:cNvCxnSpPr>
            <a:stCxn id="14" idx="3"/>
            <a:endCxn id="17" idx="1"/>
          </p:cNvCxnSpPr>
          <p:nvPr/>
        </p:nvCxnSpPr>
        <p:spPr>
          <a:xfrm>
            <a:off x="3578860" y="4175761"/>
            <a:ext cx="5715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sp>
        <p:nvSpPr>
          <p:cNvPr id="14" name="富化候选"/>
          <p:cNvSpPr>
            <a:spLocks noGrp="1"/>
          </p:cNvSpPr>
          <p:nvPr/>
        </p:nvSpPr>
        <p:spPr>
          <a:xfrm>
            <a:off x="1864360" y="3763010"/>
            <a:ext cx="1714500" cy="8255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5" name="富化候选标题"/>
          <p:cNvSpPr>
            <a:spLocks noGrp="1"/>
          </p:cNvSpPr>
          <p:nvPr/>
        </p:nvSpPr>
        <p:spPr>
          <a:xfrm>
            <a:off x="1940560" y="3890010"/>
            <a:ext cx="15621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富化候选</a:t>
            </a:r>
            <a:endParaRPr sz="2000" b="1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6" name="富化候选说明"/>
          <p:cNvSpPr>
            <a:spLocks noGrp="1"/>
          </p:cNvSpPr>
          <p:nvPr/>
        </p:nvSpPr>
        <p:spPr>
          <a:xfrm>
            <a:off x="1940560" y="4245610"/>
            <a:ext cx="1562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结构化字段与证据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7" name="证据与冲突校验"/>
          <p:cNvSpPr>
            <a:spLocks noGrp="1"/>
          </p:cNvSpPr>
          <p:nvPr/>
        </p:nvSpPr>
        <p:spPr>
          <a:xfrm>
            <a:off x="4150360" y="3763010"/>
            <a:ext cx="2032000" cy="8255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8" name="证据与冲突校验标题"/>
          <p:cNvSpPr>
            <a:spLocks noGrp="1"/>
          </p:cNvSpPr>
          <p:nvPr/>
        </p:nvSpPr>
        <p:spPr>
          <a:xfrm>
            <a:off x="4226560" y="3890010"/>
            <a:ext cx="1879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证据与冲突校验</a:t>
            </a:r>
            <a:endParaRPr sz="1800" b="1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" name="证据与冲突校验说明"/>
          <p:cNvSpPr>
            <a:spLocks noGrp="1"/>
          </p:cNvSpPr>
          <p:nvPr/>
        </p:nvSpPr>
        <p:spPr>
          <a:xfrm>
            <a:off x="4226560" y="4245610"/>
            <a:ext cx="1879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缺失、矛盾与规则检查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" name="HITL 人工复核"/>
          <p:cNvSpPr>
            <a:spLocks noGrp="1"/>
          </p:cNvSpPr>
          <p:nvPr/>
        </p:nvSpPr>
        <p:spPr>
          <a:xfrm>
            <a:off x="6753860" y="3763010"/>
            <a:ext cx="2159000" cy="8255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21" name="HITL 人工复核标题"/>
          <p:cNvSpPr>
            <a:spLocks noGrp="1"/>
          </p:cNvSpPr>
          <p:nvPr/>
        </p:nvSpPr>
        <p:spPr>
          <a:xfrm>
            <a:off x="6830060" y="3890010"/>
            <a:ext cx="2006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HITL 人工复核</a:t>
            </a:r>
            <a:endParaRPr sz="1800" b="1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HITL 人工复核说明"/>
          <p:cNvSpPr>
            <a:spLocks noGrp="1"/>
          </p:cNvSpPr>
          <p:nvPr/>
        </p:nvSpPr>
        <p:spPr>
          <a:xfrm>
            <a:off x="6830060" y="4245610"/>
            <a:ext cx="2006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冲突或低质量候选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3" name="确认后版本化回写"/>
          <p:cNvSpPr>
            <a:spLocks noGrp="1"/>
          </p:cNvSpPr>
          <p:nvPr/>
        </p:nvSpPr>
        <p:spPr>
          <a:xfrm>
            <a:off x="9610725" y="3763010"/>
            <a:ext cx="2095500" cy="8255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24" name="确认后版本化回写标题"/>
          <p:cNvSpPr>
            <a:spLocks noGrp="1"/>
          </p:cNvSpPr>
          <p:nvPr/>
        </p:nvSpPr>
        <p:spPr>
          <a:xfrm>
            <a:off x="9686925" y="3890010"/>
            <a:ext cx="19431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确认后版本化回写</a:t>
            </a:r>
            <a:endParaRPr sz="1800" b="1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5" name="确认后版本化回写说明"/>
          <p:cNvSpPr>
            <a:spLocks noGrp="1"/>
          </p:cNvSpPr>
          <p:nvPr/>
        </p:nvSpPr>
        <p:spPr>
          <a:xfrm>
            <a:off x="9686925" y="4245610"/>
            <a:ext cx="1943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知识字段与审核记录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9" name="确认标注"/>
          <p:cNvSpPr>
            <a:spLocks noGrp="1"/>
          </p:cNvSpPr>
          <p:nvPr/>
        </p:nvSpPr>
        <p:spPr>
          <a:xfrm>
            <a:off x="8886190" y="3788410"/>
            <a:ext cx="711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确认</a:t>
            </a:r>
            <a:endParaRPr sz="14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0" name="拒绝无依据生成"/>
          <p:cNvSpPr>
            <a:spLocks noGrp="1"/>
          </p:cNvSpPr>
          <p:nvPr/>
        </p:nvSpPr>
        <p:spPr>
          <a:xfrm>
            <a:off x="4150360" y="4944110"/>
            <a:ext cx="2032000" cy="7620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31" name="拒绝无依据生成标题"/>
          <p:cNvSpPr>
            <a:spLocks noGrp="1"/>
          </p:cNvSpPr>
          <p:nvPr/>
        </p:nvSpPr>
        <p:spPr>
          <a:xfrm>
            <a:off x="4226560" y="5008880"/>
            <a:ext cx="1879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拒绝无依据生成</a:t>
            </a:r>
            <a:endParaRPr sz="1600" b="1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2" name="拒绝无依据生成说明"/>
          <p:cNvSpPr>
            <a:spLocks noGrp="1"/>
          </p:cNvSpPr>
          <p:nvPr/>
        </p:nvSpPr>
        <p:spPr>
          <a:xfrm>
            <a:off x="4226560" y="5364480"/>
            <a:ext cx="1879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保留缺证据原因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3" name="拒绝 / 退回补证"/>
          <p:cNvSpPr>
            <a:spLocks noGrp="1"/>
          </p:cNvSpPr>
          <p:nvPr/>
        </p:nvSpPr>
        <p:spPr>
          <a:xfrm>
            <a:off x="6753860" y="4944110"/>
            <a:ext cx="2159000" cy="7620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34" name="拒绝 / 退回补证标题"/>
          <p:cNvSpPr>
            <a:spLocks noGrp="1"/>
          </p:cNvSpPr>
          <p:nvPr/>
        </p:nvSpPr>
        <p:spPr>
          <a:xfrm>
            <a:off x="6830060" y="5008880"/>
            <a:ext cx="2006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拒绝 / 退回补证</a:t>
            </a:r>
            <a:endParaRPr sz="1600" b="1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拒绝 / 退回补证说明"/>
          <p:cNvSpPr>
            <a:spLocks noGrp="1"/>
          </p:cNvSpPr>
          <p:nvPr/>
        </p:nvSpPr>
        <p:spPr>
          <a:xfrm>
            <a:off x="6830060" y="5364480"/>
            <a:ext cx="2006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不覆盖已确认知识字段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8" name="回写说明"/>
          <p:cNvSpPr>
            <a:spLocks noGrp="1"/>
          </p:cNvSpPr>
          <p:nvPr/>
        </p:nvSpPr>
        <p:spPr>
          <a:xfrm>
            <a:off x="9610725" y="5007610"/>
            <a:ext cx="2095500" cy="55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按实体 ID 与版本更新</a:t>
            </a:r>
            <a:endParaRPr sz="14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记录审核人、时间与变更</a:t>
            </a:r>
            <a:endParaRPr sz="14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11706225" y="4169410"/>
            <a:ext cx="1905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11896725" y="4169410"/>
            <a:ext cx="0" cy="180340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cxnSp>
        <p:nvCxnSpPr>
          <p:cNvPr id="42" name="审核反馈回流"/>
          <p:cNvCxnSpPr/>
          <p:nvPr/>
        </p:nvCxnSpPr>
        <p:spPr>
          <a:xfrm>
            <a:off x="2715260" y="4588510"/>
            <a:ext cx="0" cy="1384300"/>
          </a:xfrm>
          <a:prstGeom prst="straightConnector1">
            <a:avLst/>
          </a:prstGeom>
          <a:ln w="9525">
            <a:solidFill>
              <a:srgbClr val="A56653"/>
            </a:solidFill>
            <a:headEnd type="arrow" w="sm" len="sm"/>
          </a:ln>
        </p:spPr>
      </p:cxnSp>
      <p:sp>
        <p:nvSpPr>
          <p:cNvPr id="43" name="回流说明"/>
          <p:cNvSpPr>
            <a:spLocks noGrp="1"/>
          </p:cNvSpPr>
          <p:nvPr/>
        </p:nvSpPr>
        <p:spPr>
          <a:xfrm>
            <a:off x="3196590" y="6099810"/>
            <a:ext cx="7620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审核结论与版本记录回流；补证或新情报触发重新校验</a:t>
            </a:r>
            <a:endParaRPr sz="14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58495" y="3615690"/>
            <a:ext cx="1012190" cy="2585085"/>
          </a:xfrm>
          <a:prstGeom prst="roundRect">
            <a:avLst/>
          </a:prstGeom>
          <a:solidFill>
            <a:schemeClr val="tx1">
              <a:alpha val="55000"/>
            </a:schemeClr>
          </a:solidFill>
          <a:ln>
            <a:noFill/>
          </a:ln>
          <a:effectLst>
            <a:softEdge rad="762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闭环标题"/>
          <p:cNvSpPr>
            <a:spLocks noGrp="1"/>
          </p:cNvSpPr>
          <p:nvPr/>
        </p:nvSpPr>
        <p:spPr>
          <a:xfrm>
            <a:off x="868045" y="3983355"/>
            <a:ext cx="777240" cy="187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冲突检测与人工审核闭环</a:t>
            </a:r>
            <a:endParaRPr sz="2400" b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2715895" y="5972810"/>
            <a:ext cx="9185275" cy="635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11" name="权威标题"/>
          <p:cNvSpPr>
            <a:spLocks noGrp="1"/>
          </p:cNvSpPr>
          <p:nvPr/>
        </p:nvSpPr>
        <p:spPr>
          <a:xfrm>
            <a:off x="1574165" y="1570355"/>
            <a:ext cx="2877820" cy="365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FF5825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官方权威字段优先</a:t>
            </a:r>
            <a:endParaRPr sz="2400" b="0">
              <a:solidFill>
                <a:srgbClr val="FF5825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12" name="权威正文"/>
          <p:cNvSpPr>
            <a:spLocks noGrp="1"/>
          </p:cNvSpPr>
          <p:nvPr/>
        </p:nvSpPr>
        <p:spPr>
          <a:xfrm>
            <a:off x="944880" y="2217420"/>
            <a:ext cx="3620135" cy="596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按字段设定权威来源与版本规则</a:t>
            </a:r>
            <a:endParaRPr sz="18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保留原始值、来源及更新时间</a:t>
            </a:r>
            <a:endParaRPr sz="18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4" name="权威约束"/>
          <p:cNvSpPr>
            <a:spLocks noGrp="1"/>
          </p:cNvSpPr>
          <p:nvPr/>
        </p:nvSpPr>
        <p:spPr>
          <a:xfrm>
            <a:off x="1007110" y="2928620"/>
            <a:ext cx="3620135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LLM 不直接覆盖已确认权威字段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证据标题"/>
          <p:cNvSpPr>
            <a:spLocks noGrp="1"/>
          </p:cNvSpPr>
          <p:nvPr/>
        </p:nvSpPr>
        <p:spPr>
          <a:xfrm>
            <a:off x="5090795" y="1570355"/>
            <a:ext cx="3034665" cy="365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FF5825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LLM证据绑定与校验</a:t>
            </a:r>
            <a:endParaRPr sz="2400" b="0">
              <a:solidFill>
                <a:srgbClr val="FF5825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46" name="证据正文"/>
          <p:cNvSpPr>
            <a:spLocks noGrp="1"/>
          </p:cNvSpPr>
          <p:nvPr/>
        </p:nvSpPr>
        <p:spPr>
          <a:xfrm>
            <a:off x="4519930" y="2217420"/>
            <a:ext cx="3620135" cy="596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生成字段绑定来源链接与原文片段</a:t>
            </a:r>
            <a:endParaRPr sz="18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核验实体、数值与证据一致性</a:t>
            </a:r>
            <a:endParaRPr sz="18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7" name="证据约束"/>
          <p:cNvSpPr>
            <a:spLocks noGrp="1"/>
          </p:cNvSpPr>
          <p:nvPr/>
        </p:nvSpPr>
        <p:spPr>
          <a:xfrm>
            <a:off x="4519930" y="2928620"/>
            <a:ext cx="3620135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无证据则留空或标记待补证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8" name="质量标题"/>
          <p:cNvSpPr>
            <a:spLocks noGrp="1"/>
          </p:cNvSpPr>
          <p:nvPr/>
        </p:nvSpPr>
        <p:spPr>
          <a:xfrm>
            <a:off x="8836660" y="1570355"/>
            <a:ext cx="2745105" cy="365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FF5825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来源与结果质量评估</a:t>
            </a:r>
            <a:endParaRPr sz="2400" b="0">
              <a:solidFill>
                <a:srgbClr val="FF5825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49" name="质量正文"/>
          <p:cNvSpPr>
            <a:spLocks noGrp="1"/>
          </p:cNvSpPr>
          <p:nvPr/>
        </p:nvSpPr>
        <p:spPr>
          <a:xfrm>
            <a:off x="8228965" y="2217420"/>
            <a:ext cx="3142615" cy="596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来源：权威性、时效性、可追溯性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结果：证据覆盖、一致性、完整性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50" name="质量约束"/>
          <p:cNvSpPr>
            <a:spLocks noGrp="1"/>
          </p:cNvSpPr>
          <p:nvPr/>
        </p:nvSpPr>
        <p:spPr>
          <a:xfrm>
            <a:off x="8228965" y="2928620"/>
            <a:ext cx="3142615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评估结果决定放行、复核或拒绝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6" name="直接箭头连接符 35"/>
          <p:cNvCxnSpPr>
            <a:stCxn id="34" idx="0"/>
            <a:endCxn id="23" idx="2"/>
          </p:cNvCxnSpPr>
          <p:nvPr/>
        </p:nvCxnSpPr>
        <p:spPr>
          <a:xfrm flipV="1">
            <a:off x="8286115" y="3828415"/>
            <a:ext cx="0" cy="368300"/>
          </a:xfrm>
          <a:prstGeom prst="straightConnector1">
            <a:avLst/>
          </a:prstGeom>
          <a:ln w="11430">
            <a:solidFill>
              <a:srgbClr val="D79B7E"/>
            </a:solidFill>
            <a:tailEnd type="arrow" w="sm" len="sm"/>
          </a:ln>
        </p:spPr>
      </p:cxnSp>
      <p:cxnSp>
        <p:nvCxnSpPr>
          <p:cNvPr id="35" name="直接箭头连接符 34"/>
          <p:cNvCxnSpPr>
            <a:stCxn id="33" idx="0"/>
            <a:endCxn id="21" idx="2"/>
          </p:cNvCxnSpPr>
          <p:nvPr/>
        </p:nvCxnSpPr>
        <p:spPr>
          <a:xfrm flipV="1">
            <a:off x="4311015" y="3828415"/>
            <a:ext cx="0" cy="368935"/>
          </a:xfrm>
          <a:prstGeom prst="straightConnector1">
            <a:avLst/>
          </a:prstGeom>
          <a:ln w="11430">
            <a:solidFill>
              <a:srgbClr val="D79B7E"/>
            </a:solidFill>
            <a:tailEnd type="arrow" w="sm" len="sm"/>
          </a:ln>
        </p:spPr>
      </p:cxnSp>
      <p:cxnSp>
        <p:nvCxnSpPr>
          <p:cNvPr id="28" name="直接箭头连接符 27"/>
          <p:cNvCxnSpPr>
            <a:stCxn id="23" idx="3"/>
            <a:endCxn id="24" idx="1"/>
          </p:cNvCxnSpPr>
          <p:nvPr/>
        </p:nvCxnSpPr>
        <p:spPr>
          <a:xfrm>
            <a:off x="8832850" y="3625215"/>
            <a:ext cx="934720" cy="635"/>
          </a:xfrm>
          <a:prstGeom prst="straightConnector1">
            <a:avLst/>
          </a:prstGeom>
          <a:ln w="11430">
            <a:solidFill>
              <a:srgbClr val="D79B7E"/>
            </a:solidFill>
            <a:tailEnd type="arrow" w="sm" len="sm"/>
          </a:ln>
        </p:spPr>
      </p:cxnSp>
      <p:cxnSp>
        <p:nvCxnSpPr>
          <p:cNvPr id="27" name="直接箭头连接符 26"/>
          <p:cNvCxnSpPr>
            <a:stCxn id="23" idx="1"/>
            <a:endCxn id="22" idx="3"/>
          </p:cNvCxnSpPr>
          <p:nvPr/>
        </p:nvCxnSpPr>
        <p:spPr>
          <a:xfrm flipH="1">
            <a:off x="6887845" y="3625215"/>
            <a:ext cx="850900" cy="0"/>
          </a:xfrm>
          <a:prstGeom prst="straightConnector1">
            <a:avLst/>
          </a:prstGeom>
          <a:ln w="11430">
            <a:solidFill>
              <a:srgbClr val="D79B7E"/>
            </a:solidFill>
            <a:tailEnd type="arrow" w="sm" len="sm"/>
          </a:ln>
        </p:spPr>
      </p:cxnSp>
      <p:cxnSp>
        <p:nvCxnSpPr>
          <p:cNvPr id="26" name="直接箭头连接符 25"/>
          <p:cNvCxnSpPr>
            <a:stCxn id="21" idx="3"/>
            <a:endCxn id="22" idx="1"/>
          </p:cNvCxnSpPr>
          <p:nvPr/>
        </p:nvCxnSpPr>
        <p:spPr>
          <a:xfrm flipV="1">
            <a:off x="4794250" y="3625215"/>
            <a:ext cx="934720" cy="635"/>
          </a:xfrm>
          <a:prstGeom prst="straightConnector1">
            <a:avLst/>
          </a:prstGeom>
          <a:ln w="11430">
            <a:solidFill>
              <a:srgbClr val="D79B7E"/>
            </a:solidFill>
            <a:tailEnd type="arrow" w="sm" len="sm"/>
          </a:ln>
        </p:spPr>
      </p:cxnSp>
      <p:cxnSp>
        <p:nvCxnSpPr>
          <p:cNvPr id="25" name="直接箭头连接符 24"/>
          <p:cNvCxnSpPr>
            <a:stCxn id="21" idx="1"/>
            <a:endCxn id="20" idx="3"/>
          </p:cNvCxnSpPr>
          <p:nvPr/>
        </p:nvCxnSpPr>
        <p:spPr>
          <a:xfrm flipH="1" flipV="1">
            <a:off x="3202940" y="3625215"/>
            <a:ext cx="624840" cy="635"/>
          </a:xfrm>
          <a:prstGeom prst="straightConnector1">
            <a:avLst/>
          </a:prstGeom>
          <a:ln w="11430">
            <a:solidFill>
              <a:srgbClr val="D79B7E"/>
            </a:solidFill>
            <a:tailEnd type="arrow" w="sm" len="sm"/>
          </a:ln>
        </p:spPr>
      </p:cxnSp>
      <p:sp>
        <p:nvSpPr>
          <p:cNvPr id="2" name="副标题"/>
          <p:cNvSpPr>
            <a:spLocks noGrp="1"/>
          </p:cNvSpPr>
          <p:nvPr/>
        </p:nvSpPr>
        <p:spPr>
          <a:xfrm>
            <a:off x="2963545" y="6321425"/>
            <a:ext cx="6059805" cy="3422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125" b="0">
                <a:solidFill>
                  <a:srgbClr val="E8CCC5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E8CCC5"/>
                </a:solidFill>
              </a:defRPr>
            </a:pPr>
            <a:r>
              <a:rPr sz="1600" b="0" ker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结构化数据、语义向量与安全图谱协同支撑知识检索</a:t>
            </a:r>
            <a:endParaRPr sz="1600" b="0" kern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三库标题0"/>
          <p:cNvSpPr>
            <a:spLocks noGrp="1"/>
          </p:cNvSpPr>
          <p:nvPr/>
        </p:nvSpPr>
        <p:spPr>
          <a:xfrm>
            <a:off x="1273175" y="1736090"/>
            <a:ext cx="3098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5825"/>
                </a:solidFill>
              </a:defRPr>
            </a:pPr>
            <a:r>
              <a:rPr sz="2400" b="1" kern="0">
                <a:solidFill>
                  <a:srgbClr val="FF5825"/>
                </a:solidFill>
                <a:latin typeface="Arial" panose="020B0604020202020204" pitchFamily="34" charset="0"/>
                <a:ea typeface="优设标题黑" panose="00000500000000000000" charset="-122"/>
                <a:cs typeface="Arial" panose="020B0604020202020204" pitchFamily="34" charset="0"/>
                <a:sym typeface="Arial" panose="020B0604020202020204"/>
              </a:rPr>
              <a:t>01</a:t>
            </a:r>
            <a:r>
              <a:rPr sz="2400" b="1" kern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/>
              </a:rPr>
              <a:t> </a:t>
            </a:r>
            <a:r>
              <a:rPr sz="2400" kern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PostgreSQL</a:t>
            </a:r>
            <a:endParaRPr sz="2400" b="1" kern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5825"/>
                </a:solidFill>
              </a:defRPr>
            </a:pPr>
            <a:r>
              <a:rPr sz="2400" b="0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/>
              </a:rPr>
              <a:t>结构化数据模型</a:t>
            </a:r>
            <a:endParaRPr sz="2400" b="0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/>
            </a:endParaRPr>
          </a:p>
        </p:txBody>
      </p:sp>
      <p:sp>
        <p:nvSpPr>
          <p:cNvPr id="5" name="三库字段0"/>
          <p:cNvSpPr>
            <a:spLocks noGrp="1"/>
          </p:cNvSpPr>
          <p:nvPr/>
        </p:nvSpPr>
        <p:spPr>
          <a:xfrm>
            <a:off x="1264285" y="2324100"/>
            <a:ext cx="3098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E8CCC5"/>
                </a:solidFill>
              </a:defRPr>
            </a:pPr>
            <a:r>
              <a:rPr sz="16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实体表/关系表/来源与版本</a:t>
            </a:r>
            <a:endParaRPr sz="16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6" name="三库用途0"/>
          <p:cNvSpPr>
            <a:spLocks noGrp="1"/>
          </p:cNvSpPr>
          <p:nvPr/>
        </p:nvSpPr>
        <p:spPr>
          <a:xfrm>
            <a:off x="1264285" y="2641600"/>
            <a:ext cx="3098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E8CCC5"/>
                </a:solidFill>
              </a:defRPr>
            </a:pPr>
            <a:r>
              <a:rPr sz="16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统一实体 ID，存储权威记录</a:t>
            </a:r>
            <a:endParaRPr sz="16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9" name="三库字段1"/>
          <p:cNvSpPr>
            <a:spLocks noGrp="1"/>
          </p:cNvSpPr>
          <p:nvPr/>
        </p:nvSpPr>
        <p:spPr>
          <a:xfrm>
            <a:off x="4876800" y="2324100"/>
            <a:ext cx="3098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E8CCC5"/>
                </a:solidFill>
              </a:defRPr>
            </a:pPr>
            <a:r>
              <a:rPr sz="16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文本分块/向量/元数据</a:t>
            </a:r>
            <a:endParaRPr sz="16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10" name="三库用途1"/>
          <p:cNvSpPr>
            <a:spLocks noGrp="1"/>
          </p:cNvSpPr>
          <p:nvPr/>
        </p:nvSpPr>
        <p:spPr>
          <a:xfrm>
            <a:off x="4876800" y="2641600"/>
            <a:ext cx="3098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E8CCC5"/>
                </a:solidFill>
              </a:defRPr>
            </a:pPr>
            <a:r>
              <a:rPr sz="16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语义召回，关联原始安全实体</a:t>
            </a:r>
            <a:endParaRPr sz="16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三库字段2"/>
          <p:cNvSpPr>
            <a:spLocks noGrp="1"/>
          </p:cNvSpPr>
          <p:nvPr/>
        </p:nvSpPr>
        <p:spPr>
          <a:xfrm>
            <a:off x="8241665" y="2324100"/>
            <a:ext cx="3098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E8CCC5"/>
                </a:solidFill>
              </a:defRPr>
            </a:pPr>
            <a:r>
              <a:rPr sz="16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节点/类型化关系/证据</a:t>
            </a:r>
            <a:endParaRPr sz="16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14" name="三库用途2"/>
          <p:cNvSpPr>
            <a:spLocks noGrp="1"/>
          </p:cNvSpPr>
          <p:nvPr/>
        </p:nvSpPr>
        <p:spPr>
          <a:xfrm>
            <a:off x="8241665" y="2641600"/>
            <a:ext cx="3098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E8CCC5"/>
                </a:solidFill>
              </a:defRPr>
            </a:pPr>
            <a:r>
              <a:rPr sz="16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关系遍历，追溯安全知识链路</a:t>
            </a:r>
            <a:endParaRPr sz="16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1041400" y="3111500"/>
            <a:ext cx="101092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16" name="同步标题"/>
          <p:cNvSpPr>
            <a:spLocks noGrp="1"/>
          </p:cNvSpPr>
          <p:nvPr/>
        </p:nvSpPr>
        <p:spPr>
          <a:xfrm>
            <a:off x="6270625" y="4937760"/>
            <a:ext cx="4305300" cy="4654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</a:defRPr>
            </a:pPr>
            <a:r>
              <a:rPr sz="2400" b="0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Arial" panose="020B0604020202020204"/>
                <a:sym typeface="Arial" panose="020B0604020202020204"/>
              </a:rPr>
              <a:t>三库数据关联与同步</a:t>
            </a:r>
            <a:endParaRPr sz="2400" b="0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同步内容"/>
          <p:cNvSpPr>
            <a:spLocks noGrp="1"/>
          </p:cNvSpPr>
          <p:nvPr/>
        </p:nvSpPr>
        <p:spPr>
          <a:xfrm>
            <a:off x="5939155" y="5433060"/>
            <a:ext cx="554164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</a:defRPr>
            </a:pPr>
            <a:r>
              <a:rPr sz="1600" b="1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统一实体 ID 关联三库；主库变更驱动向量与图谱增量更新</a:t>
            </a:r>
            <a:endParaRPr sz="1600" b="1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18" name="同步机制"/>
          <p:cNvSpPr>
            <a:spLocks noGrp="1"/>
          </p:cNvSpPr>
          <p:nvPr/>
        </p:nvSpPr>
        <p:spPr>
          <a:xfrm>
            <a:off x="6203315" y="5763260"/>
            <a:ext cx="466852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E8CCC5"/>
                </a:solidFill>
              </a:defRPr>
            </a:pPr>
            <a:r>
              <a:rPr sz="1600" b="1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版本校验、幂等写入与失败重试，保障最终一致性</a:t>
            </a:r>
            <a:endParaRPr sz="1600" b="1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关系标题"/>
          <p:cNvSpPr>
            <a:spLocks noGrp="1"/>
          </p:cNvSpPr>
          <p:nvPr/>
        </p:nvSpPr>
        <p:spPr>
          <a:xfrm>
            <a:off x="1298575" y="3324225"/>
            <a:ext cx="885190" cy="1178560"/>
          </a:xfrm>
          <a:prstGeom prst="rect">
            <a:avLst/>
          </a:prstGeom>
          <a:noFill/>
          <a:ln w="0">
            <a:noFill/>
          </a:ln>
        </p:spPr>
        <p:txBody>
          <a:bodyPr vert="horz" lIns="0" tIns="0" rIns="0" bIns="0" anchor="ctr"/>
          <a:lstStyle>
            <a:defPPr algn="l">
              <a:defRPr sz="1350" b="1">
                <a:solidFill>
                  <a:srgbClr val="FF582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</a:defRPr>
            </a:pPr>
            <a:r>
              <a:rPr sz="2800" b="0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Arial" panose="020B0604020202020204"/>
                <a:sym typeface="Arial" panose="020B0604020202020204"/>
              </a:rPr>
              <a:t>安全</a:t>
            </a:r>
            <a:endParaRPr sz="2800" b="0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Arial" panose="020B0604020202020204"/>
              <a:sym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</a:defRPr>
            </a:pPr>
            <a:r>
              <a:rPr sz="2800" b="0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Arial" panose="020B0604020202020204"/>
                <a:sym typeface="Arial" panose="020B0604020202020204"/>
              </a:rPr>
              <a:t>实体</a:t>
            </a:r>
            <a:endParaRPr sz="2800" b="0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Arial" panose="020B0604020202020204"/>
              <a:sym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</a:defRPr>
            </a:pPr>
            <a:r>
              <a:rPr sz="2800" b="0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Arial" panose="020B0604020202020204"/>
                <a:sym typeface="Arial" panose="020B0604020202020204"/>
              </a:rPr>
              <a:t>关系</a:t>
            </a:r>
            <a:endParaRPr sz="2800" b="0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实体 产品"/>
          <p:cNvSpPr>
            <a:spLocks noGrp="1"/>
          </p:cNvSpPr>
          <p:nvPr/>
        </p:nvSpPr>
        <p:spPr>
          <a:xfrm>
            <a:off x="2247900" y="3421380"/>
            <a:ext cx="955040" cy="407035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 b="1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产品</a:t>
            </a:r>
            <a:endParaRPr sz="1600" b="1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实体 CVE"/>
          <p:cNvSpPr>
            <a:spLocks noGrp="1"/>
          </p:cNvSpPr>
          <p:nvPr/>
        </p:nvSpPr>
        <p:spPr>
          <a:xfrm>
            <a:off x="3827780" y="3423285"/>
            <a:ext cx="966470" cy="40513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 b="1" kern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CVE</a:t>
            </a:r>
            <a:endParaRPr sz="1600" b="1" kern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" name="实体 CWE"/>
          <p:cNvSpPr>
            <a:spLocks noGrp="1"/>
          </p:cNvSpPr>
          <p:nvPr/>
        </p:nvSpPr>
        <p:spPr>
          <a:xfrm>
            <a:off x="5728970" y="3422015"/>
            <a:ext cx="1158875" cy="405765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 b="1" kern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CWE</a:t>
            </a:r>
            <a:endParaRPr sz="1600" b="1" kern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实体 CAPEC"/>
          <p:cNvSpPr>
            <a:spLocks noGrp="1"/>
          </p:cNvSpPr>
          <p:nvPr/>
        </p:nvSpPr>
        <p:spPr>
          <a:xfrm>
            <a:off x="7738745" y="3422015"/>
            <a:ext cx="1094105" cy="4064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 b="1" kern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CAPEC</a:t>
            </a:r>
            <a:endParaRPr sz="1600" b="1" kern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实体 ATT&amp;CK"/>
          <p:cNvSpPr>
            <a:spLocks noGrp="1"/>
          </p:cNvSpPr>
          <p:nvPr/>
        </p:nvSpPr>
        <p:spPr>
          <a:xfrm>
            <a:off x="9767570" y="3422650"/>
            <a:ext cx="1270635" cy="405765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 b="1" kern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ATT&amp;CK</a:t>
            </a:r>
            <a:endParaRPr sz="1600" b="1" kern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影响关系"/>
          <p:cNvSpPr>
            <a:spLocks noGrp="1"/>
          </p:cNvSpPr>
          <p:nvPr/>
        </p:nvSpPr>
        <p:spPr>
          <a:xfrm>
            <a:off x="3098165" y="3229610"/>
            <a:ext cx="8128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E8CCC5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CCC5"/>
                </a:solidFill>
              </a:defRPr>
            </a:pPr>
            <a:r>
              <a:rPr sz="14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影响</a:t>
            </a:r>
            <a:endParaRPr sz="14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0" name="弱点关系"/>
          <p:cNvSpPr>
            <a:spLocks noGrp="1"/>
          </p:cNvSpPr>
          <p:nvPr/>
        </p:nvSpPr>
        <p:spPr>
          <a:xfrm>
            <a:off x="4840605" y="3206115"/>
            <a:ext cx="8382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E8CCC5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CCC5"/>
                </a:solidFill>
              </a:defRPr>
            </a:pPr>
            <a:r>
              <a:rPr sz="14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弱点归类</a:t>
            </a:r>
            <a:endParaRPr sz="14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利用关系"/>
          <p:cNvSpPr>
            <a:spLocks noGrp="1"/>
          </p:cNvSpPr>
          <p:nvPr/>
        </p:nvSpPr>
        <p:spPr>
          <a:xfrm>
            <a:off x="6913245" y="3221355"/>
            <a:ext cx="8382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E8CCC5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CCC5"/>
                </a:solidFill>
              </a:defRPr>
            </a:pPr>
            <a:r>
              <a:rPr sz="14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利用弱点</a:t>
            </a:r>
            <a:endParaRPr sz="14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映射关系"/>
          <p:cNvSpPr>
            <a:spLocks noGrp="1"/>
          </p:cNvSpPr>
          <p:nvPr/>
        </p:nvSpPr>
        <p:spPr>
          <a:xfrm>
            <a:off x="8874125" y="3206115"/>
            <a:ext cx="8382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E8CCC5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CCC5"/>
                </a:solidFill>
              </a:defRPr>
            </a:pPr>
            <a:r>
              <a:rPr sz="14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关联映射</a:t>
            </a:r>
            <a:endParaRPr sz="14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实体 PoC"/>
          <p:cNvSpPr>
            <a:spLocks noGrp="1"/>
          </p:cNvSpPr>
          <p:nvPr/>
        </p:nvSpPr>
        <p:spPr>
          <a:xfrm>
            <a:off x="3827780" y="4197350"/>
            <a:ext cx="966470" cy="405765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 b="1" kern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PoC</a:t>
            </a:r>
            <a:endParaRPr sz="1600" b="1" kern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实体 论文"/>
          <p:cNvSpPr>
            <a:spLocks noGrp="1"/>
          </p:cNvSpPr>
          <p:nvPr/>
        </p:nvSpPr>
        <p:spPr>
          <a:xfrm>
            <a:off x="7738745" y="4196715"/>
            <a:ext cx="1094105" cy="4064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sz="1600" b="1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论文</a:t>
            </a:r>
            <a:endParaRPr sz="1600" b="1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验证关系"/>
          <p:cNvSpPr>
            <a:spLocks noGrp="1"/>
          </p:cNvSpPr>
          <p:nvPr/>
        </p:nvSpPr>
        <p:spPr>
          <a:xfrm>
            <a:off x="4627880" y="3854450"/>
            <a:ext cx="526415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E8CCC5"/>
                </a:solidFill>
              </a:defRPr>
            </a:pPr>
            <a:r>
              <a:rPr sz="14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验证</a:t>
            </a:r>
            <a:endParaRPr sz="14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研究关系"/>
          <p:cNvSpPr>
            <a:spLocks noGrp="1"/>
          </p:cNvSpPr>
          <p:nvPr/>
        </p:nvSpPr>
        <p:spPr>
          <a:xfrm>
            <a:off x="8439150" y="3862705"/>
            <a:ext cx="965835" cy="3181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E8CCC5"/>
                </a:solidFill>
              </a:defRPr>
            </a:pPr>
            <a:r>
              <a:rPr sz="14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/>
              </a:rPr>
              <a:t>研究/支撑</a:t>
            </a:r>
            <a:endParaRPr sz="14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/>
            </a:endParaRPr>
          </a:p>
        </p:txBody>
      </p:sp>
      <p:sp>
        <p:nvSpPr>
          <p:cNvPr id="39" name="关系说明"/>
          <p:cNvSpPr>
            <a:spLocks noGrp="1"/>
          </p:cNvSpPr>
          <p:nvPr/>
        </p:nvSpPr>
        <p:spPr>
          <a:xfrm>
            <a:off x="9344660" y="4298315"/>
            <a:ext cx="169672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CCC5"/>
                </a:solidFill>
              </a:defRPr>
            </a:pPr>
            <a:r>
              <a:rPr sz="14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关系按来源证据建立</a:t>
            </a:r>
            <a:endParaRPr sz="14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1041400" y="4780915"/>
            <a:ext cx="101092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41" name="分类标题"/>
          <p:cNvSpPr>
            <a:spLocks noGrp="1"/>
          </p:cNvSpPr>
          <p:nvPr/>
        </p:nvSpPr>
        <p:spPr>
          <a:xfrm>
            <a:off x="1240155" y="4998720"/>
            <a:ext cx="4826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5825"/>
                </a:solidFill>
              </a:defRPr>
            </a:pPr>
            <a:r>
              <a:rPr sz="2400" b="0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/>
              </a:rPr>
              <a:t>AI 安全六类领域分类与标准映射</a:t>
            </a:r>
            <a:endParaRPr sz="2400" b="0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/>
            </a:endParaRPr>
          </a:p>
        </p:txBody>
      </p:sp>
      <p:sp>
        <p:nvSpPr>
          <p:cNvPr id="42" name="分类内容"/>
          <p:cNvSpPr>
            <a:spLocks noGrp="1"/>
          </p:cNvSpPr>
          <p:nvPr/>
        </p:nvSpPr>
        <p:spPr>
          <a:xfrm>
            <a:off x="1520190" y="5433060"/>
            <a:ext cx="3796665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</a:defRPr>
            </a:pPr>
            <a:r>
              <a:rPr sz="1600" b="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领域标签关联实体，标准条款关联知识</a:t>
            </a:r>
            <a:endParaRPr sz="1600" b="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3" name="分类说明"/>
          <p:cNvSpPr>
            <a:spLocks noGrp="1"/>
          </p:cNvSpPr>
          <p:nvPr/>
        </p:nvSpPr>
        <p:spPr>
          <a:xfrm>
            <a:off x="1421130" y="5775960"/>
            <a:ext cx="385826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CCC5"/>
                </a:solidFill>
              </a:defRPr>
            </a:pPr>
            <a:r>
              <a:rPr sz="1600" b="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rPr>
              <a:t>映射记录保留标准版本、对应条款与依据</a:t>
            </a:r>
            <a:endParaRPr sz="1600" b="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50290" y="3409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AI</a:t>
            </a:r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安全知识库设计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096770" y="819785"/>
            <a:ext cx="4177030" cy="228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AI SECURITY KNOWLEDGE BASE DESIGN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968875" y="663575"/>
            <a:ext cx="6394450" cy="508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三库标题0"/>
          <p:cNvSpPr>
            <a:spLocks noGrp="1"/>
          </p:cNvSpPr>
          <p:nvPr/>
        </p:nvSpPr>
        <p:spPr>
          <a:xfrm>
            <a:off x="4876800" y="1736090"/>
            <a:ext cx="3098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5825"/>
                </a:solidFill>
              </a:defRPr>
            </a:pPr>
            <a:r>
              <a:rPr sz="2400" b="1" kern="0">
                <a:solidFill>
                  <a:srgbClr val="FF5825"/>
                </a:solidFill>
                <a:latin typeface="Arial" panose="020B0604020202020204" pitchFamily="34" charset="0"/>
                <a:ea typeface="优设标题黑" panose="00000500000000000000" charset="-122"/>
                <a:cs typeface="Arial" panose="020B0604020202020204" pitchFamily="34" charset="0"/>
                <a:sym typeface="Arial" panose="020B0604020202020204"/>
              </a:rPr>
              <a:t>0</a:t>
            </a:r>
            <a:r>
              <a:rPr lang="en-US" sz="2400" b="1" kern="0">
                <a:solidFill>
                  <a:srgbClr val="FF5825"/>
                </a:solidFill>
                <a:latin typeface="Arial" panose="020B0604020202020204" pitchFamily="34" charset="0"/>
                <a:ea typeface="优设标题黑" panose="00000500000000000000" charset="-122"/>
                <a:cs typeface="Arial" panose="020B0604020202020204" pitchFamily="34" charset="0"/>
                <a:sym typeface="Arial" panose="020B0604020202020204"/>
              </a:rPr>
              <a:t>2 </a:t>
            </a:r>
            <a:r>
              <a:rPr sz="2400" kern="0">
                <a:solidFill>
                  <a:srgbClr val="FF5825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 Qdrant</a:t>
            </a:r>
            <a:r>
              <a:rPr lang="en-US" sz="2400" b="1" kern="0">
                <a:solidFill>
                  <a:srgbClr val="FF5825"/>
                </a:solidFill>
                <a:latin typeface="Arial" panose="020B0604020202020204" pitchFamily="34" charset="0"/>
                <a:ea typeface="优设标题黑" panose="00000500000000000000" charset="-122"/>
                <a:cs typeface="Arial" panose="020B0604020202020204" pitchFamily="34" charset="0"/>
                <a:sym typeface="Arial" panose="020B0604020202020204"/>
              </a:rPr>
              <a:t> </a:t>
            </a:r>
            <a:endParaRPr lang="en-US" sz="2400" b="1" kern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5825"/>
                </a:solidFill>
              </a:defRPr>
            </a:pPr>
            <a:r>
              <a:rPr lang="zh-CN" altLang="en-US" sz="2400" b="1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/>
              </a:rPr>
              <a:t>语义向量索引</a:t>
            </a:r>
            <a:endParaRPr lang="zh-CN" altLang="en-US" sz="2400" b="1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/>
            </a:endParaRPr>
          </a:p>
        </p:txBody>
      </p:sp>
      <p:sp>
        <p:nvSpPr>
          <p:cNvPr id="52" name="三库标题0"/>
          <p:cNvSpPr>
            <a:spLocks noGrp="1"/>
          </p:cNvSpPr>
          <p:nvPr/>
        </p:nvSpPr>
        <p:spPr>
          <a:xfrm>
            <a:off x="8197850" y="1735200"/>
            <a:ext cx="3098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5825"/>
                </a:solidFill>
              </a:defRPr>
            </a:pPr>
            <a:r>
              <a:rPr sz="2400" b="1" kern="0">
                <a:solidFill>
                  <a:srgbClr val="FF5825"/>
                </a:solidFill>
                <a:latin typeface="Arial" panose="020B0604020202020204" pitchFamily="34" charset="0"/>
                <a:ea typeface="优设标题黑" panose="00000500000000000000" charset="-122"/>
                <a:cs typeface="Arial" panose="020B0604020202020204" pitchFamily="34" charset="0"/>
                <a:sym typeface="Arial" panose="020B0604020202020204"/>
              </a:rPr>
              <a:t>0</a:t>
            </a:r>
            <a:r>
              <a:rPr lang="en-US" sz="2400" b="1" kern="0">
                <a:solidFill>
                  <a:srgbClr val="FF5825"/>
                </a:solidFill>
                <a:latin typeface="Arial" panose="020B0604020202020204" pitchFamily="34" charset="0"/>
                <a:ea typeface="优设标题黑" panose="00000500000000000000" charset="-122"/>
                <a:cs typeface="Arial" panose="020B0604020202020204" pitchFamily="34" charset="0"/>
                <a:sym typeface="Arial" panose="020B0604020202020204"/>
              </a:rPr>
              <a:t>3 </a:t>
            </a:r>
            <a:r>
              <a:rPr sz="2400" kern="0">
                <a:solidFill>
                  <a:srgbClr val="FF5825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Neo4j</a:t>
            </a:r>
            <a:endParaRPr lang="en-US" sz="2400" b="1" kern="0">
              <a:solidFill>
                <a:srgbClr val="FF5825"/>
              </a:solidFill>
              <a:latin typeface="Arial" panose="020B0604020202020204" pitchFamily="34" charset="0"/>
              <a:ea typeface="优设标题黑" panose="00000500000000000000" charset="-122"/>
              <a:cs typeface="Arial" panose="020B0604020202020204" pitchFamily="34" charset="0"/>
              <a:sym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5825"/>
                </a:solidFill>
              </a:defRPr>
            </a:pPr>
            <a:r>
              <a:rPr lang="zh-CN" altLang="en-US" sz="2400" b="1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/>
              </a:rPr>
              <a:t>安全实体关系图谱</a:t>
            </a:r>
            <a:endParaRPr lang="zh-CN" altLang="en-US" sz="2400" b="1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1050290" y="27241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混合检索与知识图谱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096770" y="751205"/>
            <a:ext cx="4177030" cy="228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HYBRID RETRIEVAL AND KNOWLEDGE GRAPH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5311775" y="600075"/>
            <a:ext cx="6051550" cy="508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stCxn id="94" idx="0"/>
            <a:endCxn id="79" idx="2"/>
          </p:cNvCxnSpPr>
          <p:nvPr/>
        </p:nvCxnSpPr>
        <p:spPr>
          <a:xfrm rot="16200000">
            <a:off x="7658735" y="3046095"/>
            <a:ext cx="1033780" cy="1454150"/>
          </a:xfrm>
          <a:prstGeom prst="bentConnector3">
            <a:avLst>
              <a:gd name="adj1" fmla="val 50000"/>
            </a:avLst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58" name="直接箭头连接符 57"/>
          <p:cNvCxnSpPr>
            <a:stCxn id="91" idx="3"/>
            <a:endCxn id="94" idx="1"/>
          </p:cNvCxnSpPr>
          <p:nvPr/>
        </p:nvCxnSpPr>
        <p:spPr>
          <a:xfrm>
            <a:off x="6007100" y="4721860"/>
            <a:ext cx="5207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59" name="直接箭头连接符 58"/>
          <p:cNvCxnSpPr>
            <a:stCxn id="88" idx="3"/>
            <a:endCxn id="91" idx="1"/>
          </p:cNvCxnSpPr>
          <p:nvPr/>
        </p:nvCxnSpPr>
        <p:spPr>
          <a:xfrm>
            <a:off x="2863215" y="4721860"/>
            <a:ext cx="756285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60" name="肘形连接符 59"/>
          <p:cNvCxnSpPr>
            <a:stCxn id="67" idx="2"/>
            <a:endCxn id="88" idx="0"/>
          </p:cNvCxnSpPr>
          <p:nvPr/>
        </p:nvCxnSpPr>
        <p:spPr>
          <a:xfrm rot="5400000" flipV="1">
            <a:off x="1139825" y="3608070"/>
            <a:ext cx="1033780" cy="330200"/>
          </a:xfrm>
          <a:prstGeom prst="bentConnector3">
            <a:avLst>
              <a:gd name="adj1" fmla="val 50000"/>
            </a:avLst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61" name="直接箭头连接符 60"/>
          <p:cNvCxnSpPr>
            <a:stCxn id="79" idx="3"/>
            <a:endCxn id="82" idx="1"/>
          </p:cNvCxnSpPr>
          <p:nvPr/>
        </p:nvCxnSpPr>
        <p:spPr>
          <a:xfrm>
            <a:off x="9931400" y="2786380"/>
            <a:ext cx="3937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62" name="直接箭头连接符 61"/>
          <p:cNvCxnSpPr>
            <a:stCxn id="76" idx="3"/>
            <a:endCxn id="79" idx="1"/>
          </p:cNvCxnSpPr>
          <p:nvPr/>
        </p:nvCxnSpPr>
        <p:spPr>
          <a:xfrm>
            <a:off x="7366000" y="2786380"/>
            <a:ext cx="5080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63" name="肘形连接符 62"/>
          <p:cNvCxnSpPr>
            <a:stCxn id="73" idx="3"/>
            <a:endCxn id="76" idx="1"/>
          </p:cNvCxnSpPr>
          <p:nvPr/>
        </p:nvCxnSpPr>
        <p:spPr>
          <a:xfrm flipV="1">
            <a:off x="5257800" y="2786380"/>
            <a:ext cx="520700" cy="660400"/>
          </a:xfrm>
          <a:prstGeom prst="bentConnector3">
            <a:avLst>
              <a:gd name="adj1" fmla="val 50000"/>
            </a:avLst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64" name="肘形连接符 63"/>
          <p:cNvCxnSpPr>
            <a:stCxn id="70" idx="3"/>
            <a:endCxn id="76" idx="1"/>
          </p:cNvCxnSpPr>
          <p:nvPr/>
        </p:nvCxnSpPr>
        <p:spPr>
          <a:xfrm>
            <a:off x="5257800" y="2024380"/>
            <a:ext cx="520700" cy="762000"/>
          </a:xfrm>
          <a:prstGeom prst="bentConnector3">
            <a:avLst>
              <a:gd name="adj1" fmla="val 50000"/>
            </a:avLst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65" name="肘形连接符 64"/>
          <p:cNvCxnSpPr>
            <a:stCxn id="67" idx="3"/>
          </p:cNvCxnSpPr>
          <p:nvPr/>
        </p:nvCxnSpPr>
        <p:spPr>
          <a:xfrm>
            <a:off x="2202815" y="2786380"/>
            <a:ext cx="508000" cy="660400"/>
          </a:xfrm>
          <a:prstGeom prst="bentConnector3">
            <a:avLst>
              <a:gd name="adj1" fmla="val 50000"/>
            </a:avLst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66" name="肘形连接符 65"/>
          <p:cNvCxnSpPr>
            <a:stCxn id="67" idx="3"/>
          </p:cNvCxnSpPr>
          <p:nvPr/>
        </p:nvCxnSpPr>
        <p:spPr>
          <a:xfrm flipV="1">
            <a:off x="2202815" y="2024380"/>
            <a:ext cx="508000" cy="762000"/>
          </a:xfrm>
          <a:prstGeom prst="bentConnector3">
            <a:avLst>
              <a:gd name="adj1" fmla="val 50000"/>
            </a:avLst>
          </a:prstGeom>
          <a:ln w="12383">
            <a:solidFill>
              <a:srgbClr val="D79B7E"/>
            </a:solidFill>
            <a:tailEnd type="arrow" w="sm" len="sm"/>
          </a:ln>
        </p:spPr>
      </p:cxnSp>
      <p:sp>
        <p:nvSpPr>
          <p:cNvPr id="67" name="用户查询"/>
          <p:cNvSpPr>
            <a:spLocks noGrp="1"/>
          </p:cNvSpPr>
          <p:nvPr/>
        </p:nvSpPr>
        <p:spPr>
          <a:xfrm>
            <a:off x="780415" y="2316480"/>
            <a:ext cx="1422400" cy="9398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68" name="用户查询标题"/>
          <p:cNvSpPr>
            <a:spLocks noGrp="1"/>
          </p:cNvSpPr>
          <p:nvPr/>
        </p:nvSpPr>
        <p:spPr>
          <a:xfrm>
            <a:off x="856615" y="244348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用户查询</a:t>
            </a:r>
            <a:endParaRPr sz="18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69" name="用户查询说明"/>
          <p:cNvSpPr>
            <a:spLocks noGrp="1"/>
          </p:cNvSpPr>
          <p:nvPr/>
        </p:nvSpPr>
        <p:spPr>
          <a:xfrm>
            <a:off x="856615" y="279908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问题 / 关键词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0" name="Qwen3-Embedding"/>
          <p:cNvSpPr>
            <a:spLocks noGrp="1"/>
          </p:cNvSpPr>
          <p:nvPr/>
        </p:nvSpPr>
        <p:spPr>
          <a:xfrm>
            <a:off x="2710815" y="1567180"/>
            <a:ext cx="2546985" cy="9144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71" name="Qwen3-Embedding标题"/>
          <p:cNvSpPr>
            <a:spLocks noGrp="1"/>
          </p:cNvSpPr>
          <p:nvPr/>
        </p:nvSpPr>
        <p:spPr>
          <a:xfrm>
            <a:off x="2667000" y="1694180"/>
            <a:ext cx="2159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Qwen3-Embedding</a:t>
            </a:r>
            <a:endParaRPr sz="16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2" name="Qwen3-Embedding说明"/>
          <p:cNvSpPr>
            <a:spLocks noGrp="1"/>
          </p:cNvSpPr>
          <p:nvPr/>
        </p:nvSpPr>
        <p:spPr>
          <a:xfrm>
            <a:off x="2667000" y="2049780"/>
            <a:ext cx="215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Dense 语义检索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3" name="BM42 Sparse"/>
          <p:cNvSpPr>
            <a:spLocks noGrp="1"/>
          </p:cNvSpPr>
          <p:nvPr/>
        </p:nvSpPr>
        <p:spPr>
          <a:xfrm>
            <a:off x="2710815" y="2989580"/>
            <a:ext cx="2546985" cy="9144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74" name="BM42 Sparse标题"/>
          <p:cNvSpPr>
            <a:spLocks noGrp="1"/>
          </p:cNvSpPr>
          <p:nvPr/>
        </p:nvSpPr>
        <p:spPr>
          <a:xfrm>
            <a:off x="2640330" y="3116580"/>
            <a:ext cx="2159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BM42 Sparse</a:t>
            </a:r>
            <a:endParaRPr sz="16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5" name="BM42 Sparse说明"/>
          <p:cNvSpPr>
            <a:spLocks noGrp="1"/>
          </p:cNvSpPr>
          <p:nvPr/>
        </p:nvSpPr>
        <p:spPr>
          <a:xfrm>
            <a:off x="2664460" y="3446780"/>
            <a:ext cx="215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稀疏词项检索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76" name="RRF"/>
          <p:cNvSpPr>
            <a:spLocks noGrp="1"/>
          </p:cNvSpPr>
          <p:nvPr/>
        </p:nvSpPr>
        <p:spPr>
          <a:xfrm>
            <a:off x="5778500" y="2316480"/>
            <a:ext cx="1587500" cy="9398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77" name="RRF标题"/>
          <p:cNvSpPr>
            <a:spLocks noGrp="1"/>
          </p:cNvSpPr>
          <p:nvPr/>
        </p:nvSpPr>
        <p:spPr>
          <a:xfrm>
            <a:off x="5854700" y="2443480"/>
            <a:ext cx="14351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6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RRF</a:t>
            </a:r>
            <a:endParaRPr sz="22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8" name="RRF说明"/>
          <p:cNvSpPr>
            <a:spLocks noGrp="1"/>
          </p:cNvSpPr>
          <p:nvPr/>
        </p:nvSpPr>
        <p:spPr>
          <a:xfrm>
            <a:off x="5854700" y="2799080"/>
            <a:ext cx="1435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排名融合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79" name="BGE-reranker"/>
          <p:cNvSpPr>
            <a:spLocks noGrp="1"/>
          </p:cNvSpPr>
          <p:nvPr/>
        </p:nvSpPr>
        <p:spPr>
          <a:xfrm>
            <a:off x="7874000" y="2316480"/>
            <a:ext cx="2057400" cy="9398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80" name="BGE-reranker标题"/>
          <p:cNvSpPr>
            <a:spLocks noGrp="1"/>
          </p:cNvSpPr>
          <p:nvPr/>
        </p:nvSpPr>
        <p:spPr>
          <a:xfrm>
            <a:off x="7950200" y="2443480"/>
            <a:ext cx="1905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BGE-reranker</a:t>
            </a:r>
            <a:endParaRPr sz="17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1" name="BGE-reranker说明"/>
          <p:cNvSpPr>
            <a:spLocks noGrp="1"/>
          </p:cNvSpPr>
          <p:nvPr/>
        </p:nvSpPr>
        <p:spPr>
          <a:xfrm>
            <a:off x="7950200" y="279908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候选相关性重排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82" name="Top-K"/>
          <p:cNvSpPr>
            <a:spLocks noGrp="1"/>
          </p:cNvSpPr>
          <p:nvPr/>
        </p:nvSpPr>
        <p:spPr>
          <a:xfrm>
            <a:off x="10325100" y="2316480"/>
            <a:ext cx="1454150" cy="9398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83" name="Top-K标题"/>
          <p:cNvSpPr>
            <a:spLocks noGrp="1"/>
          </p:cNvSpPr>
          <p:nvPr/>
        </p:nvSpPr>
        <p:spPr>
          <a:xfrm>
            <a:off x="10401300" y="2443480"/>
            <a:ext cx="736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Top-K</a:t>
            </a:r>
            <a:endParaRPr sz="17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4" name="Top-K说明"/>
          <p:cNvSpPr>
            <a:spLocks noGrp="1"/>
          </p:cNvSpPr>
          <p:nvPr/>
        </p:nvSpPr>
        <p:spPr>
          <a:xfrm>
            <a:off x="10401300" y="2799080"/>
            <a:ext cx="736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检索结果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85" name="候选标签"/>
          <p:cNvSpPr>
            <a:spLocks noGrp="1"/>
          </p:cNvSpPr>
          <p:nvPr/>
        </p:nvSpPr>
        <p:spPr>
          <a:xfrm>
            <a:off x="5651500" y="1910080"/>
            <a:ext cx="18415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两路 Top-N</a:t>
            </a:r>
            <a:endParaRPr sz="1400" b="0">
              <a:solidFill>
                <a:srgbClr val="E8CCC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6" name="候选说明"/>
          <p:cNvSpPr>
            <a:spLocks noGrp="1"/>
          </p:cNvSpPr>
          <p:nvPr/>
        </p:nvSpPr>
        <p:spPr>
          <a:xfrm>
            <a:off x="5588000" y="3395980"/>
            <a:ext cx="2159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融合后候选按 ID 去重</a:t>
            </a:r>
            <a:endParaRPr sz="1400" b="0">
              <a:solidFill>
                <a:srgbClr val="E8CCC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7" name="结果说明"/>
          <p:cNvSpPr>
            <a:spLocks noGrp="1"/>
          </p:cNvSpPr>
          <p:nvPr/>
        </p:nvSpPr>
        <p:spPr>
          <a:xfrm>
            <a:off x="9093200" y="3395980"/>
            <a:ext cx="21209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文段与来源可追溯</a:t>
            </a:r>
            <a:endParaRPr sz="1400" b="0">
              <a:solidFill>
                <a:srgbClr val="E8CCC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88" name="实体识别与链接"/>
          <p:cNvSpPr>
            <a:spLocks noGrp="1"/>
          </p:cNvSpPr>
          <p:nvPr/>
        </p:nvSpPr>
        <p:spPr>
          <a:xfrm>
            <a:off x="780415" y="4290060"/>
            <a:ext cx="2082800" cy="8636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89" name="实体识别与链接标题"/>
          <p:cNvSpPr>
            <a:spLocks noGrp="1"/>
          </p:cNvSpPr>
          <p:nvPr/>
        </p:nvSpPr>
        <p:spPr>
          <a:xfrm>
            <a:off x="856615" y="4417060"/>
            <a:ext cx="19304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实体识别与链接</a:t>
            </a:r>
            <a:endParaRPr sz="17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90" name="实体识别与链接说明"/>
          <p:cNvSpPr>
            <a:spLocks noGrp="1"/>
          </p:cNvSpPr>
          <p:nvPr/>
        </p:nvSpPr>
        <p:spPr>
          <a:xfrm>
            <a:off x="856615" y="4772660"/>
            <a:ext cx="1930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名称 / 别名 / 编号归一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1" name="Neo4j 路径查询"/>
          <p:cNvSpPr>
            <a:spLocks noGrp="1"/>
          </p:cNvSpPr>
          <p:nvPr/>
        </p:nvSpPr>
        <p:spPr>
          <a:xfrm>
            <a:off x="3619500" y="4290060"/>
            <a:ext cx="2387600" cy="8636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92" name="Neo4j 路径查询标题"/>
          <p:cNvSpPr>
            <a:spLocks noGrp="1"/>
          </p:cNvSpPr>
          <p:nvPr/>
        </p:nvSpPr>
        <p:spPr>
          <a:xfrm>
            <a:off x="3695700" y="4417060"/>
            <a:ext cx="22352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Neo4j 路径查询</a:t>
            </a:r>
            <a:endParaRPr sz="17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3" name="Neo4j 路径查询说明"/>
          <p:cNvSpPr>
            <a:spLocks noGrp="1"/>
          </p:cNvSpPr>
          <p:nvPr/>
        </p:nvSpPr>
        <p:spPr>
          <a:xfrm>
            <a:off x="3695700" y="4772660"/>
            <a:ext cx="2235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关系类型约束与多跳遍历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94" name="关联证据"/>
          <p:cNvSpPr>
            <a:spLocks noGrp="1"/>
          </p:cNvSpPr>
          <p:nvPr/>
        </p:nvSpPr>
        <p:spPr>
          <a:xfrm>
            <a:off x="6527800" y="4290060"/>
            <a:ext cx="1841500" cy="8636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95" name="关联证据标题"/>
          <p:cNvSpPr>
            <a:spLocks noGrp="1"/>
          </p:cNvSpPr>
          <p:nvPr/>
        </p:nvSpPr>
        <p:spPr>
          <a:xfrm>
            <a:off x="6604000" y="4417060"/>
            <a:ext cx="16891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关联证据</a:t>
            </a:r>
            <a:endParaRPr sz="17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96" name="关联证据说明"/>
          <p:cNvSpPr>
            <a:spLocks noGrp="1"/>
          </p:cNvSpPr>
          <p:nvPr/>
        </p:nvSpPr>
        <p:spPr>
          <a:xfrm>
            <a:off x="6604000" y="4772660"/>
            <a:ext cx="168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路径及来源文段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97" name="补充候选"/>
          <p:cNvSpPr>
            <a:spLocks noGrp="1"/>
          </p:cNvSpPr>
          <p:nvPr/>
        </p:nvSpPr>
        <p:spPr>
          <a:xfrm>
            <a:off x="7657465" y="3881120"/>
            <a:ext cx="26162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图谱证据补充候选</a:t>
            </a:r>
            <a:endParaRPr sz="1400" b="0">
              <a:solidFill>
                <a:srgbClr val="E8CCC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98" name="多跳说明标题"/>
          <p:cNvSpPr>
            <a:spLocks noGrp="1"/>
          </p:cNvSpPr>
          <p:nvPr/>
        </p:nvSpPr>
        <p:spPr>
          <a:xfrm>
            <a:off x="8826500" y="4312920"/>
            <a:ext cx="2387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多跳知识关联</a:t>
            </a:r>
            <a:endParaRPr sz="18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99" name="多跳说明正文"/>
          <p:cNvSpPr>
            <a:spLocks noGrp="1"/>
          </p:cNvSpPr>
          <p:nvPr/>
        </p:nvSpPr>
        <p:spPr>
          <a:xfrm>
            <a:off x="8826500" y="4668520"/>
            <a:ext cx="23876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沿实体关系发现关联知识</a:t>
            </a:r>
            <a:endParaRPr sz="1400" b="0">
              <a:solidFill>
                <a:srgbClr val="E8CCC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保留路径、来源与证据</a:t>
            </a:r>
            <a:endParaRPr sz="1400" b="0">
              <a:solidFill>
                <a:srgbClr val="E8CCC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00" name="直接连接符 99"/>
          <p:cNvSpPr>
            <a:spLocks noGrp="1"/>
          </p:cNvSpPr>
          <p:nvPr/>
        </p:nvSpPr>
        <p:spPr>
          <a:xfrm>
            <a:off x="1016000" y="5544820"/>
            <a:ext cx="101981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101" name="算法1"/>
          <p:cNvSpPr>
            <a:spLocks noGrp="1"/>
          </p:cNvSpPr>
          <p:nvPr/>
        </p:nvSpPr>
        <p:spPr>
          <a:xfrm>
            <a:off x="1016000" y="5684520"/>
            <a:ext cx="32385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RRF 排名融合</a:t>
            </a:r>
            <a:endParaRPr sz="18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2" name="公式"/>
          <p:cNvSpPr>
            <a:spLocks noGrp="1"/>
          </p:cNvSpPr>
          <p:nvPr/>
        </p:nvSpPr>
        <p:spPr>
          <a:xfrm>
            <a:off x="1016000" y="6090920"/>
            <a:ext cx="336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RRF(d) = Σᵢ 1 / (k + rankᵢ(d))</a:t>
            </a:r>
            <a:endParaRPr sz="18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3" name="算法2"/>
          <p:cNvSpPr>
            <a:spLocks noGrp="1"/>
          </p:cNvSpPr>
          <p:nvPr/>
        </p:nvSpPr>
        <p:spPr>
          <a:xfrm>
            <a:off x="4610100" y="5684520"/>
            <a:ext cx="3175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BGE 交叉编码重排</a:t>
            </a:r>
            <a:endParaRPr sz="18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2112010" y="1061085"/>
            <a:ext cx="7519670" cy="423545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重排说明"/>
          <p:cNvSpPr>
            <a:spLocks noGrp="1"/>
          </p:cNvSpPr>
          <p:nvPr/>
        </p:nvSpPr>
        <p:spPr>
          <a:xfrm>
            <a:off x="4610100" y="6090920"/>
            <a:ext cx="3175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查询与候选成对打分，选取 Top-K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5" name="算法3"/>
          <p:cNvSpPr>
            <a:spLocks noGrp="1"/>
          </p:cNvSpPr>
          <p:nvPr/>
        </p:nvSpPr>
        <p:spPr>
          <a:xfrm>
            <a:off x="8318500" y="5684520"/>
            <a:ext cx="2895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Arial" panose="020B0604020202020204" pitchFamily="34" charset="0"/>
                <a:ea typeface="黑体" panose="02010609060101010101" charset="-122"/>
                <a:cs typeface="微软雅黑" panose="020B0503020204020204" charset="-122"/>
              </a:rPr>
              <a:t>图谱检索实现</a:t>
            </a:r>
            <a:endParaRPr sz="1800" b="1">
              <a:solidFill>
                <a:srgbClr val="FF5825"/>
              </a:solidFill>
              <a:latin typeface="Arial" panose="020B0604020202020204" pitchFamily="3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06" name="图谱实现说明"/>
          <p:cNvSpPr>
            <a:spLocks noGrp="1"/>
          </p:cNvSpPr>
          <p:nvPr/>
        </p:nvSpPr>
        <p:spPr>
          <a:xfrm>
            <a:off x="8318500" y="6090920"/>
            <a:ext cx="2895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Cypher 查询，限制跳数与关系类型</a:t>
            </a:r>
            <a:endParaRPr sz="1400" b="0">
              <a:solidFill>
                <a:srgbClr val="FFFFFF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7" name="实现备注"/>
          <p:cNvSpPr>
            <a:spLocks noGrp="1"/>
          </p:cNvSpPr>
          <p:nvPr/>
        </p:nvSpPr>
        <p:spPr>
          <a:xfrm>
            <a:off x="5034280" y="6525260"/>
            <a:ext cx="639762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7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7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E8CCC5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k 为平滑常数，N / K 为可调参数；BM42 为实验性方案，需结合业务语料评估</a:t>
            </a:r>
            <a:endParaRPr sz="1200" b="0">
              <a:solidFill>
                <a:srgbClr val="E8CCC5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468880" y="1053465"/>
            <a:ext cx="69322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defRPr sz="11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  <a:sym typeface="+mn-ea"/>
              </a:rPr>
              <a:t>语义与词项双路召回，结合图谱证据完成融合检索</a:t>
            </a:r>
            <a:endParaRPr lang="zh-CN" altLang="en-US" sz="2400">
              <a:solidFill>
                <a:schemeClr val="tx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10" name="组合 109"/>
          <p:cNvGrpSpPr/>
          <p:nvPr/>
        </p:nvGrpSpPr>
        <p:grpSpPr>
          <a:xfrm>
            <a:off x="11303000" y="2513330"/>
            <a:ext cx="364490" cy="495300"/>
            <a:chOff x="16000" y="4086"/>
            <a:chExt cx="574" cy="780"/>
          </a:xfrm>
        </p:grpSpPr>
        <p:sp>
          <p:nvSpPr>
            <p:cNvPr id="2027" name="Google Shape;1351;p47"/>
            <p:cNvSpPr>
              <a:spLocks noGrp="1"/>
            </p:cNvSpPr>
            <p:nvPr/>
          </p:nvSpPr>
          <p:spPr>
            <a:xfrm>
              <a:off x="16176" y="4435"/>
              <a:ext cx="222" cy="303"/>
            </a:xfrm>
            <a:custGeom>
              <a:avLst/>
              <a:gdLst/>
              <a:ahLst/>
              <a:cxnLst/>
              <a:rect l="l" t="t" r="r" b="b"/>
              <a:pathLst>
                <a:path w="3823" h="5222">
                  <a:moveTo>
                    <a:pt x="2657" y="1679"/>
                  </a:moveTo>
                  <a:lnTo>
                    <a:pt x="3217" y="2238"/>
                  </a:lnTo>
                  <a:lnTo>
                    <a:pt x="1678" y="3776"/>
                  </a:lnTo>
                  <a:lnTo>
                    <a:pt x="606" y="2658"/>
                  </a:lnTo>
                  <a:lnTo>
                    <a:pt x="1166" y="2098"/>
                  </a:lnTo>
                  <a:lnTo>
                    <a:pt x="1678" y="2658"/>
                  </a:lnTo>
                  <a:lnTo>
                    <a:pt x="2657" y="1679"/>
                  </a:lnTo>
                  <a:close/>
                  <a:moveTo>
                    <a:pt x="1911" y="1"/>
                  </a:moveTo>
                  <a:lnTo>
                    <a:pt x="0" y="980"/>
                  </a:lnTo>
                  <a:lnTo>
                    <a:pt x="0" y="2704"/>
                  </a:lnTo>
                  <a:lnTo>
                    <a:pt x="47" y="3124"/>
                  </a:lnTo>
                  <a:lnTo>
                    <a:pt x="140" y="3543"/>
                  </a:lnTo>
                  <a:lnTo>
                    <a:pt x="327" y="3916"/>
                  </a:lnTo>
                  <a:lnTo>
                    <a:pt x="560" y="4289"/>
                  </a:lnTo>
                  <a:lnTo>
                    <a:pt x="839" y="4569"/>
                  </a:lnTo>
                  <a:lnTo>
                    <a:pt x="1119" y="4849"/>
                  </a:lnTo>
                  <a:lnTo>
                    <a:pt x="1492" y="5035"/>
                  </a:lnTo>
                  <a:lnTo>
                    <a:pt x="1911" y="5221"/>
                  </a:lnTo>
                  <a:lnTo>
                    <a:pt x="2331" y="5035"/>
                  </a:lnTo>
                  <a:lnTo>
                    <a:pt x="2704" y="4849"/>
                  </a:lnTo>
                  <a:lnTo>
                    <a:pt x="3030" y="4569"/>
                  </a:lnTo>
                  <a:lnTo>
                    <a:pt x="3310" y="4289"/>
                  </a:lnTo>
                  <a:lnTo>
                    <a:pt x="3496" y="3916"/>
                  </a:lnTo>
                  <a:lnTo>
                    <a:pt x="3683" y="3543"/>
                  </a:lnTo>
                  <a:lnTo>
                    <a:pt x="3776" y="3124"/>
                  </a:lnTo>
                  <a:lnTo>
                    <a:pt x="3823" y="2704"/>
                  </a:lnTo>
                  <a:lnTo>
                    <a:pt x="3823" y="980"/>
                  </a:lnTo>
                  <a:lnTo>
                    <a:pt x="19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8" name="Google Shape;1352;p47"/>
            <p:cNvSpPr>
              <a:spLocks noGrp="1"/>
            </p:cNvSpPr>
            <p:nvPr/>
          </p:nvSpPr>
          <p:spPr>
            <a:xfrm>
              <a:off x="16433" y="4086"/>
              <a:ext cx="141" cy="144"/>
            </a:xfrm>
            <a:custGeom>
              <a:avLst/>
              <a:gdLst/>
              <a:ahLst/>
              <a:cxnLst/>
              <a:rect l="l" t="t" r="r" b="b"/>
              <a:pathLst>
                <a:path w="2425" h="2471">
                  <a:moveTo>
                    <a:pt x="1" y="0"/>
                  </a:moveTo>
                  <a:lnTo>
                    <a:pt x="1" y="2471"/>
                  </a:lnTo>
                  <a:lnTo>
                    <a:pt x="2425" y="24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9" name="Google Shape;1353;p47"/>
            <p:cNvSpPr>
              <a:spLocks noGrp="1"/>
            </p:cNvSpPr>
            <p:nvPr/>
          </p:nvSpPr>
          <p:spPr>
            <a:xfrm>
              <a:off x="16000" y="4086"/>
              <a:ext cx="574" cy="780"/>
            </a:xfrm>
            <a:custGeom>
              <a:avLst/>
              <a:gdLst/>
              <a:ahLst/>
              <a:cxnLst/>
              <a:rect l="l" t="t" r="r" b="b"/>
              <a:pathLst>
                <a:path w="9883" h="13426">
                  <a:moveTo>
                    <a:pt x="5314" y="1492"/>
                  </a:moveTo>
                  <a:lnTo>
                    <a:pt x="5314" y="2238"/>
                  </a:lnTo>
                  <a:lnTo>
                    <a:pt x="2005" y="2238"/>
                  </a:lnTo>
                  <a:lnTo>
                    <a:pt x="2005" y="1492"/>
                  </a:lnTo>
                  <a:close/>
                  <a:moveTo>
                    <a:pt x="5314" y="3077"/>
                  </a:moveTo>
                  <a:lnTo>
                    <a:pt x="5314" y="3869"/>
                  </a:lnTo>
                  <a:lnTo>
                    <a:pt x="2005" y="3869"/>
                  </a:lnTo>
                  <a:lnTo>
                    <a:pt x="2005" y="3077"/>
                  </a:lnTo>
                  <a:close/>
                  <a:moveTo>
                    <a:pt x="4941" y="5128"/>
                  </a:moveTo>
                  <a:lnTo>
                    <a:pt x="7645" y="6526"/>
                  </a:lnTo>
                  <a:lnTo>
                    <a:pt x="7645" y="8717"/>
                  </a:lnTo>
                  <a:lnTo>
                    <a:pt x="7599" y="9277"/>
                  </a:lnTo>
                  <a:lnTo>
                    <a:pt x="7459" y="9836"/>
                  </a:lnTo>
                  <a:lnTo>
                    <a:pt x="7226" y="10349"/>
                  </a:lnTo>
                  <a:lnTo>
                    <a:pt x="6899" y="10815"/>
                  </a:lnTo>
                  <a:lnTo>
                    <a:pt x="6526" y="11234"/>
                  </a:lnTo>
                  <a:lnTo>
                    <a:pt x="6060" y="11561"/>
                  </a:lnTo>
                  <a:lnTo>
                    <a:pt x="5594" y="11840"/>
                  </a:lnTo>
                  <a:lnTo>
                    <a:pt x="5035" y="12027"/>
                  </a:lnTo>
                  <a:lnTo>
                    <a:pt x="4848" y="12027"/>
                  </a:lnTo>
                  <a:lnTo>
                    <a:pt x="4335" y="11840"/>
                  </a:lnTo>
                  <a:lnTo>
                    <a:pt x="3823" y="11561"/>
                  </a:lnTo>
                  <a:lnTo>
                    <a:pt x="3357" y="11234"/>
                  </a:lnTo>
                  <a:lnTo>
                    <a:pt x="2984" y="10815"/>
                  </a:lnTo>
                  <a:lnTo>
                    <a:pt x="2657" y="10349"/>
                  </a:lnTo>
                  <a:lnTo>
                    <a:pt x="2424" y="9836"/>
                  </a:lnTo>
                  <a:lnTo>
                    <a:pt x="2284" y="9277"/>
                  </a:lnTo>
                  <a:lnTo>
                    <a:pt x="2238" y="8717"/>
                  </a:lnTo>
                  <a:lnTo>
                    <a:pt x="2238" y="6526"/>
                  </a:lnTo>
                  <a:lnTo>
                    <a:pt x="4941" y="5128"/>
                  </a:lnTo>
                  <a:close/>
                  <a:moveTo>
                    <a:pt x="0" y="0"/>
                  </a:moveTo>
                  <a:lnTo>
                    <a:pt x="0" y="13425"/>
                  </a:lnTo>
                  <a:lnTo>
                    <a:pt x="9883" y="13425"/>
                  </a:lnTo>
                  <a:lnTo>
                    <a:pt x="9883" y="3263"/>
                  </a:lnTo>
                  <a:lnTo>
                    <a:pt x="6666" y="3263"/>
                  </a:lnTo>
                  <a:lnTo>
                    <a:pt x="66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4737100" y="1786890"/>
            <a:ext cx="444500" cy="443865"/>
            <a:chOff x="1720" y="3440"/>
            <a:chExt cx="700" cy="699"/>
          </a:xfrm>
        </p:grpSpPr>
        <p:sp>
          <p:nvSpPr>
            <p:cNvPr id="2001" name="Google Shape;1324;p47"/>
            <p:cNvSpPr>
              <a:spLocks noGrp="1"/>
            </p:cNvSpPr>
            <p:nvPr/>
          </p:nvSpPr>
          <p:spPr>
            <a:xfrm>
              <a:off x="1778" y="3637"/>
              <a:ext cx="586" cy="306"/>
            </a:xfrm>
            <a:custGeom>
              <a:avLst/>
              <a:gdLst/>
              <a:ahLst/>
              <a:cxnLst/>
              <a:rect l="l" t="t" r="r" b="b"/>
              <a:pathLst>
                <a:path w="11235" h="5875">
                  <a:moveTo>
                    <a:pt x="5594" y="700"/>
                  </a:moveTo>
                  <a:lnTo>
                    <a:pt x="6060" y="747"/>
                  </a:lnTo>
                  <a:lnTo>
                    <a:pt x="6480" y="886"/>
                  </a:lnTo>
                  <a:lnTo>
                    <a:pt x="6853" y="1073"/>
                  </a:lnTo>
                  <a:lnTo>
                    <a:pt x="7179" y="1353"/>
                  </a:lnTo>
                  <a:lnTo>
                    <a:pt x="7459" y="1679"/>
                  </a:lnTo>
                  <a:lnTo>
                    <a:pt x="7692" y="2052"/>
                  </a:lnTo>
                  <a:lnTo>
                    <a:pt x="7785" y="2471"/>
                  </a:lnTo>
                  <a:lnTo>
                    <a:pt x="7832" y="2938"/>
                  </a:lnTo>
                  <a:lnTo>
                    <a:pt x="7785" y="3404"/>
                  </a:lnTo>
                  <a:lnTo>
                    <a:pt x="7692" y="3823"/>
                  </a:lnTo>
                  <a:lnTo>
                    <a:pt x="7459" y="4196"/>
                  </a:lnTo>
                  <a:lnTo>
                    <a:pt x="7179" y="4522"/>
                  </a:lnTo>
                  <a:lnTo>
                    <a:pt x="6853" y="4802"/>
                  </a:lnTo>
                  <a:lnTo>
                    <a:pt x="6480" y="4989"/>
                  </a:lnTo>
                  <a:lnTo>
                    <a:pt x="6060" y="5128"/>
                  </a:lnTo>
                  <a:lnTo>
                    <a:pt x="5594" y="5175"/>
                  </a:lnTo>
                  <a:lnTo>
                    <a:pt x="5175" y="5128"/>
                  </a:lnTo>
                  <a:lnTo>
                    <a:pt x="4755" y="4989"/>
                  </a:lnTo>
                  <a:lnTo>
                    <a:pt x="4382" y="4802"/>
                  </a:lnTo>
                  <a:lnTo>
                    <a:pt x="4009" y="4522"/>
                  </a:lnTo>
                  <a:lnTo>
                    <a:pt x="3776" y="4196"/>
                  </a:lnTo>
                  <a:lnTo>
                    <a:pt x="3543" y="3823"/>
                  </a:lnTo>
                  <a:lnTo>
                    <a:pt x="3403" y="3404"/>
                  </a:lnTo>
                  <a:lnTo>
                    <a:pt x="3357" y="2938"/>
                  </a:lnTo>
                  <a:lnTo>
                    <a:pt x="3403" y="2471"/>
                  </a:lnTo>
                  <a:lnTo>
                    <a:pt x="3543" y="2052"/>
                  </a:lnTo>
                  <a:lnTo>
                    <a:pt x="3776" y="1679"/>
                  </a:lnTo>
                  <a:lnTo>
                    <a:pt x="4009" y="1353"/>
                  </a:lnTo>
                  <a:lnTo>
                    <a:pt x="4382" y="1073"/>
                  </a:lnTo>
                  <a:lnTo>
                    <a:pt x="4755" y="886"/>
                  </a:lnTo>
                  <a:lnTo>
                    <a:pt x="5175" y="747"/>
                  </a:lnTo>
                  <a:lnTo>
                    <a:pt x="5594" y="700"/>
                  </a:lnTo>
                  <a:close/>
                  <a:moveTo>
                    <a:pt x="5594" y="1"/>
                  </a:moveTo>
                  <a:lnTo>
                    <a:pt x="4988" y="47"/>
                  </a:lnTo>
                  <a:lnTo>
                    <a:pt x="4382" y="141"/>
                  </a:lnTo>
                  <a:lnTo>
                    <a:pt x="3776" y="280"/>
                  </a:lnTo>
                  <a:lnTo>
                    <a:pt x="3170" y="467"/>
                  </a:lnTo>
                  <a:lnTo>
                    <a:pt x="2611" y="747"/>
                  </a:lnTo>
                  <a:lnTo>
                    <a:pt x="2051" y="1073"/>
                  </a:lnTo>
                  <a:lnTo>
                    <a:pt x="1539" y="1446"/>
                  </a:lnTo>
                  <a:lnTo>
                    <a:pt x="1026" y="1912"/>
                  </a:lnTo>
                  <a:lnTo>
                    <a:pt x="0" y="2938"/>
                  </a:lnTo>
                  <a:lnTo>
                    <a:pt x="1026" y="4010"/>
                  </a:lnTo>
                  <a:lnTo>
                    <a:pt x="1539" y="4429"/>
                  </a:lnTo>
                  <a:lnTo>
                    <a:pt x="2051" y="4802"/>
                  </a:lnTo>
                  <a:lnTo>
                    <a:pt x="2611" y="5128"/>
                  </a:lnTo>
                  <a:lnTo>
                    <a:pt x="3170" y="5408"/>
                  </a:lnTo>
                  <a:lnTo>
                    <a:pt x="3776" y="5595"/>
                  </a:lnTo>
                  <a:lnTo>
                    <a:pt x="4382" y="5781"/>
                  </a:lnTo>
                  <a:lnTo>
                    <a:pt x="4988" y="5874"/>
                  </a:lnTo>
                  <a:lnTo>
                    <a:pt x="6247" y="5874"/>
                  </a:lnTo>
                  <a:lnTo>
                    <a:pt x="6853" y="5781"/>
                  </a:lnTo>
                  <a:lnTo>
                    <a:pt x="7459" y="5595"/>
                  </a:lnTo>
                  <a:lnTo>
                    <a:pt x="8018" y="5408"/>
                  </a:lnTo>
                  <a:lnTo>
                    <a:pt x="8624" y="5128"/>
                  </a:lnTo>
                  <a:lnTo>
                    <a:pt x="9183" y="4802"/>
                  </a:lnTo>
                  <a:lnTo>
                    <a:pt x="9696" y="4429"/>
                  </a:lnTo>
                  <a:lnTo>
                    <a:pt x="10162" y="4010"/>
                  </a:lnTo>
                  <a:lnTo>
                    <a:pt x="11234" y="2938"/>
                  </a:lnTo>
                  <a:lnTo>
                    <a:pt x="10162" y="1912"/>
                  </a:lnTo>
                  <a:lnTo>
                    <a:pt x="9696" y="1446"/>
                  </a:lnTo>
                  <a:lnTo>
                    <a:pt x="9183" y="1073"/>
                  </a:lnTo>
                  <a:lnTo>
                    <a:pt x="8624" y="747"/>
                  </a:lnTo>
                  <a:lnTo>
                    <a:pt x="8018" y="467"/>
                  </a:lnTo>
                  <a:lnTo>
                    <a:pt x="7459" y="280"/>
                  </a:lnTo>
                  <a:lnTo>
                    <a:pt x="6853" y="141"/>
                  </a:lnTo>
                  <a:lnTo>
                    <a:pt x="6247" y="47"/>
                  </a:lnTo>
                  <a:lnTo>
                    <a:pt x="55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2" name="Google Shape;1325;p47"/>
            <p:cNvSpPr>
              <a:spLocks noGrp="1"/>
            </p:cNvSpPr>
            <p:nvPr/>
          </p:nvSpPr>
          <p:spPr>
            <a:xfrm>
              <a:off x="1720" y="3945"/>
              <a:ext cx="700" cy="195"/>
            </a:xfrm>
            <a:custGeom>
              <a:avLst/>
              <a:gdLst/>
              <a:ahLst/>
              <a:cxnLst/>
              <a:rect l="l" t="t" r="r" b="b"/>
              <a:pathLst>
                <a:path w="13426" h="3731">
                  <a:moveTo>
                    <a:pt x="1212" y="1"/>
                  </a:moveTo>
                  <a:lnTo>
                    <a:pt x="979" y="47"/>
                  </a:lnTo>
                  <a:lnTo>
                    <a:pt x="746" y="94"/>
                  </a:lnTo>
                  <a:lnTo>
                    <a:pt x="560" y="234"/>
                  </a:lnTo>
                  <a:lnTo>
                    <a:pt x="373" y="374"/>
                  </a:lnTo>
                  <a:lnTo>
                    <a:pt x="234" y="560"/>
                  </a:lnTo>
                  <a:lnTo>
                    <a:pt x="94" y="747"/>
                  </a:lnTo>
                  <a:lnTo>
                    <a:pt x="47" y="980"/>
                  </a:lnTo>
                  <a:lnTo>
                    <a:pt x="0" y="1213"/>
                  </a:lnTo>
                  <a:lnTo>
                    <a:pt x="47" y="1399"/>
                  </a:lnTo>
                  <a:lnTo>
                    <a:pt x="94" y="1586"/>
                  </a:lnTo>
                  <a:lnTo>
                    <a:pt x="140" y="1772"/>
                  </a:lnTo>
                  <a:lnTo>
                    <a:pt x="280" y="1912"/>
                  </a:lnTo>
                  <a:lnTo>
                    <a:pt x="373" y="2052"/>
                  </a:lnTo>
                  <a:lnTo>
                    <a:pt x="513" y="2192"/>
                  </a:lnTo>
                  <a:lnTo>
                    <a:pt x="700" y="2285"/>
                  </a:lnTo>
                  <a:lnTo>
                    <a:pt x="886" y="2378"/>
                  </a:lnTo>
                  <a:lnTo>
                    <a:pt x="886" y="3730"/>
                  </a:lnTo>
                  <a:lnTo>
                    <a:pt x="5594" y="3730"/>
                  </a:lnTo>
                  <a:lnTo>
                    <a:pt x="5594" y="2285"/>
                  </a:lnTo>
                  <a:lnTo>
                    <a:pt x="7878" y="2285"/>
                  </a:lnTo>
                  <a:lnTo>
                    <a:pt x="7878" y="3730"/>
                  </a:lnTo>
                  <a:lnTo>
                    <a:pt x="12587" y="3730"/>
                  </a:lnTo>
                  <a:lnTo>
                    <a:pt x="12587" y="2378"/>
                  </a:lnTo>
                  <a:lnTo>
                    <a:pt x="12773" y="2285"/>
                  </a:lnTo>
                  <a:lnTo>
                    <a:pt x="12913" y="2192"/>
                  </a:lnTo>
                  <a:lnTo>
                    <a:pt x="13053" y="2052"/>
                  </a:lnTo>
                  <a:lnTo>
                    <a:pt x="13193" y="1912"/>
                  </a:lnTo>
                  <a:lnTo>
                    <a:pt x="13286" y="1772"/>
                  </a:lnTo>
                  <a:lnTo>
                    <a:pt x="13379" y="1586"/>
                  </a:lnTo>
                  <a:lnTo>
                    <a:pt x="13426" y="1399"/>
                  </a:lnTo>
                  <a:lnTo>
                    <a:pt x="13426" y="1213"/>
                  </a:lnTo>
                  <a:lnTo>
                    <a:pt x="13426" y="980"/>
                  </a:lnTo>
                  <a:lnTo>
                    <a:pt x="13332" y="747"/>
                  </a:lnTo>
                  <a:lnTo>
                    <a:pt x="13239" y="560"/>
                  </a:lnTo>
                  <a:lnTo>
                    <a:pt x="13099" y="374"/>
                  </a:lnTo>
                  <a:lnTo>
                    <a:pt x="12913" y="234"/>
                  </a:lnTo>
                  <a:lnTo>
                    <a:pt x="12726" y="94"/>
                  </a:lnTo>
                  <a:lnTo>
                    <a:pt x="12493" y="47"/>
                  </a:lnTo>
                  <a:lnTo>
                    <a:pt x="12260" y="1"/>
                  </a:lnTo>
                  <a:lnTo>
                    <a:pt x="11981" y="47"/>
                  </a:lnTo>
                  <a:lnTo>
                    <a:pt x="11794" y="94"/>
                  </a:lnTo>
                  <a:lnTo>
                    <a:pt x="11561" y="234"/>
                  </a:lnTo>
                  <a:lnTo>
                    <a:pt x="11375" y="374"/>
                  </a:lnTo>
                  <a:lnTo>
                    <a:pt x="11235" y="560"/>
                  </a:lnTo>
                  <a:lnTo>
                    <a:pt x="11141" y="747"/>
                  </a:lnTo>
                  <a:lnTo>
                    <a:pt x="11048" y="980"/>
                  </a:lnTo>
                  <a:lnTo>
                    <a:pt x="11048" y="1213"/>
                  </a:lnTo>
                  <a:lnTo>
                    <a:pt x="11048" y="1399"/>
                  </a:lnTo>
                  <a:lnTo>
                    <a:pt x="11095" y="1586"/>
                  </a:lnTo>
                  <a:lnTo>
                    <a:pt x="11235" y="1865"/>
                  </a:lnTo>
                  <a:lnTo>
                    <a:pt x="11514" y="2145"/>
                  </a:lnTo>
                  <a:lnTo>
                    <a:pt x="11794" y="2332"/>
                  </a:lnTo>
                  <a:lnTo>
                    <a:pt x="11794" y="2938"/>
                  </a:lnTo>
                  <a:lnTo>
                    <a:pt x="8671" y="2938"/>
                  </a:lnTo>
                  <a:lnTo>
                    <a:pt x="8671" y="2285"/>
                  </a:lnTo>
                  <a:lnTo>
                    <a:pt x="9603" y="2285"/>
                  </a:lnTo>
                  <a:lnTo>
                    <a:pt x="9603" y="141"/>
                  </a:lnTo>
                  <a:lnTo>
                    <a:pt x="8951" y="420"/>
                  </a:lnTo>
                  <a:lnTo>
                    <a:pt x="8205" y="607"/>
                  </a:lnTo>
                  <a:lnTo>
                    <a:pt x="7459" y="700"/>
                  </a:lnTo>
                  <a:lnTo>
                    <a:pt x="6713" y="747"/>
                  </a:lnTo>
                  <a:lnTo>
                    <a:pt x="5967" y="700"/>
                  </a:lnTo>
                  <a:lnTo>
                    <a:pt x="5221" y="607"/>
                  </a:lnTo>
                  <a:lnTo>
                    <a:pt x="4522" y="420"/>
                  </a:lnTo>
                  <a:lnTo>
                    <a:pt x="3823" y="141"/>
                  </a:lnTo>
                  <a:lnTo>
                    <a:pt x="3823" y="2285"/>
                  </a:lnTo>
                  <a:lnTo>
                    <a:pt x="4802" y="2285"/>
                  </a:lnTo>
                  <a:lnTo>
                    <a:pt x="4802" y="2938"/>
                  </a:lnTo>
                  <a:lnTo>
                    <a:pt x="1679" y="2938"/>
                  </a:lnTo>
                  <a:lnTo>
                    <a:pt x="1679" y="2332"/>
                  </a:lnTo>
                  <a:lnTo>
                    <a:pt x="1958" y="2145"/>
                  </a:lnTo>
                  <a:lnTo>
                    <a:pt x="2191" y="1865"/>
                  </a:lnTo>
                  <a:lnTo>
                    <a:pt x="2378" y="1586"/>
                  </a:lnTo>
                  <a:lnTo>
                    <a:pt x="2378" y="1399"/>
                  </a:lnTo>
                  <a:lnTo>
                    <a:pt x="2424" y="1213"/>
                  </a:lnTo>
                  <a:lnTo>
                    <a:pt x="2378" y="980"/>
                  </a:lnTo>
                  <a:lnTo>
                    <a:pt x="2331" y="747"/>
                  </a:lnTo>
                  <a:lnTo>
                    <a:pt x="2191" y="560"/>
                  </a:lnTo>
                  <a:lnTo>
                    <a:pt x="2052" y="374"/>
                  </a:lnTo>
                  <a:lnTo>
                    <a:pt x="1865" y="234"/>
                  </a:lnTo>
                  <a:lnTo>
                    <a:pt x="1679" y="94"/>
                  </a:lnTo>
                  <a:lnTo>
                    <a:pt x="1446" y="47"/>
                  </a:lnTo>
                  <a:lnTo>
                    <a:pt x="12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3" name="Google Shape;1326;p47"/>
            <p:cNvSpPr>
              <a:spLocks noGrp="1"/>
            </p:cNvSpPr>
            <p:nvPr/>
          </p:nvSpPr>
          <p:spPr>
            <a:xfrm>
              <a:off x="1995" y="3715"/>
              <a:ext cx="151" cy="151"/>
            </a:xfrm>
            <a:custGeom>
              <a:avLst/>
              <a:gdLst/>
              <a:ahLst/>
              <a:cxnLst/>
              <a:rect l="l" t="t" r="r" b="b"/>
              <a:pathLst>
                <a:path w="2892" h="2891">
                  <a:moveTo>
                    <a:pt x="1446" y="0"/>
                  </a:moveTo>
                  <a:lnTo>
                    <a:pt x="1166" y="47"/>
                  </a:lnTo>
                  <a:lnTo>
                    <a:pt x="887" y="94"/>
                  </a:lnTo>
                  <a:lnTo>
                    <a:pt x="654" y="234"/>
                  </a:lnTo>
                  <a:lnTo>
                    <a:pt x="421" y="420"/>
                  </a:lnTo>
                  <a:lnTo>
                    <a:pt x="281" y="653"/>
                  </a:lnTo>
                  <a:lnTo>
                    <a:pt x="141" y="886"/>
                  </a:lnTo>
                  <a:lnTo>
                    <a:pt x="48" y="1166"/>
                  </a:lnTo>
                  <a:lnTo>
                    <a:pt x="1" y="1446"/>
                  </a:lnTo>
                  <a:lnTo>
                    <a:pt x="48" y="1725"/>
                  </a:lnTo>
                  <a:lnTo>
                    <a:pt x="141" y="2005"/>
                  </a:lnTo>
                  <a:lnTo>
                    <a:pt x="281" y="2285"/>
                  </a:lnTo>
                  <a:lnTo>
                    <a:pt x="421" y="2471"/>
                  </a:lnTo>
                  <a:lnTo>
                    <a:pt x="654" y="2657"/>
                  </a:lnTo>
                  <a:lnTo>
                    <a:pt x="887" y="2797"/>
                  </a:lnTo>
                  <a:lnTo>
                    <a:pt x="1166" y="2891"/>
                  </a:lnTo>
                  <a:lnTo>
                    <a:pt x="1772" y="2891"/>
                  </a:lnTo>
                  <a:lnTo>
                    <a:pt x="2005" y="2797"/>
                  </a:lnTo>
                  <a:lnTo>
                    <a:pt x="2285" y="2657"/>
                  </a:lnTo>
                  <a:lnTo>
                    <a:pt x="2472" y="2471"/>
                  </a:lnTo>
                  <a:lnTo>
                    <a:pt x="2658" y="2285"/>
                  </a:lnTo>
                  <a:lnTo>
                    <a:pt x="2798" y="2005"/>
                  </a:lnTo>
                  <a:lnTo>
                    <a:pt x="2891" y="1725"/>
                  </a:lnTo>
                  <a:lnTo>
                    <a:pt x="2891" y="1446"/>
                  </a:lnTo>
                  <a:lnTo>
                    <a:pt x="2891" y="1166"/>
                  </a:lnTo>
                  <a:lnTo>
                    <a:pt x="2798" y="886"/>
                  </a:lnTo>
                  <a:lnTo>
                    <a:pt x="2658" y="653"/>
                  </a:lnTo>
                  <a:lnTo>
                    <a:pt x="2472" y="420"/>
                  </a:lnTo>
                  <a:lnTo>
                    <a:pt x="2285" y="234"/>
                  </a:lnTo>
                  <a:lnTo>
                    <a:pt x="2005" y="94"/>
                  </a:lnTo>
                  <a:lnTo>
                    <a:pt x="1772" y="47"/>
                  </a:lnTo>
                  <a:lnTo>
                    <a:pt x="14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4" name="Google Shape;1327;p47"/>
            <p:cNvSpPr>
              <a:spLocks noGrp="1"/>
            </p:cNvSpPr>
            <p:nvPr/>
          </p:nvSpPr>
          <p:spPr>
            <a:xfrm>
              <a:off x="1720" y="3440"/>
              <a:ext cx="700" cy="194"/>
            </a:xfrm>
            <a:custGeom>
              <a:avLst/>
              <a:gdLst/>
              <a:ahLst/>
              <a:cxnLst/>
              <a:rect l="l" t="t" r="r" b="b"/>
              <a:pathLst>
                <a:path w="13426" h="3730">
                  <a:moveTo>
                    <a:pt x="886" y="0"/>
                  </a:moveTo>
                  <a:lnTo>
                    <a:pt x="886" y="1398"/>
                  </a:lnTo>
                  <a:lnTo>
                    <a:pt x="700" y="1445"/>
                  </a:lnTo>
                  <a:lnTo>
                    <a:pt x="513" y="1538"/>
                  </a:lnTo>
                  <a:lnTo>
                    <a:pt x="373" y="1678"/>
                  </a:lnTo>
                  <a:lnTo>
                    <a:pt x="280" y="1818"/>
                  </a:lnTo>
                  <a:lnTo>
                    <a:pt x="140" y="1958"/>
                  </a:lnTo>
                  <a:lnTo>
                    <a:pt x="94" y="2144"/>
                  </a:lnTo>
                  <a:lnTo>
                    <a:pt x="47" y="2331"/>
                  </a:lnTo>
                  <a:lnTo>
                    <a:pt x="0" y="2517"/>
                  </a:lnTo>
                  <a:lnTo>
                    <a:pt x="47" y="2750"/>
                  </a:lnTo>
                  <a:lnTo>
                    <a:pt x="94" y="2983"/>
                  </a:lnTo>
                  <a:lnTo>
                    <a:pt x="234" y="3216"/>
                  </a:lnTo>
                  <a:lnTo>
                    <a:pt x="373" y="3356"/>
                  </a:lnTo>
                  <a:lnTo>
                    <a:pt x="560" y="3543"/>
                  </a:lnTo>
                  <a:lnTo>
                    <a:pt x="746" y="3636"/>
                  </a:lnTo>
                  <a:lnTo>
                    <a:pt x="979" y="3683"/>
                  </a:lnTo>
                  <a:lnTo>
                    <a:pt x="1212" y="3729"/>
                  </a:lnTo>
                  <a:lnTo>
                    <a:pt x="1446" y="3683"/>
                  </a:lnTo>
                  <a:lnTo>
                    <a:pt x="1679" y="3636"/>
                  </a:lnTo>
                  <a:lnTo>
                    <a:pt x="1865" y="3543"/>
                  </a:lnTo>
                  <a:lnTo>
                    <a:pt x="2052" y="3356"/>
                  </a:lnTo>
                  <a:lnTo>
                    <a:pt x="2191" y="3216"/>
                  </a:lnTo>
                  <a:lnTo>
                    <a:pt x="2331" y="2983"/>
                  </a:lnTo>
                  <a:lnTo>
                    <a:pt x="2378" y="2750"/>
                  </a:lnTo>
                  <a:lnTo>
                    <a:pt x="2424" y="2517"/>
                  </a:lnTo>
                  <a:lnTo>
                    <a:pt x="2378" y="2331"/>
                  </a:lnTo>
                  <a:lnTo>
                    <a:pt x="2378" y="2191"/>
                  </a:lnTo>
                  <a:lnTo>
                    <a:pt x="2191" y="1865"/>
                  </a:lnTo>
                  <a:lnTo>
                    <a:pt x="1958" y="1585"/>
                  </a:lnTo>
                  <a:lnTo>
                    <a:pt x="1679" y="1445"/>
                  </a:lnTo>
                  <a:lnTo>
                    <a:pt x="1679" y="792"/>
                  </a:lnTo>
                  <a:lnTo>
                    <a:pt x="4802" y="792"/>
                  </a:lnTo>
                  <a:lnTo>
                    <a:pt x="4802" y="1445"/>
                  </a:lnTo>
                  <a:lnTo>
                    <a:pt x="3823" y="1445"/>
                  </a:lnTo>
                  <a:lnTo>
                    <a:pt x="3823" y="3589"/>
                  </a:lnTo>
                  <a:lnTo>
                    <a:pt x="4522" y="3310"/>
                  </a:lnTo>
                  <a:lnTo>
                    <a:pt x="5221" y="3123"/>
                  </a:lnTo>
                  <a:lnTo>
                    <a:pt x="5967" y="3030"/>
                  </a:lnTo>
                  <a:lnTo>
                    <a:pt x="6713" y="2983"/>
                  </a:lnTo>
                  <a:lnTo>
                    <a:pt x="7459" y="3030"/>
                  </a:lnTo>
                  <a:lnTo>
                    <a:pt x="8205" y="3123"/>
                  </a:lnTo>
                  <a:lnTo>
                    <a:pt x="8951" y="3310"/>
                  </a:lnTo>
                  <a:lnTo>
                    <a:pt x="9603" y="3589"/>
                  </a:lnTo>
                  <a:lnTo>
                    <a:pt x="9603" y="1445"/>
                  </a:lnTo>
                  <a:lnTo>
                    <a:pt x="8671" y="1445"/>
                  </a:lnTo>
                  <a:lnTo>
                    <a:pt x="8671" y="792"/>
                  </a:lnTo>
                  <a:lnTo>
                    <a:pt x="11794" y="792"/>
                  </a:lnTo>
                  <a:lnTo>
                    <a:pt x="11794" y="1445"/>
                  </a:lnTo>
                  <a:lnTo>
                    <a:pt x="11514" y="1585"/>
                  </a:lnTo>
                  <a:lnTo>
                    <a:pt x="11235" y="1865"/>
                  </a:lnTo>
                  <a:lnTo>
                    <a:pt x="11095" y="2191"/>
                  </a:lnTo>
                  <a:lnTo>
                    <a:pt x="11048" y="2331"/>
                  </a:lnTo>
                  <a:lnTo>
                    <a:pt x="11048" y="2517"/>
                  </a:lnTo>
                  <a:lnTo>
                    <a:pt x="11048" y="2750"/>
                  </a:lnTo>
                  <a:lnTo>
                    <a:pt x="11141" y="2983"/>
                  </a:lnTo>
                  <a:lnTo>
                    <a:pt x="11235" y="3216"/>
                  </a:lnTo>
                  <a:lnTo>
                    <a:pt x="11375" y="3356"/>
                  </a:lnTo>
                  <a:lnTo>
                    <a:pt x="11561" y="3543"/>
                  </a:lnTo>
                  <a:lnTo>
                    <a:pt x="11794" y="3636"/>
                  </a:lnTo>
                  <a:lnTo>
                    <a:pt x="11981" y="3683"/>
                  </a:lnTo>
                  <a:lnTo>
                    <a:pt x="12260" y="3729"/>
                  </a:lnTo>
                  <a:lnTo>
                    <a:pt x="12493" y="3683"/>
                  </a:lnTo>
                  <a:lnTo>
                    <a:pt x="12726" y="3636"/>
                  </a:lnTo>
                  <a:lnTo>
                    <a:pt x="12913" y="3543"/>
                  </a:lnTo>
                  <a:lnTo>
                    <a:pt x="13099" y="3356"/>
                  </a:lnTo>
                  <a:lnTo>
                    <a:pt x="13239" y="3216"/>
                  </a:lnTo>
                  <a:lnTo>
                    <a:pt x="13332" y="2983"/>
                  </a:lnTo>
                  <a:lnTo>
                    <a:pt x="13426" y="2750"/>
                  </a:lnTo>
                  <a:lnTo>
                    <a:pt x="13426" y="2517"/>
                  </a:lnTo>
                  <a:lnTo>
                    <a:pt x="13426" y="2331"/>
                  </a:lnTo>
                  <a:lnTo>
                    <a:pt x="13379" y="2144"/>
                  </a:lnTo>
                  <a:lnTo>
                    <a:pt x="13286" y="1958"/>
                  </a:lnTo>
                  <a:lnTo>
                    <a:pt x="13193" y="1818"/>
                  </a:lnTo>
                  <a:lnTo>
                    <a:pt x="13053" y="1678"/>
                  </a:lnTo>
                  <a:lnTo>
                    <a:pt x="12913" y="1538"/>
                  </a:lnTo>
                  <a:lnTo>
                    <a:pt x="12773" y="1445"/>
                  </a:lnTo>
                  <a:lnTo>
                    <a:pt x="12587" y="1398"/>
                  </a:lnTo>
                  <a:lnTo>
                    <a:pt x="12587" y="0"/>
                  </a:lnTo>
                  <a:lnTo>
                    <a:pt x="7878" y="0"/>
                  </a:lnTo>
                  <a:lnTo>
                    <a:pt x="7878" y="1445"/>
                  </a:lnTo>
                  <a:lnTo>
                    <a:pt x="5594" y="1445"/>
                  </a:lnTo>
                  <a:lnTo>
                    <a:pt x="55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525010" y="3216910"/>
            <a:ext cx="444500" cy="443865"/>
            <a:chOff x="1720" y="5800"/>
            <a:chExt cx="700" cy="699"/>
          </a:xfrm>
        </p:grpSpPr>
        <p:sp>
          <p:nvSpPr>
            <p:cNvPr id="2006" name="Google Shape;1397;p47"/>
            <p:cNvSpPr>
              <a:spLocks noGrp="1"/>
            </p:cNvSpPr>
            <p:nvPr/>
          </p:nvSpPr>
          <p:spPr>
            <a:xfrm>
              <a:off x="2102" y="6053"/>
              <a:ext cx="80" cy="80"/>
            </a:xfrm>
            <a:custGeom>
              <a:avLst/>
              <a:gdLst/>
              <a:ahLst/>
              <a:cxnLst/>
              <a:rect l="l" t="t" r="r" b="b"/>
              <a:pathLst>
                <a:path w="1539" h="1539">
                  <a:moveTo>
                    <a:pt x="560" y="0"/>
                  </a:moveTo>
                  <a:lnTo>
                    <a:pt x="327" y="280"/>
                  </a:lnTo>
                  <a:lnTo>
                    <a:pt x="0" y="513"/>
                  </a:lnTo>
                  <a:lnTo>
                    <a:pt x="933" y="1445"/>
                  </a:lnTo>
                  <a:lnTo>
                    <a:pt x="1026" y="1492"/>
                  </a:lnTo>
                  <a:lnTo>
                    <a:pt x="1166" y="1539"/>
                  </a:lnTo>
                  <a:lnTo>
                    <a:pt x="1306" y="1492"/>
                  </a:lnTo>
                  <a:lnTo>
                    <a:pt x="1446" y="1445"/>
                  </a:lnTo>
                  <a:lnTo>
                    <a:pt x="1539" y="1305"/>
                  </a:lnTo>
                  <a:lnTo>
                    <a:pt x="1539" y="1166"/>
                  </a:lnTo>
                  <a:lnTo>
                    <a:pt x="1539" y="1026"/>
                  </a:lnTo>
                  <a:lnTo>
                    <a:pt x="1446" y="886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7" name="Google Shape;1398;p47"/>
            <p:cNvSpPr>
              <a:spLocks noGrp="1"/>
            </p:cNvSpPr>
            <p:nvPr/>
          </p:nvSpPr>
          <p:spPr>
            <a:xfrm>
              <a:off x="1956" y="5907"/>
              <a:ext cx="156" cy="156"/>
            </a:xfrm>
            <a:custGeom>
              <a:avLst/>
              <a:gdLst/>
              <a:ahLst/>
              <a:cxnLst/>
              <a:rect l="l" t="t" r="r" b="b"/>
              <a:pathLst>
                <a:path w="2984" h="2984">
                  <a:moveTo>
                    <a:pt x="1213" y="0"/>
                  </a:moveTo>
                  <a:lnTo>
                    <a:pt x="933" y="94"/>
                  </a:lnTo>
                  <a:lnTo>
                    <a:pt x="653" y="233"/>
                  </a:lnTo>
                  <a:lnTo>
                    <a:pt x="420" y="420"/>
                  </a:lnTo>
                  <a:lnTo>
                    <a:pt x="234" y="653"/>
                  </a:lnTo>
                  <a:lnTo>
                    <a:pt x="140" y="933"/>
                  </a:lnTo>
                  <a:lnTo>
                    <a:pt x="47" y="1212"/>
                  </a:lnTo>
                  <a:lnTo>
                    <a:pt x="1" y="1492"/>
                  </a:lnTo>
                  <a:lnTo>
                    <a:pt x="47" y="1772"/>
                  </a:lnTo>
                  <a:lnTo>
                    <a:pt x="140" y="2051"/>
                  </a:lnTo>
                  <a:lnTo>
                    <a:pt x="234" y="2285"/>
                  </a:lnTo>
                  <a:lnTo>
                    <a:pt x="420" y="2518"/>
                  </a:lnTo>
                  <a:lnTo>
                    <a:pt x="653" y="2704"/>
                  </a:lnTo>
                  <a:lnTo>
                    <a:pt x="933" y="2844"/>
                  </a:lnTo>
                  <a:lnTo>
                    <a:pt x="1213" y="2937"/>
                  </a:lnTo>
                  <a:lnTo>
                    <a:pt x="1492" y="2984"/>
                  </a:lnTo>
                  <a:lnTo>
                    <a:pt x="1772" y="2937"/>
                  </a:lnTo>
                  <a:lnTo>
                    <a:pt x="2052" y="2844"/>
                  </a:lnTo>
                  <a:lnTo>
                    <a:pt x="2331" y="2704"/>
                  </a:lnTo>
                  <a:lnTo>
                    <a:pt x="2564" y="2518"/>
                  </a:lnTo>
                  <a:lnTo>
                    <a:pt x="2751" y="2285"/>
                  </a:lnTo>
                  <a:lnTo>
                    <a:pt x="2891" y="2051"/>
                  </a:lnTo>
                  <a:lnTo>
                    <a:pt x="2937" y="1772"/>
                  </a:lnTo>
                  <a:lnTo>
                    <a:pt x="2984" y="1492"/>
                  </a:lnTo>
                  <a:lnTo>
                    <a:pt x="2937" y="1212"/>
                  </a:lnTo>
                  <a:lnTo>
                    <a:pt x="2891" y="933"/>
                  </a:lnTo>
                  <a:lnTo>
                    <a:pt x="2751" y="653"/>
                  </a:lnTo>
                  <a:lnTo>
                    <a:pt x="2564" y="420"/>
                  </a:lnTo>
                  <a:lnTo>
                    <a:pt x="2331" y="233"/>
                  </a:lnTo>
                  <a:lnTo>
                    <a:pt x="2052" y="94"/>
                  </a:lnTo>
                  <a:lnTo>
                    <a:pt x="17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8" name="Google Shape;1399;p47"/>
            <p:cNvSpPr>
              <a:spLocks noGrp="1"/>
            </p:cNvSpPr>
            <p:nvPr/>
          </p:nvSpPr>
          <p:spPr>
            <a:xfrm>
              <a:off x="1720" y="6279"/>
              <a:ext cx="700" cy="221"/>
            </a:xfrm>
            <a:custGeom>
              <a:avLst/>
              <a:gdLst/>
              <a:ahLst/>
              <a:cxnLst/>
              <a:rect l="l" t="t" r="r" b="b"/>
              <a:pathLst>
                <a:path w="13426" h="4243">
                  <a:moveTo>
                    <a:pt x="1" y="0"/>
                  </a:moveTo>
                  <a:lnTo>
                    <a:pt x="1" y="1865"/>
                  </a:lnTo>
                  <a:lnTo>
                    <a:pt x="5501" y="1865"/>
                  </a:lnTo>
                  <a:lnTo>
                    <a:pt x="5501" y="2471"/>
                  </a:lnTo>
                  <a:lnTo>
                    <a:pt x="5455" y="2657"/>
                  </a:lnTo>
                  <a:lnTo>
                    <a:pt x="5408" y="2844"/>
                  </a:lnTo>
                  <a:lnTo>
                    <a:pt x="5315" y="3030"/>
                  </a:lnTo>
                  <a:lnTo>
                    <a:pt x="5222" y="3170"/>
                  </a:lnTo>
                  <a:lnTo>
                    <a:pt x="5035" y="3263"/>
                  </a:lnTo>
                  <a:lnTo>
                    <a:pt x="4895" y="3357"/>
                  </a:lnTo>
                  <a:lnTo>
                    <a:pt x="4709" y="3450"/>
                  </a:lnTo>
                  <a:lnTo>
                    <a:pt x="3450" y="3450"/>
                  </a:lnTo>
                  <a:lnTo>
                    <a:pt x="3450" y="4242"/>
                  </a:lnTo>
                  <a:lnTo>
                    <a:pt x="9930" y="4242"/>
                  </a:lnTo>
                  <a:lnTo>
                    <a:pt x="9930" y="3450"/>
                  </a:lnTo>
                  <a:lnTo>
                    <a:pt x="8671" y="3450"/>
                  </a:lnTo>
                  <a:lnTo>
                    <a:pt x="8531" y="3357"/>
                  </a:lnTo>
                  <a:lnTo>
                    <a:pt x="8345" y="3263"/>
                  </a:lnTo>
                  <a:lnTo>
                    <a:pt x="8205" y="3170"/>
                  </a:lnTo>
                  <a:lnTo>
                    <a:pt x="8065" y="3030"/>
                  </a:lnTo>
                  <a:lnTo>
                    <a:pt x="7972" y="2844"/>
                  </a:lnTo>
                  <a:lnTo>
                    <a:pt x="7925" y="2657"/>
                  </a:lnTo>
                  <a:lnTo>
                    <a:pt x="7925" y="2471"/>
                  </a:lnTo>
                  <a:lnTo>
                    <a:pt x="7925" y="1865"/>
                  </a:lnTo>
                  <a:lnTo>
                    <a:pt x="13426" y="1865"/>
                  </a:lnTo>
                  <a:lnTo>
                    <a:pt x="13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9" name="Google Shape;1400;p47"/>
            <p:cNvSpPr>
              <a:spLocks noGrp="1"/>
            </p:cNvSpPr>
            <p:nvPr/>
          </p:nvSpPr>
          <p:spPr>
            <a:xfrm>
              <a:off x="1720" y="5800"/>
              <a:ext cx="700" cy="437"/>
            </a:xfrm>
            <a:custGeom>
              <a:avLst/>
              <a:gdLst/>
              <a:ahLst/>
              <a:cxnLst/>
              <a:rect l="l" t="t" r="r" b="b"/>
              <a:pathLst>
                <a:path w="13426" h="8391">
                  <a:moveTo>
                    <a:pt x="6014" y="1259"/>
                  </a:moveTo>
                  <a:lnTo>
                    <a:pt x="6434" y="1306"/>
                  </a:lnTo>
                  <a:lnTo>
                    <a:pt x="6853" y="1445"/>
                  </a:lnTo>
                  <a:lnTo>
                    <a:pt x="7273" y="1632"/>
                  </a:lnTo>
                  <a:lnTo>
                    <a:pt x="7646" y="1912"/>
                  </a:lnTo>
                  <a:lnTo>
                    <a:pt x="7832" y="2145"/>
                  </a:lnTo>
                  <a:lnTo>
                    <a:pt x="7972" y="2424"/>
                  </a:lnTo>
                  <a:lnTo>
                    <a:pt x="8112" y="2657"/>
                  </a:lnTo>
                  <a:lnTo>
                    <a:pt x="8205" y="2937"/>
                  </a:lnTo>
                  <a:lnTo>
                    <a:pt x="8252" y="3217"/>
                  </a:lnTo>
                  <a:lnTo>
                    <a:pt x="8298" y="3543"/>
                  </a:lnTo>
                  <a:lnTo>
                    <a:pt x="8252" y="3823"/>
                  </a:lnTo>
                  <a:lnTo>
                    <a:pt x="8205" y="4102"/>
                  </a:lnTo>
                  <a:lnTo>
                    <a:pt x="9324" y="5175"/>
                  </a:lnTo>
                  <a:lnTo>
                    <a:pt x="9464" y="5361"/>
                  </a:lnTo>
                  <a:lnTo>
                    <a:pt x="9557" y="5594"/>
                  </a:lnTo>
                  <a:lnTo>
                    <a:pt x="9650" y="5781"/>
                  </a:lnTo>
                  <a:lnTo>
                    <a:pt x="9650" y="6014"/>
                  </a:lnTo>
                  <a:lnTo>
                    <a:pt x="9650" y="6247"/>
                  </a:lnTo>
                  <a:lnTo>
                    <a:pt x="9557" y="6433"/>
                  </a:lnTo>
                  <a:lnTo>
                    <a:pt x="9464" y="6666"/>
                  </a:lnTo>
                  <a:lnTo>
                    <a:pt x="9324" y="6853"/>
                  </a:lnTo>
                  <a:lnTo>
                    <a:pt x="9137" y="6993"/>
                  </a:lnTo>
                  <a:lnTo>
                    <a:pt x="8951" y="7086"/>
                  </a:lnTo>
                  <a:lnTo>
                    <a:pt x="8718" y="7132"/>
                  </a:lnTo>
                  <a:lnTo>
                    <a:pt x="8485" y="7179"/>
                  </a:lnTo>
                  <a:lnTo>
                    <a:pt x="8298" y="7132"/>
                  </a:lnTo>
                  <a:lnTo>
                    <a:pt x="8065" y="7086"/>
                  </a:lnTo>
                  <a:lnTo>
                    <a:pt x="7879" y="6993"/>
                  </a:lnTo>
                  <a:lnTo>
                    <a:pt x="7692" y="6853"/>
                  </a:lnTo>
                  <a:lnTo>
                    <a:pt x="6574" y="5734"/>
                  </a:lnTo>
                  <a:lnTo>
                    <a:pt x="6294" y="5781"/>
                  </a:lnTo>
                  <a:lnTo>
                    <a:pt x="5595" y="5781"/>
                  </a:lnTo>
                  <a:lnTo>
                    <a:pt x="5175" y="5641"/>
                  </a:lnTo>
                  <a:lnTo>
                    <a:pt x="4756" y="5408"/>
                  </a:lnTo>
                  <a:lnTo>
                    <a:pt x="4429" y="5128"/>
                  </a:lnTo>
                  <a:lnTo>
                    <a:pt x="4103" y="4802"/>
                  </a:lnTo>
                  <a:lnTo>
                    <a:pt x="3917" y="4382"/>
                  </a:lnTo>
                  <a:lnTo>
                    <a:pt x="3777" y="3963"/>
                  </a:lnTo>
                  <a:lnTo>
                    <a:pt x="3730" y="3543"/>
                  </a:lnTo>
                  <a:lnTo>
                    <a:pt x="3777" y="3077"/>
                  </a:lnTo>
                  <a:lnTo>
                    <a:pt x="3917" y="2657"/>
                  </a:lnTo>
                  <a:lnTo>
                    <a:pt x="4103" y="2284"/>
                  </a:lnTo>
                  <a:lnTo>
                    <a:pt x="4429" y="1912"/>
                  </a:lnTo>
                  <a:lnTo>
                    <a:pt x="4756" y="1632"/>
                  </a:lnTo>
                  <a:lnTo>
                    <a:pt x="5175" y="1445"/>
                  </a:lnTo>
                  <a:lnTo>
                    <a:pt x="5595" y="1306"/>
                  </a:lnTo>
                  <a:lnTo>
                    <a:pt x="6014" y="1259"/>
                  </a:lnTo>
                  <a:close/>
                  <a:moveTo>
                    <a:pt x="1" y="0"/>
                  </a:moveTo>
                  <a:lnTo>
                    <a:pt x="1" y="8391"/>
                  </a:lnTo>
                  <a:lnTo>
                    <a:pt x="13426" y="8391"/>
                  </a:lnTo>
                  <a:lnTo>
                    <a:pt x="13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217805" y="4453255"/>
            <a:ext cx="507365" cy="507365"/>
            <a:chOff x="1700" y="7900"/>
            <a:chExt cx="799" cy="799"/>
          </a:xfrm>
        </p:grpSpPr>
        <p:sp>
          <p:nvSpPr>
            <p:cNvPr id="2011" name="Google Shape;1422;p47"/>
            <p:cNvSpPr>
              <a:spLocks noGrp="1"/>
            </p:cNvSpPr>
            <p:nvPr/>
          </p:nvSpPr>
          <p:spPr>
            <a:xfrm>
              <a:off x="1700" y="8233"/>
              <a:ext cx="131" cy="131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933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73" y="280"/>
                  </a:lnTo>
                  <a:lnTo>
                    <a:pt x="234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0" y="1026"/>
                  </a:lnTo>
                  <a:lnTo>
                    <a:pt x="47" y="1259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467" y="2004"/>
                  </a:lnTo>
                  <a:lnTo>
                    <a:pt x="653" y="2098"/>
                  </a:lnTo>
                  <a:lnTo>
                    <a:pt x="840" y="2144"/>
                  </a:lnTo>
                  <a:lnTo>
                    <a:pt x="1073" y="2191"/>
                  </a:lnTo>
                  <a:lnTo>
                    <a:pt x="1306" y="2191"/>
                  </a:lnTo>
                  <a:lnTo>
                    <a:pt x="1492" y="2098"/>
                  </a:lnTo>
                  <a:lnTo>
                    <a:pt x="1679" y="2004"/>
                  </a:lnTo>
                  <a:lnTo>
                    <a:pt x="1865" y="1911"/>
                  </a:lnTo>
                  <a:lnTo>
                    <a:pt x="2005" y="1725"/>
                  </a:lnTo>
                  <a:lnTo>
                    <a:pt x="2098" y="1538"/>
                  </a:lnTo>
                  <a:lnTo>
                    <a:pt x="2191" y="1352"/>
                  </a:lnTo>
                  <a:lnTo>
                    <a:pt x="2191" y="1119"/>
                  </a:lnTo>
                  <a:lnTo>
                    <a:pt x="2191" y="932"/>
                  </a:lnTo>
                  <a:lnTo>
                    <a:pt x="2145" y="699"/>
                  </a:lnTo>
                  <a:lnTo>
                    <a:pt x="2052" y="513"/>
                  </a:lnTo>
                  <a:lnTo>
                    <a:pt x="1912" y="326"/>
                  </a:lnTo>
                  <a:lnTo>
                    <a:pt x="1772" y="187"/>
                  </a:lnTo>
                  <a:lnTo>
                    <a:pt x="1585" y="93"/>
                  </a:lnTo>
                  <a:lnTo>
                    <a:pt x="1352" y="47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2" name="Google Shape;1423;p47"/>
            <p:cNvSpPr>
              <a:spLocks noGrp="1"/>
            </p:cNvSpPr>
            <p:nvPr/>
          </p:nvSpPr>
          <p:spPr>
            <a:xfrm>
              <a:off x="2369" y="8233"/>
              <a:ext cx="131" cy="131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886" y="0"/>
                  </a:moveTo>
                  <a:lnTo>
                    <a:pt x="700" y="93"/>
                  </a:lnTo>
                  <a:lnTo>
                    <a:pt x="513" y="187"/>
                  </a:lnTo>
                  <a:lnTo>
                    <a:pt x="327" y="326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86"/>
                  </a:lnTo>
                  <a:lnTo>
                    <a:pt x="1" y="1072"/>
                  </a:lnTo>
                  <a:lnTo>
                    <a:pt x="47" y="1305"/>
                  </a:lnTo>
                  <a:lnTo>
                    <a:pt x="94" y="1538"/>
                  </a:lnTo>
                  <a:lnTo>
                    <a:pt x="187" y="1725"/>
                  </a:lnTo>
                  <a:lnTo>
                    <a:pt x="327" y="1865"/>
                  </a:lnTo>
                  <a:lnTo>
                    <a:pt x="513" y="2004"/>
                  </a:lnTo>
                  <a:lnTo>
                    <a:pt x="700" y="2098"/>
                  </a:lnTo>
                  <a:lnTo>
                    <a:pt x="886" y="2191"/>
                  </a:lnTo>
                  <a:lnTo>
                    <a:pt x="1353" y="2191"/>
                  </a:lnTo>
                  <a:lnTo>
                    <a:pt x="1539" y="2098"/>
                  </a:lnTo>
                  <a:lnTo>
                    <a:pt x="1725" y="2004"/>
                  </a:lnTo>
                  <a:lnTo>
                    <a:pt x="1865" y="1865"/>
                  </a:lnTo>
                  <a:lnTo>
                    <a:pt x="2005" y="1725"/>
                  </a:lnTo>
                  <a:lnTo>
                    <a:pt x="2098" y="1538"/>
                  </a:lnTo>
                  <a:lnTo>
                    <a:pt x="2192" y="1305"/>
                  </a:lnTo>
                  <a:lnTo>
                    <a:pt x="2192" y="1072"/>
                  </a:lnTo>
                  <a:lnTo>
                    <a:pt x="2192" y="886"/>
                  </a:lnTo>
                  <a:lnTo>
                    <a:pt x="2098" y="653"/>
                  </a:lnTo>
                  <a:lnTo>
                    <a:pt x="2005" y="466"/>
                  </a:lnTo>
                  <a:lnTo>
                    <a:pt x="1865" y="326"/>
                  </a:lnTo>
                  <a:lnTo>
                    <a:pt x="1725" y="187"/>
                  </a:lnTo>
                  <a:lnTo>
                    <a:pt x="1539" y="93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3" name="Google Shape;1424;p47"/>
            <p:cNvSpPr>
              <a:spLocks noGrp="1"/>
            </p:cNvSpPr>
            <p:nvPr/>
          </p:nvSpPr>
          <p:spPr>
            <a:xfrm>
              <a:off x="2036" y="7900"/>
              <a:ext cx="131" cy="131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7" y="0"/>
                  </a:moveTo>
                  <a:lnTo>
                    <a:pt x="654" y="47"/>
                  </a:lnTo>
                  <a:lnTo>
                    <a:pt x="467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1" y="839"/>
                  </a:lnTo>
                  <a:lnTo>
                    <a:pt x="1" y="1072"/>
                  </a:lnTo>
                  <a:lnTo>
                    <a:pt x="1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467" y="2005"/>
                  </a:lnTo>
                  <a:lnTo>
                    <a:pt x="654" y="2098"/>
                  </a:lnTo>
                  <a:lnTo>
                    <a:pt x="887" y="2145"/>
                  </a:lnTo>
                  <a:lnTo>
                    <a:pt x="1073" y="2191"/>
                  </a:lnTo>
                  <a:lnTo>
                    <a:pt x="1306" y="2145"/>
                  </a:lnTo>
                  <a:lnTo>
                    <a:pt x="1493" y="2098"/>
                  </a:lnTo>
                  <a:lnTo>
                    <a:pt x="1679" y="2005"/>
                  </a:lnTo>
                  <a:lnTo>
                    <a:pt x="1865" y="1865"/>
                  </a:lnTo>
                  <a:lnTo>
                    <a:pt x="2005" y="1678"/>
                  </a:lnTo>
                  <a:lnTo>
                    <a:pt x="2099" y="1492"/>
                  </a:lnTo>
                  <a:lnTo>
                    <a:pt x="2145" y="1306"/>
                  </a:lnTo>
                  <a:lnTo>
                    <a:pt x="2192" y="1072"/>
                  </a:lnTo>
                  <a:lnTo>
                    <a:pt x="2145" y="839"/>
                  </a:lnTo>
                  <a:lnTo>
                    <a:pt x="2099" y="653"/>
                  </a:lnTo>
                  <a:lnTo>
                    <a:pt x="2005" y="466"/>
                  </a:lnTo>
                  <a:lnTo>
                    <a:pt x="1865" y="280"/>
                  </a:lnTo>
                  <a:lnTo>
                    <a:pt x="1679" y="187"/>
                  </a:lnTo>
                  <a:lnTo>
                    <a:pt x="1493" y="47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4" name="Google Shape;1425;p47"/>
            <p:cNvSpPr>
              <a:spLocks noGrp="1"/>
            </p:cNvSpPr>
            <p:nvPr/>
          </p:nvSpPr>
          <p:spPr>
            <a:xfrm>
              <a:off x="2211" y="8611"/>
              <a:ext cx="114" cy="45"/>
            </a:xfrm>
            <a:custGeom>
              <a:avLst/>
              <a:gdLst/>
              <a:ahLst/>
              <a:cxnLst/>
              <a:rect l="l" t="t" r="r" b="b"/>
              <a:pathLst>
                <a:path w="1912" h="747">
                  <a:moveTo>
                    <a:pt x="1" y="1"/>
                  </a:moveTo>
                  <a:lnTo>
                    <a:pt x="47" y="374"/>
                  </a:lnTo>
                  <a:lnTo>
                    <a:pt x="1" y="746"/>
                  </a:lnTo>
                  <a:lnTo>
                    <a:pt x="1912" y="746"/>
                  </a:lnTo>
                  <a:lnTo>
                    <a:pt x="1865" y="374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5" name="Google Shape;1426;p47"/>
            <p:cNvSpPr>
              <a:spLocks noGrp="1"/>
            </p:cNvSpPr>
            <p:nvPr/>
          </p:nvSpPr>
          <p:spPr>
            <a:xfrm>
              <a:off x="1700" y="8567"/>
              <a:ext cx="131" cy="133"/>
            </a:xfrm>
            <a:custGeom>
              <a:avLst/>
              <a:gdLst/>
              <a:ahLst/>
              <a:cxnLst/>
              <a:rect l="l" t="t" r="r" b="b"/>
              <a:pathLst>
                <a:path w="2192" h="2239">
                  <a:moveTo>
                    <a:pt x="1119" y="1"/>
                  </a:moveTo>
                  <a:lnTo>
                    <a:pt x="886" y="47"/>
                  </a:lnTo>
                  <a:lnTo>
                    <a:pt x="700" y="94"/>
                  </a:lnTo>
                  <a:lnTo>
                    <a:pt x="513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47" y="933"/>
                  </a:lnTo>
                  <a:lnTo>
                    <a:pt x="0" y="1120"/>
                  </a:lnTo>
                  <a:lnTo>
                    <a:pt x="47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513" y="2052"/>
                  </a:lnTo>
                  <a:lnTo>
                    <a:pt x="700" y="2145"/>
                  </a:lnTo>
                  <a:lnTo>
                    <a:pt x="886" y="2192"/>
                  </a:lnTo>
                  <a:lnTo>
                    <a:pt x="1119" y="2238"/>
                  </a:lnTo>
                  <a:lnTo>
                    <a:pt x="1352" y="2192"/>
                  </a:lnTo>
                  <a:lnTo>
                    <a:pt x="1539" y="2145"/>
                  </a:lnTo>
                  <a:lnTo>
                    <a:pt x="1725" y="2052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145" y="1539"/>
                  </a:lnTo>
                  <a:lnTo>
                    <a:pt x="2191" y="1306"/>
                  </a:lnTo>
                  <a:lnTo>
                    <a:pt x="2191" y="1120"/>
                  </a:lnTo>
                  <a:lnTo>
                    <a:pt x="2191" y="886"/>
                  </a:lnTo>
                  <a:lnTo>
                    <a:pt x="2145" y="700"/>
                  </a:lnTo>
                  <a:lnTo>
                    <a:pt x="2052" y="514"/>
                  </a:lnTo>
                  <a:lnTo>
                    <a:pt x="1912" y="374"/>
                  </a:lnTo>
                  <a:lnTo>
                    <a:pt x="1725" y="234"/>
                  </a:lnTo>
                  <a:lnTo>
                    <a:pt x="1539" y="94"/>
                  </a:lnTo>
                  <a:lnTo>
                    <a:pt x="1306" y="47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6" name="Google Shape;1427;p47"/>
            <p:cNvSpPr>
              <a:spLocks noGrp="1"/>
            </p:cNvSpPr>
            <p:nvPr/>
          </p:nvSpPr>
          <p:spPr>
            <a:xfrm>
              <a:off x="1828" y="8358"/>
              <a:ext cx="211" cy="214"/>
            </a:xfrm>
            <a:custGeom>
              <a:avLst/>
              <a:gdLst/>
              <a:ahLst/>
              <a:cxnLst/>
              <a:rect l="l" t="t" r="r" b="b"/>
              <a:pathLst>
                <a:path w="3544" h="3591">
                  <a:moveTo>
                    <a:pt x="2984" y="1"/>
                  </a:moveTo>
                  <a:lnTo>
                    <a:pt x="1" y="3031"/>
                  </a:lnTo>
                  <a:lnTo>
                    <a:pt x="280" y="3264"/>
                  </a:lnTo>
                  <a:lnTo>
                    <a:pt x="560" y="3590"/>
                  </a:lnTo>
                  <a:lnTo>
                    <a:pt x="3544" y="560"/>
                  </a:lnTo>
                  <a:lnTo>
                    <a:pt x="3264" y="327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7" name="Google Shape;1428;p47"/>
            <p:cNvSpPr>
              <a:spLocks noGrp="1"/>
            </p:cNvSpPr>
            <p:nvPr/>
          </p:nvSpPr>
          <p:spPr>
            <a:xfrm>
              <a:off x="2369" y="8567"/>
              <a:ext cx="131" cy="131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1119" y="1"/>
                  </a:moveTo>
                  <a:lnTo>
                    <a:pt x="886" y="47"/>
                  </a:lnTo>
                  <a:lnTo>
                    <a:pt x="700" y="94"/>
                  </a:lnTo>
                  <a:lnTo>
                    <a:pt x="513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47" y="886"/>
                  </a:lnTo>
                  <a:lnTo>
                    <a:pt x="1" y="1120"/>
                  </a:lnTo>
                  <a:lnTo>
                    <a:pt x="47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513" y="2005"/>
                  </a:lnTo>
                  <a:lnTo>
                    <a:pt x="700" y="2145"/>
                  </a:lnTo>
                  <a:lnTo>
                    <a:pt x="886" y="2192"/>
                  </a:lnTo>
                  <a:lnTo>
                    <a:pt x="1353" y="2192"/>
                  </a:lnTo>
                  <a:lnTo>
                    <a:pt x="1539" y="2145"/>
                  </a:lnTo>
                  <a:lnTo>
                    <a:pt x="1725" y="2005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098" y="1539"/>
                  </a:lnTo>
                  <a:lnTo>
                    <a:pt x="2192" y="1353"/>
                  </a:lnTo>
                  <a:lnTo>
                    <a:pt x="2192" y="1120"/>
                  </a:lnTo>
                  <a:lnTo>
                    <a:pt x="2192" y="886"/>
                  </a:lnTo>
                  <a:lnTo>
                    <a:pt x="2098" y="700"/>
                  </a:lnTo>
                  <a:lnTo>
                    <a:pt x="2005" y="514"/>
                  </a:lnTo>
                  <a:lnTo>
                    <a:pt x="1865" y="327"/>
                  </a:lnTo>
                  <a:lnTo>
                    <a:pt x="1725" y="187"/>
                  </a:lnTo>
                  <a:lnTo>
                    <a:pt x="1539" y="94"/>
                  </a:lnTo>
                  <a:lnTo>
                    <a:pt x="1353" y="47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8" name="Google Shape;1429;p47"/>
            <p:cNvSpPr>
              <a:spLocks noGrp="1"/>
            </p:cNvSpPr>
            <p:nvPr/>
          </p:nvSpPr>
          <p:spPr>
            <a:xfrm>
              <a:off x="2036" y="8567"/>
              <a:ext cx="131" cy="131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1073" y="1"/>
                  </a:moveTo>
                  <a:lnTo>
                    <a:pt x="887" y="47"/>
                  </a:lnTo>
                  <a:lnTo>
                    <a:pt x="654" y="94"/>
                  </a:lnTo>
                  <a:lnTo>
                    <a:pt x="467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1" y="886"/>
                  </a:lnTo>
                  <a:lnTo>
                    <a:pt x="1" y="1120"/>
                  </a:lnTo>
                  <a:lnTo>
                    <a:pt x="1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467" y="2005"/>
                  </a:lnTo>
                  <a:lnTo>
                    <a:pt x="654" y="2145"/>
                  </a:lnTo>
                  <a:lnTo>
                    <a:pt x="887" y="2192"/>
                  </a:lnTo>
                  <a:lnTo>
                    <a:pt x="1306" y="2192"/>
                  </a:lnTo>
                  <a:lnTo>
                    <a:pt x="1493" y="2145"/>
                  </a:lnTo>
                  <a:lnTo>
                    <a:pt x="1679" y="2005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099" y="1539"/>
                  </a:lnTo>
                  <a:lnTo>
                    <a:pt x="2145" y="1353"/>
                  </a:lnTo>
                  <a:lnTo>
                    <a:pt x="2192" y="1120"/>
                  </a:lnTo>
                  <a:lnTo>
                    <a:pt x="2145" y="886"/>
                  </a:lnTo>
                  <a:lnTo>
                    <a:pt x="2099" y="700"/>
                  </a:lnTo>
                  <a:lnTo>
                    <a:pt x="2005" y="514"/>
                  </a:lnTo>
                  <a:lnTo>
                    <a:pt x="1865" y="327"/>
                  </a:lnTo>
                  <a:lnTo>
                    <a:pt x="1679" y="187"/>
                  </a:lnTo>
                  <a:lnTo>
                    <a:pt x="1493" y="94"/>
                  </a:lnTo>
                  <a:lnTo>
                    <a:pt x="1306" y="47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9" name="Google Shape;1430;p47"/>
            <p:cNvSpPr>
              <a:spLocks noGrp="1"/>
            </p:cNvSpPr>
            <p:nvPr/>
          </p:nvSpPr>
          <p:spPr>
            <a:xfrm>
              <a:off x="1700" y="7900"/>
              <a:ext cx="131" cy="131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6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0" y="1072"/>
                  </a:lnTo>
                  <a:lnTo>
                    <a:pt x="47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513" y="2005"/>
                  </a:lnTo>
                  <a:lnTo>
                    <a:pt x="700" y="2098"/>
                  </a:lnTo>
                  <a:lnTo>
                    <a:pt x="886" y="2145"/>
                  </a:lnTo>
                  <a:lnTo>
                    <a:pt x="1119" y="2191"/>
                  </a:lnTo>
                  <a:lnTo>
                    <a:pt x="1352" y="2145"/>
                  </a:lnTo>
                  <a:lnTo>
                    <a:pt x="1539" y="2098"/>
                  </a:lnTo>
                  <a:lnTo>
                    <a:pt x="1725" y="2005"/>
                  </a:lnTo>
                  <a:lnTo>
                    <a:pt x="1912" y="1865"/>
                  </a:lnTo>
                  <a:lnTo>
                    <a:pt x="2005" y="1678"/>
                  </a:lnTo>
                  <a:lnTo>
                    <a:pt x="2145" y="1492"/>
                  </a:lnTo>
                  <a:lnTo>
                    <a:pt x="2191" y="1306"/>
                  </a:lnTo>
                  <a:lnTo>
                    <a:pt x="2191" y="1072"/>
                  </a:lnTo>
                  <a:lnTo>
                    <a:pt x="2191" y="839"/>
                  </a:lnTo>
                  <a:lnTo>
                    <a:pt x="2145" y="653"/>
                  </a:lnTo>
                  <a:lnTo>
                    <a:pt x="2005" y="466"/>
                  </a:lnTo>
                  <a:lnTo>
                    <a:pt x="1912" y="280"/>
                  </a:lnTo>
                  <a:lnTo>
                    <a:pt x="1725" y="187"/>
                  </a:lnTo>
                  <a:lnTo>
                    <a:pt x="1539" y="47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0" name="Google Shape;1431;p47"/>
            <p:cNvSpPr>
              <a:spLocks noGrp="1"/>
            </p:cNvSpPr>
            <p:nvPr/>
          </p:nvSpPr>
          <p:spPr>
            <a:xfrm>
              <a:off x="2211" y="7942"/>
              <a:ext cx="114" cy="45"/>
            </a:xfrm>
            <a:custGeom>
              <a:avLst/>
              <a:gdLst/>
              <a:ahLst/>
              <a:cxnLst/>
              <a:rect l="l" t="t" r="r" b="b"/>
              <a:pathLst>
                <a:path w="1912" h="747">
                  <a:moveTo>
                    <a:pt x="1" y="1"/>
                  </a:moveTo>
                  <a:lnTo>
                    <a:pt x="47" y="373"/>
                  </a:lnTo>
                  <a:lnTo>
                    <a:pt x="1" y="746"/>
                  </a:lnTo>
                  <a:lnTo>
                    <a:pt x="1912" y="746"/>
                  </a:lnTo>
                  <a:lnTo>
                    <a:pt x="1865" y="373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1" name="Google Shape;1432;p47"/>
            <p:cNvSpPr>
              <a:spLocks noGrp="1"/>
            </p:cNvSpPr>
            <p:nvPr/>
          </p:nvSpPr>
          <p:spPr>
            <a:xfrm>
              <a:off x="1875" y="7942"/>
              <a:ext cx="117" cy="45"/>
            </a:xfrm>
            <a:custGeom>
              <a:avLst/>
              <a:gdLst/>
              <a:ahLst/>
              <a:cxnLst/>
              <a:rect l="l" t="t" r="r" b="b"/>
              <a:pathLst>
                <a:path w="1959" h="747">
                  <a:moveTo>
                    <a:pt x="0" y="1"/>
                  </a:moveTo>
                  <a:lnTo>
                    <a:pt x="47" y="373"/>
                  </a:lnTo>
                  <a:lnTo>
                    <a:pt x="0" y="746"/>
                  </a:lnTo>
                  <a:lnTo>
                    <a:pt x="1958" y="746"/>
                  </a:lnTo>
                  <a:lnTo>
                    <a:pt x="1911" y="373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2" name="Google Shape;1433;p47"/>
            <p:cNvSpPr>
              <a:spLocks noGrp="1"/>
            </p:cNvSpPr>
            <p:nvPr/>
          </p:nvSpPr>
          <p:spPr>
            <a:xfrm>
              <a:off x="2036" y="8233"/>
              <a:ext cx="131" cy="131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887" y="0"/>
                  </a:moveTo>
                  <a:lnTo>
                    <a:pt x="654" y="93"/>
                  </a:lnTo>
                  <a:lnTo>
                    <a:pt x="467" y="187"/>
                  </a:lnTo>
                  <a:lnTo>
                    <a:pt x="327" y="326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1" y="886"/>
                  </a:lnTo>
                  <a:lnTo>
                    <a:pt x="1" y="1072"/>
                  </a:lnTo>
                  <a:lnTo>
                    <a:pt x="1" y="1305"/>
                  </a:lnTo>
                  <a:lnTo>
                    <a:pt x="94" y="1538"/>
                  </a:lnTo>
                  <a:lnTo>
                    <a:pt x="187" y="1725"/>
                  </a:lnTo>
                  <a:lnTo>
                    <a:pt x="327" y="1865"/>
                  </a:lnTo>
                  <a:lnTo>
                    <a:pt x="467" y="2004"/>
                  </a:lnTo>
                  <a:lnTo>
                    <a:pt x="654" y="2098"/>
                  </a:lnTo>
                  <a:lnTo>
                    <a:pt x="887" y="2191"/>
                  </a:lnTo>
                  <a:lnTo>
                    <a:pt x="1306" y="2191"/>
                  </a:lnTo>
                  <a:lnTo>
                    <a:pt x="1493" y="2098"/>
                  </a:lnTo>
                  <a:lnTo>
                    <a:pt x="1679" y="2004"/>
                  </a:lnTo>
                  <a:lnTo>
                    <a:pt x="1865" y="1865"/>
                  </a:lnTo>
                  <a:lnTo>
                    <a:pt x="2005" y="1725"/>
                  </a:lnTo>
                  <a:lnTo>
                    <a:pt x="2099" y="1538"/>
                  </a:lnTo>
                  <a:lnTo>
                    <a:pt x="2145" y="1305"/>
                  </a:lnTo>
                  <a:lnTo>
                    <a:pt x="2192" y="1072"/>
                  </a:lnTo>
                  <a:lnTo>
                    <a:pt x="2145" y="886"/>
                  </a:lnTo>
                  <a:lnTo>
                    <a:pt x="2099" y="653"/>
                  </a:lnTo>
                  <a:lnTo>
                    <a:pt x="2005" y="466"/>
                  </a:lnTo>
                  <a:lnTo>
                    <a:pt x="1865" y="326"/>
                  </a:lnTo>
                  <a:lnTo>
                    <a:pt x="1679" y="187"/>
                  </a:lnTo>
                  <a:lnTo>
                    <a:pt x="1493" y="93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3" name="Google Shape;1434;p47"/>
            <p:cNvSpPr>
              <a:spLocks noGrp="1"/>
            </p:cNvSpPr>
            <p:nvPr/>
          </p:nvSpPr>
          <p:spPr>
            <a:xfrm>
              <a:off x="1875" y="8611"/>
              <a:ext cx="117" cy="45"/>
            </a:xfrm>
            <a:custGeom>
              <a:avLst/>
              <a:gdLst/>
              <a:ahLst/>
              <a:cxnLst/>
              <a:rect l="l" t="t" r="r" b="b"/>
              <a:pathLst>
                <a:path w="1959" h="747">
                  <a:moveTo>
                    <a:pt x="0" y="1"/>
                  </a:moveTo>
                  <a:lnTo>
                    <a:pt x="47" y="374"/>
                  </a:lnTo>
                  <a:lnTo>
                    <a:pt x="0" y="746"/>
                  </a:lnTo>
                  <a:lnTo>
                    <a:pt x="1958" y="746"/>
                  </a:lnTo>
                  <a:lnTo>
                    <a:pt x="1911" y="374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4" name="Google Shape;1435;p47"/>
            <p:cNvSpPr>
              <a:spLocks noGrp="1"/>
            </p:cNvSpPr>
            <p:nvPr/>
          </p:nvSpPr>
          <p:spPr>
            <a:xfrm>
              <a:off x="2161" y="8025"/>
              <a:ext cx="214" cy="214"/>
            </a:xfrm>
            <a:custGeom>
              <a:avLst/>
              <a:gdLst/>
              <a:ahLst/>
              <a:cxnLst/>
              <a:rect l="l" t="t" r="r" b="b"/>
              <a:pathLst>
                <a:path w="3590" h="3591">
                  <a:moveTo>
                    <a:pt x="3031" y="1"/>
                  </a:moveTo>
                  <a:lnTo>
                    <a:pt x="1" y="3031"/>
                  </a:lnTo>
                  <a:lnTo>
                    <a:pt x="327" y="3264"/>
                  </a:lnTo>
                  <a:lnTo>
                    <a:pt x="560" y="3590"/>
                  </a:lnTo>
                  <a:lnTo>
                    <a:pt x="3590" y="560"/>
                  </a:lnTo>
                  <a:lnTo>
                    <a:pt x="3264" y="327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5" name="Google Shape;1436;p47"/>
            <p:cNvSpPr>
              <a:spLocks noGrp="1"/>
            </p:cNvSpPr>
            <p:nvPr/>
          </p:nvSpPr>
          <p:spPr>
            <a:xfrm>
              <a:off x="2369" y="7900"/>
              <a:ext cx="131" cy="131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6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1" y="1072"/>
                  </a:lnTo>
                  <a:lnTo>
                    <a:pt x="47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513" y="2005"/>
                  </a:lnTo>
                  <a:lnTo>
                    <a:pt x="700" y="2098"/>
                  </a:lnTo>
                  <a:lnTo>
                    <a:pt x="886" y="2145"/>
                  </a:lnTo>
                  <a:lnTo>
                    <a:pt x="1119" y="2191"/>
                  </a:lnTo>
                  <a:lnTo>
                    <a:pt x="1353" y="2145"/>
                  </a:lnTo>
                  <a:lnTo>
                    <a:pt x="1539" y="2098"/>
                  </a:lnTo>
                  <a:lnTo>
                    <a:pt x="1725" y="2005"/>
                  </a:lnTo>
                  <a:lnTo>
                    <a:pt x="1865" y="1865"/>
                  </a:lnTo>
                  <a:lnTo>
                    <a:pt x="2005" y="1678"/>
                  </a:lnTo>
                  <a:lnTo>
                    <a:pt x="2098" y="1492"/>
                  </a:lnTo>
                  <a:lnTo>
                    <a:pt x="2192" y="1306"/>
                  </a:lnTo>
                  <a:lnTo>
                    <a:pt x="2192" y="1072"/>
                  </a:lnTo>
                  <a:lnTo>
                    <a:pt x="2192" y="839"/>
                  </a:lnTo>
                  <a:lnTo>
                    <a:pt x="2098" y="653"/>
                  </a:lnTo>
                  <a:lnTo>
                    <a:pt x="2005" y="466"/>
                  </a:lnTo>
                  <a:lnTo>
                    <a:pt x="1865" y="280"/>
                  </a:lnTo>
                  <a:lnTo>
                    <a:pt x="1725" y="187"/>
                  </a:lnTo>
                  <a:lnTo>
                    <a:pt x="1539" y="47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046" name="肘形连接符 2045"/>
          <p:cNvCxnSpPr/>
          <p:nvPr/>
        </p:nvCxnSpPr>
        <p:spPr>
          <a:xfrm>
            <a:off x="8082000" y="3738880"/>
            <a:ext cx="2260800" cy="12700"/>
          </a:xfrm>
          <a:prstGeom prst="bentConnector2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045" name="肘形连接符 2044"/>
          <p:cNvCxnSpPr>
            <a:endCxn id="2042" idx="0"/>
          </p:cNvCxnSpPr>
          <p:nvPr/>
        </p:nvCxnSpPr>
        <p:spPr>
          <a:xfrm>
            <a:off x="8081645" y="2230755"/>
            <a:ext cx="2259330" cy="60325"/>
          </a:xfrm>
          <a:prstGeom prst="bentConnector2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044" name="肘形连接符 2043"/>
          <p:cNvCxnSpPr>
            <a:stCxn id="2039" idx="3"/>
            <a:endCxn id="2041" idx="1"/>
          </p:cNvCxnSpPr>
          <p:nvPr/>
        </p:nvCxnSpPr>
        <p:spPr>
          <a:xfrm>
            <a:off x="3209925" y="3256280"/>
            <a:ext cx="762000" cy="482600"/>
          </a:xfrm>
          <a:prstGeom prst="bentConnector3">
            <a:avLst>
              <a:gd name="adj1" fmla="val 50000"/>
            </a:avLst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043" name="肘形连接符 2042"/>
          <p:cNvCxnSpPr>
            <a:stCxn id="2039" idx="3"/>
            <a:endCxn id="2040" idx="1"/>
          </p:cNvCxnSpPr>
          <p:nvPr/>
        </p:nvCxnSpPr>
        <p:spPr>
          <a:xfrm flipV="1">
            <a:off x="3209925" y="2227580"/>
            <a:ext cx="762000" cy="1028700"/>
          </a:xfrm>
          <a:prstGeom prst="bentConnector3">
            <a:avLst>
              <a:gd name="adj1" fmla="val 50000"/>
            </a:avLst>
          </a:prstGeom>
          <a:ln w="12383">
            <a:solidFill>
              <a:srgbClr val="D79B7E"/>
            </a:solidFill>
            <a:tailEnd type="arrow" w="sm" len="sm"/>
          </a:ln>
        </p:spPr>
      </p:cxnSp>
      <p:grpSp>
        <p:nvGrpSpPr>
          <p:cNvPr id="4" name="组合 3"/>
          <p:cNvGrpSpPr/>
          <p:nvPr/>
        </p:nvGrpSpPr>
        <p:grpSpPr>
          <a:xfrm>
            <a:off x="4029075" y="2012950"/>
            <a:ext cx="419100" cy="418465"/>
            <a:chOff x="6255" y="1938"/>
            <a:chExt cx="660" cy="659"/>
          </a:xfrm>
        </p:grpSpPr>
        <p:sp>
          <p:nvSpPr>
            <p:cNvPr id="2001" name="Google Shape;1397;p47"/>
            <p:cNvSpPr>
              <a:spLocks noGrp="1"/>
            </p:cNvSpPr>
            <p:nvPr/>
          </p:nvSpPr>
          <p:spPr>
            <a:xfrm>
              <a:off x="6615" y="2176"/>
              <a:ext cx="76" cy="76"/>
            </a:xfrm>
            <a:custGeom>
              <a:avLst/>
              <a:gdLst/>
              <a:ahLst/>
              <a:cxnLst/>
              <a:rect l="l" t="t" r="r" b="b"/>
              <a:pathLst>
                <a:path w="1539" h="1539">
                  <a:moveTo>
                    <a:pt x="560" y="0"/>
                  </a:moveTo>
                  <a:lnTo>
                    <a:pt x="327" y="280"/>
                  </a:lnTo>
                  <a:lnTo>
                    <a:pt x="0" y="513"/>
                  </a:lnTo>
                  <a:lnTo>
                    <a:pt x="933" y="1445"/>
                  </a:lnTo>
                  <a:lnTo>
                    <a:pt x="1026" y="1492"/>
                  </a:lnTo>
                  <a:lnTo>
                    <a:pt x="1166" y="1539"/>
                  </a:lnTo>
                  <a:lnTo>
                    <a:pt x="1306" y="1492"/>
                  </a:lnTo>
                  <a:lnTo>
                    <a:pt x="1446" y="1445"/>
                  </a:lnTo>
                  <a:lnTo>
                    <a:pt x="1539" y="1305"/>
                  </a:lnTo>
                  <a:lnTo>
                    <a:pt x="1539" y="1166"/>
                  </a:lnTo>
                  <a:lnTo>
                    <a:pt x="1539" y="1026"/>
                  </a:lnTo>
                  <a:lnTo>
                    <a:pt x="1446" y="886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02" name="Google Shape;1398;p47"/>
            <p:cNvSpPr>
              <a:spLocks noGrp="1"/>
            </p:cNvSpPr>
            <p:nvPr/>
          </p:nvSpPr>
          <p:spPr>
            <a:xfrm>
              <a:off x="6477" y="2039"/>
              <a:ext cx="147" cy="147"/>
            </a:xfrm>
            <a:custGeom>
              <a:avLst/>
              <a:gdLst/>
              <a:ahLst/>
              <a:cxnLst/>
              <a:rect l="l" t="t" r="r" b="b"/>
              <a:pathLst>
                <a:path w="2984" h="2984">
                  <a:moveTo>
                    <a:pt x="1213" y="0"/>
                  </a:moveTo>
                  <a:lnTo>
                    <a:pt x="933" y="94"/>
                  </a:lnTo>
                  <a:lnTo>
                    <a:pt x="653" y="233"/>
                  </a:lnTo>
                  <a:lnTo>
                    <a:pt x="420" y="420"/>
                  </a:lnTo>
                  <a:lnTo>
                    <a:pt x="234" y="653"/>
                  </a:lnTo>
                  <a:lnTo>
                    <a:pt x="140" y="933"/>
                  </a:lnTo>
                  <a:lnTo>
                    <a:pt x="47" y="1212"/>
                  </a:lnTo>
                  <a:lnTo>
                    <a:pt x="1" y="1492"/>
                  </a:lnTo>
                  <a:lnTo>
                    <a:pt x="47" y="1772"/>
                  </a:lnTo>
                  <a:lnTo>
                    <a:pt x="140" y="2051"/>
                  </a:lnTo>
                  <a:lnTo>
                    <a:pt x="234" y="2285"/>
                  </a:lnTo>
                  <a:lnTo>
                    <a:pt x="420" y="2518"/>
                  </a:lnTo>
                  <a:lnTo>
                    <a:pt x="653" y="2704"/>
                  </a:lnTo>
                  <a:lnTo>
                    <a:pt x="933" y="2844"/>
                  </a:lnTo>
                  <a:lnTo>
                    <a:pt x="1213" y="2937"/>
                  </a:lnTo>
                  <a:lnTo>
                    <a:pt x="1492" y="2984"/>
                  </a:lnTo>
                  <a:lnTo>
                    <a:pt x="1772" y="2937"/>
                  </a:lnTo>
                  <a:lnTo>
                    <a:pt x="2052" y="2844"/>
                  </a:lnTo>
                  <a:lnTo>
                    <a:pt x="2331" y="2704"/>
                  </a:lnTo>
                  <a:lnTo>
                    <a:pt x="2564" y="2518"/>
                  </a:lnTo>
                  <a:lnTo>
                    <a:pt x="2751" y="2285"/>
                  </a:lnTo>
                  <a:lnTo>
                    <a:pt x="2891" y="2051"/>
                  </a:lnTo>
                  <a:lnTo>
                    <a:pt x="2937" y="1772"/>
                  </a:lnTo>
                  <a:lnTo>
                    <a:pt x="2984" y="1492"/>
                  </a:lnTo>
                  <a:lnTo>
                    <a:pt x="2937" y="1212"/>
                  </a:lnTo>
                  <a:lnTo>
                    <a:pt x="2891" y="933"/>
                  </a:lnTo>
                  <a:lnTo>
                    <a:pt x="2751" y="653"/>
                  </a:lnTo>
                  <a:lnTo>
                    <a:pt x="2564" y="420"/>
                  </a:lnTo>
                  <a:lnTo>
                    <a:pt x="2331" y="233"/>
                  </a:lnTo>
                  <a:lnTo>
                    <a:pt x="2052" y="94"/>
                  </a:lnTo>
                  <a:lnTo>
                    <a:pt x="17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03" name="Google Shape;1399;p47"/>
            <p:cNvSpPr>
              <a:spLocks noGrp="1"/>
            </p:cNvSpPr>
            <p:nvPr/>
          </p:nvSpPr>
          <p:spPr>
            <a:xfrm>
              <a:off x="6255" y="2389"/>
              <a:ext cx="660" cy="209"/>
            </a:xfrm>
            <a:custGeom>
              <a:avLst/>
              <a:gdLst/>
              <a:ahLst/>
              <a:cxnLst/>
              <a:rect l="l" t="t" r="r" b="b"/>
              <a:pathLst>
                <a:path w="13426" h="4243">
                  <a:moveTo>
                    <a:pt x="1" y="0"/>
                  </a:moveTo>
                  <a:lnTo>
                    <a:pt x="1" y="1865"/>
                  </a:lnTo>
                  <a:lnTo>
                    <a:pt x="5501" y="1865"/>
                  </a:lnTo>
                  <a:lnTo>
                    <a:pt x="5501" y="2471"/>
                  </a:lnTo>
                  <a:lnTo>
                    <a:pt x="5455" y="2657"/>
                  </a:lnTo>
                  <a:lnTo>
                    <a:pt x="5408" y="2844"/>
                  </a:lnTo>
                  <a:lnTo>
                    <a:pt x="5315" y="3030"/>
                  </a:lnTo>
                  <a:lnTo>
                    <a:pt x="5222" y="3170"/>
                  </a:lnTo>
                  <a:lnTo>
                    <a:pt x="5035" y="3263"/>
                  </a:lnTo>
                  <a:lnTo>
                    <a:pt x="4895" y="3357"/>
                  </a:lnTo>
                  <a:lnTo>
                    <a:pt x="4709" y="3450"/>
                  </a:lnTo>
                  <a:lnTo>
                    <a:pt x="3450" y="3450"/>
                  </a:lnTo>
                  <a:lnTo>
                    <a:pt x="3450" y="4242"/>
                  </a:lnTo>
                  <a:lnTo>
                    <a:pt x="9930" y="4242"/>
                  </a:lnTo>
                  <a:lnTo>
                    <a:pt x="9930" y="3450"/>
                  </a:lnTo>
                  <a:lnTo>
                    <a:pt x="8671" y="3450"/>
                  </a:lnTo>
                  <a:lnTo>
                    <a:pt x="8531" y="3357"/>
                  </a:lnTo>
                  <a:lnTo>
                    <a:pt x="8345" y="3263"/>
                  </a:lnTo>
                  <a:lnTo>
                    <a:pt x="8205" y="3170"/>
                  </a:lnTo>
                  <a:lnTo>
                    <a:pt x="8065" y="3030"/>
                  </a:lnTo>
                  <a:lnTo>
                    <a:pt x="7972" y="2844"/>
                  </a:lnTo>
                  <a:lnTo>
                    <a:pt x="7925" y="2657"/>
                  </a:lnTo>
                  <a:lnTo>
                    <a:pt x="7925" y="2471"/>
                  </a:lnTo>
                  <a:lnTo>
                    <a:pt x="7925" y="1865"/>
                  </a:lnTo>
                  <a:lnTo>
                    <a:pt x="13426" y="1865"/>
                  </a:lnTo>
                  <a:lnTo>
                    <a:pt x="13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04" name="Google Shape;1400;p47"/>
            <p:cNvSpPr>
              <a:spLocks noGrp="1"/>
            </p:cNvSpPr>
            <p:nvPr/>
          </p:nvSpPr>
          <p:spPr>
            <a:xfrm>
              <a:off x="6255" y="1938"/>
              <a:ext cx="660" cy="412"/>
            </a:xfrm>
            <a:custGeom>
              <a:avLst/>
              <a:gdLst/>
              <a:ahLst/>
              <a:cxnLst/>
              <a:rect l="l" t="t" r="r" b="b"/>
              <a:pathLst>
                <a:path w="13426" h="8391">
                  <a:moveTo>
                    <a:pt x="6014" y="1259"/>
                  </a:moveTo>
                  <a:lnTo>
                    <a:pt x="6434" y="1306"/>
                  </a:lnTo>
                  <a:lnTo>
                    <a:pt x="6853" y="1445"/>
                  </a:lnTo>
                  <a:lnTo>
                    <a:pt x="7273" y="1632"/>
                  </a:lnTo>
                  <a:lnTo>
                    <a:pt x="7646" y="1912"/>
                  </a:lnTo>
                  <a:lnTo>
                    <a:pt x="7832" y="2145"/>
                  </a:lnTo>
                  <a:lnTo>
                    <a:pt x="7972" y="2424"/>
                  </a:lnTo>
                  <a:lnTo>
                    <a:pt x="8112" y="2657"/>
                  </a:lnTo>
                  <a:lnTo>
                    <a:pt x="8205" y="2937"/>
                  </a:lnTo>
                  <a:lnTo>
                    <a:pt x="8252" y="3217"/>
                  </a:lnTo>
                  <a:lnTo>
                    <a:pt x="8298" y="3543"/>
                  </a:lnTo>
                  <a:lnTo>
                    <a:pt x="8252" y="3823"/>
                  </a:lnTo>
                  <a:lnTo>
                    <a:pt x="8205" y="4102"/>
                  </a:lnTo>
                  <a:lnTo>
                    <a:pt x="9324" y="5175"/>
                  </a:lnTo>
                  <a:lnTo>
                    <a:pt x="9464" y="5361"/>
                  </a:lnTo>
                  <a:lnTo>
                    <a:pt x="9557" y="5594"/>
                  </a:lnTo>
                  <a:lnTo>
                    <a:pt x="9650" y="5781"/>
                  </a:lnTo>
                  <a:lnTo>
                    <a:pt x="9650" y="6014"/>
                  </a:lnTo>
                  <a:lnTo>
                    <a:pt x="9650" y="6247"/>
                  </a:lnTo>
                  <a:lnTo>
                    <a:pt x="9557" y="6433"/>
                  </a:lnTo>
                  <a:lnTo>
                    <a:pt x="9464" y="6666"/>
                  </a:lnTo>
                  <a:lnTo>
                    <a:pt x="9324" y="6853"/>
                  </a:lnTo>
                  <a:lnTo>
                    <a:pt x="9137" y="6993"/>
                  </a:lnTo>
                  <a:lnTo>
                    <a:pt x="8951" y="7086"/>
                  </a:lnTo>
                  <a:lnTo>
                    <a:pt x="8718" y="7132"/>
                  </a:lnTo>
                  <a:lnTo>
                    <a:pt x="8485" y="7179"/>
                  </a:lnTo>
                  <a:lnTo>
                    <a:pt x="8298" y="7132"/>
                  </a:lnTo>
                  <a:lnTo>
                    <a:pt x="8065" y="7086"/>
                  </a:lnTo>
                  <a:lnTo>
                    <a:pt x="7879" y="6993"/>
                  </a:lnTo>
                  <a:lnTo>
                    <a:pt x="7692" y="6853"/>
                  </a:lnTo>
                  <a:lnTo>
                    <a:pt x="6574" y="5734"/>
                  </a:lnTo>
                  <a:lnTo>
                    <a:pt x="6294" y="5781"/>
                  </a:lnTo>
                  <a:lnTo>
                    <a:pt x="5595" y="5781"/>
                  </a:lnTo>
                  <a:lnTo>
                    <a:pt x="5175" y="5641"/>
                  </a:lnTo>
                  <a:lnTo>
                    <a:pt x="4756" y="5408"/>
                  </a:lnTo>
                  <a:lnTo>
                    <a:pt x="4429" y="5128"/>
                  </a:lnTo>
                  <a:lnTo>
                    <a:pt x="4103" y="4802"/>
                  </a:lnTo>
                  <a:lnTo>
                    <a:pt x="3917" y="4382"/>
                  </a:lnTo>
                  <a:lnTo>
                    <a:pt x="3777" y="3963"/>
                  </a:lnTo>
                  <a:lnTo>
                    <a:pt x="3730" y="3543"/>
                  </a:lnTo>
                  <a:lnTo>
                    <a:pt x="3777" y="3077"/>
                  </a:lnTo>
                  <a:lnTo>
                    <a:pt x="3917" y="2657"/>
                  </a:lnTo>
                  <a:lnTo>
                    <a:pt x="4103" y="2284"/>
                  </a:lnTo>
                  <a:lnTo>
                    <a:pt x="4429" y="1912"/>
                  </a:lnTo>
                  <a:lnTo>
                    <a:pt x="4756" y="1632"/>
                  </a:lnTo>
                  <a:lnTo>
                    <a:pt x="5175" y="1445"/>
                  </a:lnTo>
                  <a:lnTo>
                    <a:pt x="5595" y="1306"/>
                  </a:lnTo>
                  <a:lnTo>
                    <a:pt x="6014" y="1259"/>
                  </a:lnTo>
                  <a:close/>
                  <a:moveTo>
                    <a:pt x="1" y="0"/>
                  </a:moveTo>
                  <a:lnTo>
                    <a:pt x="1" y="8391"/>
                  </a:lnTo>
                  <a:lnTo>
                    <a:pt x="13426" y="8391"/>
                  </a:lnTo>
                  <a:lnTo>
                    <a:pt x="134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" name="圆角矩形 8"/>
          <p:cNvSpPr/>
          <p:nvPr/>
        </p:nvSpPr>
        <p:spPr>
          <a:xfrm>
            <a:off x="4534535" y="4888865"/>
            <a:ext cx="3396615" cy="1134745"/>
          </a:xfrm>
          <a:prstGeom prst="roundRect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509270" y="4888865"/>
            <a:ext cx="3691255" cy="1134745"/>
          </a:xfrm>
          <a:prstGeom prst="roundRect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05" name="Google Shape;1530;p47"/>
          <p:cNvSpPr>
            <a:spLocks noGrp="1"/>
          </p:cNvSpPr>
          <p:nvPr/>
        </p:nvSpPr>
        <p:spPr>
          <a:xfrm>
            <a:off x="4029075" y="351282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13426" h="13426">
                <a:moveTo>
                  <a:pt x="3590" y="1"/>
                </a:moveTo>
                <a:lnTo>
                  <a:pt x="3590" y="3497"/>
                </a:lnTo>
                <a:lnTo>
                  <a:pt x="6294" y="3497"/>
                </a:lnTo>
                <a:lnTo>
                  <a:pt x="6294" y="5408"/>
                </a:lnTo>
                <a:lnTo>
                  <a:pt x="4616" y="7086"/>
                </a:lnTo>
                <a:lnTo>
                  <a:pt x="1353" y="7086"/>
                </a:lnTo>
                <a:lnTo>
                  <a:pt x="1353" y="9930"/>
                </a:lnTo>
                <a:lnTo>
                  <a:pt x="1" y="9930"/>
                </a:lnTo>
                <a:lnTo>
                  <a:pt x="1" y="13426"/>
                </a:lnTo>
                <a:lnTo>
                  <a:pt x="3497" y="13426"/>
                </a:lnTo>
                <a:lnTo>
                  <a:pt x="3497" y="9930"/>
                </a:lnTo>
                <a:lnTo>
                  <a:pt x="2145" y="9930"/>
                </a:lnTo>
                <a:lnTo>
                  <a:pt x="2145" y="7879"/>
                </a:lnTo>
                <a:lnTo>
                  <a:pt x="4616" y="7879"/>
                </a:lnTo>
                <a:lnTo>
                  <a:pt x="6713" y="9977"/>
                </a:lnTo>
                <a:lnTo>
                  <a:pt x="8764" y="7879"/>
                </a:lnTo>
                <a:lnTo>
                  <a:pt x="11282" y="7879"/>
                </a:lnTo>
                <a:lnTo>
                  <a:pt x="11282" y="9977"/>
                </a:lnTo>
                <a:lnTo>
                  <a:pt x="11002" y="10070"/>
                </a:lnTo>
                <a:lnTo>
                  <a:pt x="10722" y="10210"/>
                </a:lnTo>
                <a:lnTo>
                  <a:pt x="10489" y="10349"/>
                </a:lnTo>
                <a:lnTo>
                  <a:pt x="10303" y="10583"/>
                </a:lnTo>
                <a:lnTo>
                  <a:pt x="10163" y="10816"/>
                </a:lnTo>
                <a:lnTo>
                  <a:pt x="10023" y="11095"/>
                </a:lnTo>
                <a:lnTo>
                  <a:pt x="9930" y="11375"/>
                </a:lnTo>
                <a:lnTo>
                  <a:pt x="9930" y="11655"/>
                </a:lnTo>
                <a:lnTo>
                  <a:pt x="9976" y="12028"/>
                </a:lnTo>
                <a:lnTo>
                  <a:pt x="10070" y="12354"/>
                </a:lnTo>
                <a:lnTo>
                  <a:pt x="10209" y="12634"/>
                </a:lnTo>
                <a:lnTo>
                  <a:pt x="10443" y="12913"/>
                </a:lnTo>
                <a:lnTo>
                  <a:pt x="10676" y="13100"/>
                </a:lnTo>
                <a:lnTo>
                  <a:pt x="11002" y="13286"/>
                </a:lnTo>
                <a:lnTo>
                  <a:pt x="11328" y="13379"/>
                </a:lnTo>
                <a:lnTo>
                  <a:pt x="11655" y="13426"/>
                </a:lnTo>
                <a:lnTo>
                  <a:pt x="12027" y="13379"/>
                </a:lnTo>
                <a:lnTo>
                  <a:pt x="12354" y="13286"/>
                </a:lnTo>
                <a:lnTo>
                  <a:pt x="12633" y="13100"/>
                </a:lnTo>
                <a:lnTo>
                  <a:pt x="12913" y="12913"/>
                </a:lnTo>
                <a:lnTo>
                  <a:pt x="13100" y="12634"/>
                </a:lnTo>
                <a:lnTo>
                  <a:pt x="13286" y="12354"/>
                </a:lnTo>
                <a:lnTo>
                  <a:pt x="13379" y="12028"/>
                </a:lnTo>
                <a:lnTo>
                  <a:pt x="13426" y="11655"/>
                </a:lnTo>
                <a:lnTo>
                  <a:pt x="13379" y="11375"/>
                </a:lnTo>
                <a:lnTo>
                  <a:pt x="13333" y="11095"/>
                </a:lnTo>
                <a:lnTo>
                  <a:pt x="13193" y="10816"/>
                </a:lnTo>
                <a:lnTo>
                  <a:pt x="13006" y="10583"/>
                </a:lnTo>
                <a:lnTo>
                  <a:pt x="12820" y="10349"/>
                </a:lnTo>
                <a:lnTo>
                  <a:pt x="12587" y="10210"/>
                </a:lnTo>
                <a:lnTo>
                  <a:pt x="12354" y="10070"/>
                </a:lnTo>
                <a:lnTo>
                  <a:pt x="12074" y="9977"/>
                </a:lnTo>
                <a:lnTo>
                  <a:pt x="12074" y="7086"/>
                </a:lnTo>
                <a:lnTo>
                  <a:pt x="8764" y="7086"/>
                </a:lnTo>
                <a:lnTo>
                  <a:pt x="7086" y="5408"/>
                </a:lnTo>
                <a:lnTo>
                  <a:pt x="7086" y="3497"/>
                </a:lnTo>
                <a:lnTo>
                  <a:pt x="9790" y="3497"/>
                </a:lnTo>
                <a:lnTo>
                  <a:pt x="979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211820" y="4888230"/>
            <a:ext cx="3048000" cy="1134745"/>
          </a:xfrm>
          <a:prstGeom prst="roundRect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5052695" y="4979670"/>
            <a:ext cx="368300" cy="368300"/>
            <a:chOff x="8055" y="6078"/>
            <a:chExt cx="580" cy="580"/>
          </a:xfrm>
        </p:grpSpPr>
        <p:sp>
          <p:nvSpPr>
            <p:cNvPr id="2007" name="Google Shape;1512;p47"/>
            <p:cNvSpPr>
              <a:spLocks noGrp="1"/>
            </p:cNvSpPr>
            <p:nvPr/>
          </p:nvSpPr>
          <p:spPr>
            <a:xfrm>
              <a:off x="8055" y="6078"/>
              <a:ext cx="473" cy="473"/>
            </a:xfrm>
            <a:custGeom>
              <a:avLst/>
              <a:gdLst/>
              <a:ahLst/>
              <a:cxnLst/>
              <a:rect l="l" t="t" r="r" b="b"/>
              <a:pathLst>
                <a:path w="10955" h="10956">
                  <a:moveTo>
                    <a:pt x="1119" y="1"/>
                  </a:moveTo>
                  <a:lnTo>
                    <a:pt x="0" y="1120"/>
                  </a:lnTo>
                  <a:lnTo>
                    <a:pt x="1585" y="3078"/>
                  </a:lnTo>
                  <a:lnTo>
                    <a:pt x="2051" y="2611"/>
                  </a:lnTo>
                  <a:lnTo>
                    <a:pt x="8251" y="8811"/>
                  </a:lnTo>
                  <a:lnTo>
                    <a:pt x="7365" y="9697"/>
                  </a:lnTo>
                  <a:lnTo>
                    <a:pt x="8624" y="10955"/>
                  </a:lnTo>
                  <a:lnTo>
                    <a:pt x="10955" y="8625"/>
                  </a:lnTo>
                  <a:lnTo>
                    <a:pt x="9696" y="7366"/>
                  </a:lnTo>
                  <a:lnTo>
                    <a:pt x="8810" y="8252"/>
                  </a:lnTo>
                  <a:lnTo>
                    <a:pt x="2610" y="2052"/>
                  </a:lnTo>
                  <a:lnTo>
                    <a:pt x="3077" y="1586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08" name="Google Shape;1513;p47"/>
            <p:cNvSpPr>
              <a:spLocks noGrp="1"/>
            </p:cNvSpPr>
            <p:nvPr/>
          </p:nvSpPr>
          <p:spPr>
            <a:xfrm>
              <a:off x="8452" y="6475"/>
              <a:ext cx="183" cy="183"/>
            </a:xfrm>
            <a:custGeom>
              <a:avLst/>
              <a:gdLst/>
              <a:ahLst/>
              <a:cxnLst/>
              <a:rect l="l" t="t" r="r" b="b"/>
              <a:pathLst>
                <a:path w="4243" h="4242">
                  <a:moveTo>
                    <a:pt x="2331" y="0"/>
                  </a:moveTo>
                  <a:lnTo>
                    <a:pt x="0" y="2331"/>
                  </a:lnTo>
                  <a:lnTo>
                    <a:pt x="1399" y="3729"/>
                  </a:lnTo>
                  <a:lnTo>
                    <a:pt x="1678" y="3962"/>
                  </a:lnTo>
                  <a:lnTo>
                    <a:pt x="1958" y="4102"/>
                  </a:lnTo>
                  <a:lnTo>
                    <a:pt x="2238" y="4195"/>
                  </a:lnTo>
                  <a:lnTo>
                    <a:pt x="2564" y="4242"/>
                  </a:lnTo>
                  <a:lnTo>
                    <a:pt x="2890" y="4195"/>
                  </a:lnTo>
                  <a:lnTo>
                    <a:pt x="3217" y="4102"/>
                  </a:lnTo>
                  <a:lnTo>
                    <a:pt x="3496" y="3962"/>
                  </a:lnTo>
                  <a:lnTo>
                    <a:pt x="3776" y="3729"/>
                  </a:lnTo>
                  <a:lnTo>
                    <a:pt x="3962" y="3496"/>
                  </a:lnTo>
                  <a:lnTo>
                    <a:pt x="4102" y="3216"/>
                  </a:lnTo>
                  <a:lnTo>
                    <a:pt x="4196" y="2890"/>
                  </a:lnTo>
                  <a:lnTo>
                    <a:pt x="4242" y="2564"/>
                  </a:lnTo>
                  <a:lnTo>
                    <a:pt x="4196" y="2284"/>
                  </a:lnTo>
                  <a:lnTo>
                    <a:pt x="4102" y="1958"/>
                  </a:lnTo>
                  <a:lnTo>
                    <a:pt x="3962" y="1678"/>
                  </a:lnTo>
                  <a:lnTo>
                    <a:pt x="3776" y="1399"/>
                  </a:lnTo>
                  <a:lnTo>
                    <a:pt x="23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09" name="Google Shape;1514;p47"/>
            <p:cNvSpPr>
              <a:spLocks noGrp="1"/>
            </p:cNvSpPr>
            <p:nvPr/>
          </p:nvSpPr>
          <p:spPr>
            <a:xfrm>
              <a:off x="8055" y="6364"/>
              <a:ext cx="294" cy="294"/>
            </a:xfrm>
            <a:custGeom>
              <a:avLst/>
              <a:gdLst/>
              <a:ahLst/>
              <a:cxnLst/>
              <a:rect l="l" t="t" r="r" b="b"/>
              <a:pathLst>
                <a:path w="6806" h="6806">
                  <a:moveTo>
                    <a:pt x="2983" y="3123"/>
                  </a:moveTo>
                  <a:lnTo>
                    <a:pt x="3123" y="3170"/>
                  </a:lnTo>
                  <a:lnTo>
                    <a:pt x="3310" y="3263"/>
                  </a:lnTo>
                  <a:lnTo>
                    <a:pt x="3450" y="3357"/>
                  </a:lnTo>
                  <a:lnTo>
                    <a:pt x="3543" y="3496"/>
                  </a:lnTo>
                  <a:lnTo>
                    <a:pt x="3636" y="3683"/>
                  </a:lnTo>
                  <a:lnTo>
                    <a:pt x="3683" y="3823"/>
                  </a:lnTo>
                  <a:lnTo>
                    <a:pt x="3683" y="4009"/>
                  </a:lnTo>
                  <a:lnTo>
                    <a:pt x="3683" y="4196"/>
                  </a:lnTo>
                  <a:lnTo>
                    <a:pt x="3636" y="4335"/>
                  </a:lnTo>
                  <a:lnTo>
                    <a:pt x="3543" y="4522"/>
                  </a:lnTo>
                  <a:lnTo>
                    <a:pt x="3450" y="4662"/>
                  </a:lnTo>
                  <a:lnTo>
                    <a:pt x="3310" y="4755"/>
                  </a:lnTo>
                  <a:lnTo>
                    <a:pt x="3123" y="4848"/>
                  </a:lnTo>
                  <a:lnTo>
                    <a:pt x="2983" y="4895"/>
                  </a:lnTo>
                  <a:lnTo>
                    <a:pt x="2610" y="4895"/>
                  </a:lnTo>
                  <a:lnTo>
                    <a:pt x="2471" y="4848"/>
                  </a:lnTo>
                  <a:lnTo>
                    <a:pt x="2284" y="4755"/>
                  </a:lnTo>
                  <a:lnTo>
                    <a:pt x="2144" y="4662"/>
                  </a:lnTo>
                  <a:lnTo>
                    <a:pt x="2051" y="4522"/>
                  </a:lnTo>
                  <a:lnTo>
                    <a:pt x="1958" y="4335"/>
                  </a:lnTo>
                  <a:lnTo>
                    <a:pt x="1911" y="4196"/>
                  </a:lnTo>
                  <a:lnTo>
                    <a:pt x="1911" y="4009"/>
                  </a:lnTo>
                  <a:lnTo>
                    <a:pt x="1911" y="3823"/>
                  </a:lnTo>
                  <a:lnTo>
                    <a:pt x="1958" y="3683"/>
                  </a:lnTo>
                  <a:lnTo>
                    <a:pt x="2051" y="3496"/>
                  </a:lnTo>
                  <a:lnTo>
                    <a:pt x="2144" y="3357"/>
                  </a:lnTo>
                  <a:lnTo>
                    <a:pt x="2284" y="3263"/>
                  </a:lnTo>
                  <a:lnTo>
                    <a:pt x="2471" y="3170"/>
                  </a:lnTo>
                  <a:lnTo>
                    <a:pt x="2610" y="3123"/>
                  </a:lnTo>
                  <a:close/>
                  <a:moveTo>
                    <a:pt x="4941" y="0"/>
                  </a:moveTo>
                  <a:lnTo>
                    <a:pt x="3636" y="1352"/>
                  </a:lnTo>
                  <a:lnTo>
                    <a:pt x="3263" y="1259"/>
                  </a:lnTo>
                  <a:lnTo>
                    <a:pt x="2890" y="1212"/>
                  </a:lnTo>
                  <a:lnTo>
                    <a:pt x="2517" y="1259"/>
                  </a:lnTo>
                  <a:lnTo>
                    <a:pt x="2144" y="1305"/>
                  </a:lnTo>
                  <a:lnTo>
                    <a:pt x="1771" y="1399"/>
                  </a:lnTo>
                  <a:lnTo>
                    <a:pt x="1445" y="1585"/>
                  </a:lnTo>
                  <a:lnTo>
                    <a:pt x="1119" y="1772"/>
                  </a:lnTo>
                  <a:lnTo>
                    <a:pt x="839" y="2051"/>
                  </a:lnTo>
                  <a:lnTo>
                    <a:pt x="466" y="2471"/>
                  </a:lnTo>
                  <a:lnTo>
                    <a:pt x="233" y="2937"/>
                  </a:lnTo>
                  <a:lnTo>
                    <a:pt x="47" y="3450"/>
                  </a:lnTo>
                  <a:lnTo>
                    <a:pt x="0" y="4009"/>
                  </a:lnTo>
                  <a:lnTo>
                    <a:pt x="47" y="4569"/>
                  </a:lnTo>
                  <a:lnTo>
                    <a:pt x="233" y="5081"/>
                  </a:lnTo>
                  <a:lnTo>
                    <a:pt x="466" y="5547"/>
                  </a:lnTo>
                  <a:lnTo>
                    <a:pt x="839" y="5967"/>
                  </a:lnTo>
                  <a:lnTo>
                    <a:pt x="1026" y="6153"/>
                  </a:lnTo>
                  <a:lnTo>
                    <a:pt x="1259" y="6340"/>
                  </a:lnTo>
                  <a:lnTo>
                    <a:pt x="1725" y="6573"/>
                  </a:lnTo>
                  <a:lnTo>
                    <a:pt x="2238" y="6759"/>
                  </a:lnTo>
                  <a:lnTo>
                    <a:pt x="2797" y="6806"/>
                  </a:lnTo>
                  <a:lnTo>
                    <a:pt x="3310" y="6759"/>
                  </a:lnTo>
                  <a:lnTo>
                    <a:pt x="3822" y="6573"/>
                  </a:lnTo>
                  <a:lnTo>
                    <a:pt x="4335" y="6340"/>
                  </a:lnTo>
                  <a:lnTo>
                    <a:pt x="4568" y="6153"/>
                  </a:lnTo>
                  <a:lnTo>
                    <a:pt x="4755" y="5967"/>
                  </a:lnTo>
                  <a:lnTo>
                    <a:pt x="5034" y="5687"/>
                  </a:lnTo>
                  <a:lnTo>
                    <a:pt x="5221" y="5361"/>
                  </a:lnTo>
                  <a:lnTo>
                    <a:pt x="5407" y="5035"/>
                  </a:lnTo>
                  <a:lnTo>
                    <a:pt x="5501" y="4662"/>
                  </a:lnTo>
                  <a:lnTo>
                    <a:pt x="5547" y="4289"/>
                  </a:lnTo>
                  <a:lnTo>
                    <a:pt x="5594" y="3916"/>
                  </a:lnTo>
                  <a:lnTo>
                    <a:pt x="5547" y="3543"/>
                  </a:lnTo>
                  <a:lnTo>
                    <a:pt x="5454" y="3170"/>
                  </a:lnTo>
                  <a:lnTo>
                    <a:pt x="6806" y="1818"/>
                  </a:lnTo>
                  <a:lnTo>
                    <a:pt x="49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10" name="Google Shape;1515;p47"/>
            <p:cNvSpPr>
              <a:spLocks noGrp="1"/>
            </p:cNvSpPr>
            <p:nvPr/>
          </p:nvSpPr>
          <p:spPr>
            <a:xfrm>
              <a:off x="8341" y="6078"/>
              <a:ext cx="294" cy="294"/>
            </a:xfrm>
            <a:custGeom>
              <a:avLst/>
              <a:gdLst/>
              <a:ahLst/>
              <a:cxnLst/>
              <a:rect l="l" t="t" r="r" b="b"/>
              <a:pathLst>
                <a:path w="6807" h="6807">
                  <a:moveTo>
                    <a:pt x="4009" y="1"/>
                  </a:moveTo>
                  <a:lnTo>
                    <a:pt x="3636" y="48"/>
                  </a:lnTo>
                  <a:lnTo>
                    <a:pt x="3263" y="141"/>
                  </a:lnTo>
                  <a:lnTo>
                    <a:pt x="2890" y="327"/>
                  </a:lnTo>
                  <a:lnTo>
                    <a:pt x="2564" y="514"/>
                  </a:lnTo>
                  <a:lnTo>
                    <a:pt x="2284" y="793"/>
                  </a:lnTo>
                  <a:lnTo>
                    <a:pt x="2051" y="1027"/>
                  </a:lnTo>
                  <a:lnTo>
                    <a:pt x="1865" y="1353"/>
                  </a:lnTo>
                  <a:lnTo>
                    <a:pt x="1725" y="1632"/>
                  </a:lnTo>
                  <a:lnTo>
                    <a:pt x="1585" y="1959"/>
                  </a:lnTo>
                  <a:lnTo>
                    <a:pt x="1539" y="2332"/>
                  </a:lnTo>
                  <a:lnTo>
                    <a:pt x="1492" y="2658"/>
                  </a:lnTo>
                  <a:lnTo>
                    <a:pt x="1539" y="3031"/>
                  </a:lnTo>
                  <a:lnTo>
                    <a:pt x="1585" y="3357"/>
                  </a:lnTo>
                  <a:lnTo>
                    <a:pt x="0" y="4942"/>
                  </a:lnTo>
                  <a:lnTo>
                    <a:pt x="1865" y="6807"/>
                  </a:lnTo>
                  <a:lnTo>
                    <a:pt x="3450" y="5175"/>
                  </a:lnTo>
                  <a:lnTo>
                    <a:pt x="3776" y="5268"/>
                  </a:lnTo>
                  <a:lnTo>
                    <a:pt x="4149" y="5315"/>
                  </a:lnTo>
                  <a:lnTo>
                    <a:pt x="4662" y="5268"/>
                  </a:lnTo>
                  <a:lnTo>
                    <a:pt x="5175" y="5082"/>
                  </a:lnTo>
                  <a:lnTo>
                    <a:pt x="5641" y="4849"/>
                  </a:lnTo>
                  <a:lnTo>
                    <a:pt x="6014" y="4523"/>
                  </a:lnTo>
                  <a:lnTo>
                    <a:pt x="6293" y="4243"/>
                  </a:lnTo>
                  <a:lnTo>
                    <a:pt x="6480" y="3917"/>
                  </a:lnTo>
                  <a:lnTo>
                    <a:pt x="6666" y="3544"/>
                  </a:lnTo>
                  <a:lnTo>
                    <a:pt x="6760" y="3171"/>
                  </a:lnTo>
                  <a:lnTo>
                    <a:pt x="6806" y="2798"/>
                  </a:lnTo>
                  <a:lnTo>
                    <a:pt x="6806" y="2425"/>
                  </a:lnTo>
                  <a:lnTo>
                    <a:pt x="6760" y="2052"/>
                  </a:lnTo>
                  <a:lnTo>
                    <a:pt x="6620" y="1679"/>
                  </a:lnTo>
                  <a:lnTo>
                    <a:pt x="6387" y="1120"/>
                  </a:lnTo>
                  <a:lnTo>
                    <a:pt x="4988" y="2518"/>
                  </a:lnTo>
                  <a:lnTo>
                    <a:pt x="4429" y="2378"/>
                  </a:lnTo>
                  <a:lnTo>
                    <a:pt x="4289" y="1819"/>
                  </a:lnTo>
                  <a:lnTo>
                    <a:pt x="5687" y="421"/>
                  </a:lnTo>
                  <a:lnTo>
                    <a:pt x="5128" y="187"/>
                  </a:lnTo>
                  <a:lnTo>
                    <a:pt x="4755" y="48"/>
                  </a:lnTo>
                  <a:lnTo>
                    <a:pt x="43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623300" y="4928870"/>
            <a:ext cx="367665" cy="367665"/>
            <a:chOff x="11755" y="6078"/>
            <a:chExt cx="579" cy="579"/>
          </a:xfrm>
        </p:grpSpPr>
        <p:sp>
          <p:nvSpPr>
            <p:cNvPr id="2012" name="Google Shape;1422;p47"/>
            <p:cNvSpPr>
              <a:spLocks noGrp="1"/>
            </p:cNvSpPr>
            <p:nvPr/>
          </p:nvSpPr>
          <p:spPr>
            <a:xfrm>
              <a:off x="11755" y="6320"/>
              <a:ext cx="95" cy="95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933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73" y="280"/>
                  </a:lnTo>
                  <a:lnTo>
                    <a:pt x="234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0" y="1026"/>
                  </a:lnTo>
                  <a:lnTo>
                    <a:pt x="47" y="1259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467" y="2004"/>
                  </a:lnTo>
                  <a:lnTo>
                    <a:pt x="653" y="2098"/>
                  </a:lnTo>
                  <a:lnTo>
                    <a:pt x="840" y="2144"/>
                  </a:lnTo>
                  <a:lnTo>
                    <a:pt x="1073" y="2191"/>
                  </a:lnTo>
                  <a:lnTo>
                    <a:pt x="1306" y="2191"/>
                  </a:lnTo>
                  <a:lnTo>
                    <a:pt x="1492" y="2098"/>
                  </a:lnTo>
                  <a:lnTo>
                    <a:pt x="1679" y="2004"/>
                  </a:lnTo>
                  <a:lnTo>
                    <a:pt x="1865" y="1911"/>
                  </a:lnTo>
                  <a:lnTo>
                    <a:pt x="2005" y="1725"/>
                  </a:lnTo>
                  <a:lnTo>
                    <a:pt x="2098" y="1538"/>
                  </a:lnTo>
                  <a:lnTo>
                    <a:pt x="2191" y="1352"/>
                  </a:lnTo>
                  <a:lnTo>
                    <a:pt x="2191" y="1119"/>
                  </a:lnTo>
                  <a:lnTo>
                    <a:pt x="2191" y="932"/>
                  </a:lnTo>
                  <a:lnTo>
                    <a:pt x="2145" y="699"/>
                  </a:lnTo>
                  <a:lnTo>
                    <a:pt x="2052" y="513"/>
                  </a:lnTo>
                  <a:lnTo>
                    <a:pt x="1912" y="326"/>
                  </a:lnTo>
                  <a:lnTo>
                    <a:pt x="1772" y="187"/>
                  </a:lnTo>
                  <a:lnTo>
                    <a:pt x="1585" y="93"/>
                  </a:lnTo>
                  <a:lnTo>
                    <a:pt x="1352" y="47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13" name="Google Shape;1423;p47"/>
            <p:cNvSpPr>
              <a:spLocks noGrp="1"/>
            </p:cNvSpPr>
            <p:nvPr/>
          </p:nvSpPr>
          <p:spPr>
            <a:xfrm>
              <a:off x="12240" y="6320"/>
              <a:ext cx="95" cy="95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886" y="0"/>
                  </a:moveTo>
                  <a:lnTo>
                    <a:pt x="700" y="93"/>
                  </a:lnTo>
                  <a:lnTo>
                    <a:pt x="513" y="187"/>
                  </a:lnTo>
                  <a:lnTo>
                    <a:pt x="327" y="326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86"/>
                  </a:lnTo>
                  <a:lnTo>
                    <a:pt x="1" y="1072"/>
                  </a:lnTo>
                  <a:lnTo>
                    <a:pt x="47" y="1305"/>
                  </a:lnTo>
                  <a:lnTo>
                    <a:pt x="94" y="1538"/>
                  </a:lnTo>
                  <a:lnTo>
                    <a:pt x="187" y="1725"/>
                  </a:lnTo>
                  <a:lnTo>
                    <a:pt x="327" y="1865"/>
                  </a:lnTo>
                  <a:lnTo>
                    <a:pt x="513" y="2004"/>
                  </a:lnTo>
                  <a:lnTo>
                    <a:pt x="700" y="2098"/>
                  </a:lnTo>
                  <a:lnTo>
                    <a:pt x="886" y="2191"/>
                  </a:lnTo>
                  <a:lnTo>
                    <a:pt x="1353" y="2191"/>
                  </a:lnTo>
                  <a:lnTo>
                    <a:pt x="1539" y="2098"/>
                  </a:lnTo>
                  <a:lnTo>
                    <a:pt x="1725" y="2004"/>
                  </a:lnTo>
                  <a:lnTo>
                    <a:pt x="1865" y="1865"/>
                  </a:lnTo>
                  <a:lnTo>
                    <a:pt x="2005" y="1725"/>
                  </a:lnTo>
                  <a:lnTo>
                    <a:pt x="2098" y="1538"/>
                  </a:lnTo>
                  <a:lnTo>
                    <a:pt x="2192" y="1305"/>
                  </a:lnTo>
                  <a:lnTo>
                    <a:pt x="2192" y="1072"/>
                  </a:lnTo>
                  <a:lnTo>
                    <a:pt x="2192" y="886"/>
                  </a:lnTo>
                  <a:lnTo>
                    <a:pt x="2098" y="653"/>
                  </a:lnTo>
                  <a:lnTo>
                    <a:pt x="2005" y="466"/>
                  </a:lnTo>
                  <a:lnTo>
                    <a:pt x="1865" y="326"/>
                  </a:lnTo>
                  <a:lnTo>
                    <a:pt x="1725" y="187"/>
                  </a:lnTo>
                  <a:lnTo>
                    <a:pt x="1539" y="93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14" name="Google Shape;1424;p47"/>
            <p:cNvSpPr>
              <a:spLocks noGrp="1"/>
            </p:cNvSpPr>
            <p:nvPr/>
          </p:nvSpPr>
          <p:spPr>
            <a:xfrm>
              <a:off x="11999" y="6078"/>
              <a:ext cx="95" cy="95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7" y="0"/>
                  </a:moveTo>
                  <a:lnTo>
                    <a:pt x="654" y="47"/>
                  </a:lnTo>
                  <a:lnTo>
                    <a:pt x="467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1" y="839"/>
                  </a:lnTo>
                  <a:lnTo>
                    <a:pt x="1" y="1072"/>
                  </a:lnTo>
                  <a:lnTo>
                    <a:pt x="1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467" y="2005"/>
                  </a:lnTo>
                  <a:lnTo>
                    <a:pt x="654" y="2098"/>
                  </a:lnTo>
                  <a:lnTo>
                    <a:pt x="887" y="2145"/>
                  </a:lnTo>
                  <a:lnTo>
                    <a:pt x="1073" y="2191"/>
                  </a:lnTo>
                  <a:lnTo>
                    <a:pt x="1306" y="2145"/>
                  </a:lnTo>
                  <a:lnTo>
                    <a:pt x="1493" y="2098"/>
                  </a:lnTo>
                  <a:lnTo>
                    <a:pt x="1679" y="2005"/>
                  </a:lnTo>
                  <a:lnTo>
                    <a:pt x="1865" y="1865"/>
                  </a:lnTo>
                  <a:lnTo>
                    <a:pt x="2005" y="1678"/>
                  </a:lnTo>
                  <a:lnTo>
                    <a:pt x="2099" y="1492"/>
                  </a:lnTo>
                  <a:lnTo>
                    <a:pt x="2145" y="1306"/>
                  </a:lnTo>
                  <a:lnTo>
                    <a:pt x="2192" y="1072"/>
                  </a:lnTo>
                  <a:lnTo>
                    <a:pt x="2145" y="839"/>
                  </a:lnTo>
                  <a:lnTo>
                    <a:pt x="2099" y="653"/>
                  </a:lnTo>
                  <a:lnTo>
                    <a:pt x="2005" y="466"/>
                  </a:lnTo>
                  <a:lnTo>
                    <a:pt x="1865" y="280"/>
                  </a:lnTo>
                  <a:lnTo>
                    <a:pt x="1679" y="187"/>
                  </a:lnTo>
                  <a:lnTo>
                    <a:pt x="1493" y="47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15" name="Google Shape;1425;p47"/>
            <p:cNvSpPr>
              <a:spLocks noGrp="1"/>
            </p:cNvSpPr>
            <p:nvPr/>
          </p:nvSpPr>
          <p:spPr>
            <a:xfrm>
              <a:off x="12126" y="6594"/>
              <a:ext cx="83" cy="32"/>
            </a:xfrm>
            <a:custGeom>
              <a:avLst/>
              <a:gdLst/>
              <a:ahLst/>
              <a:cxnLst/>
              <a:rect l="l" t="t" r="r" b="b"/>
              <a:pathLst>
                <a:path w="1912" h="747">
                  <a:moveTo>
                    <a:pt x="1" y="1"/>
                  </a:moveTo>
                  <a:lnTo>
                    <a:pt x="47" y="374"/>
                  </a:lnTo>
                  <a:lnTo>
                    <a:pt x="1" y="746"/>
                  </a:lnTo>
                  <a:lnTo>
                    <a:pt x="1912" y="746"/>
                  </a:lnTo>
                  <a:lnTo>
                    <a:pt x="1865" y="374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16" name="Google Shape;1426;p47"/>
            <p:cNvSpPr>
              <a:spLocks noGrp="1"/>
            </p:cNvSpPr>
            <p:nvPr/>
          </p:nvSpPr>
          <p:spPr>
            <a:xfrm>
              <a:off x="11755" y="6561"/>
              <a:ext cx="95" cy="97"/>
            </a:xfrm>
            <a:custGeom>
              <a:avLst/>
              <a:gdLst/>
              <a:ahLst/>
              <a:cxnLst/>
              <a:rect l="l" t="t" r="r" b="b"/>
              <a:pathLst>
                <a:path w="2192" h="2239">
                  <a:moveTo>
                    <a:pt x="1119" y="1"/>
                  </a:moveTo>
                  <a:lnTo>
                    <a:pt x="886" y="47"/>
                  </a:lnTo>
                  <a:lnTo>
                    <a:pt x="700" y="94"/>
                  </a:lnTo>
                  <a:lnTo>
                    <a:pt x="513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47" y="933"/>
                  </a:lnTo>
                  <a:lnTo>
                    <a:pt x="0" y="1120"/>
                  </a:lnTo>
                  <a:lnTo>
                    <a:pt x="47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513" y="2052"/>
                  </a:lnTo>
                  <a:lnTo>
                    <a:pt x="700" y="2145"/>
                  </a:lnTo>
                  <a:lnTo>
                    <a:pt x="886" y="2192"/>
                  </a:lnTo>
                  <a:lnTo>
                    <a:pt x="1119" y="2238"/>
                  </a:lnTo>
                  <a:lnTo>
                    <a:pt x="1352" y="2192"/>
                  </a:lnTo>
                  <a:lnTo>
                    <a:pt x="1539" y="2145"/>
                  </a:lnTo>
                  <a:lnTo>
                    <a:pt x="1725" y="2052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145" y="1539"/>
                  </a:lnTo>
                  <a:lnTo>
                    <a:pt x="2191" y="1306"/>
                  </a:lnTo>
                  <a:lnTo>
                    <a:pt x="2191" y="1120"/>
                  </a:lnTo>
                  <a:lnTo>
                    <a:pt x="2191" y="886"/>
                  </a:lnTo>
                  <a:lnTo>
                    <a:pt x="2145" y="700"/>
                  </a:lnTo>
                  <a:lnTo>
                    <a:pt x="2052" y="514"/>
                  </a:lnTo>
                  <a:lnTo>
                    <a:pt x="1912" y="374"/>
                  </a:lnTo>
                  <a:lnTo>
                    <a:pt x="1725" y="234"/>
                  </a:lnTo>
                  <a:lnTo>
                    <a:pt x="1539" y="94"/>
                  </a:lnTo>
                  <a:lnTo>
                    <a:pt x="1306" y="47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17" name="Google Shape;1427;p47"/>
            <p:cNvSpPr>
              <a:spLocks noGrp="1"/>
            </p:cNvSpPr>
            <p:nvPr/>
          </p:nvSpPr>
          <p:spPr>
            <a:xfrm>
              <a:off x="11848" y="6410"/>
              <a:ext cx="153" cy="155"/>
            </a:xfrm>
            <a:custGeom>
              <a:avLst/>
              <a:gdLst/>
              <a:ahLst/>
              <a:cxnLst/>
              <a:rect l="l" t="t" r="r" b="b"/>
              <a:pathLst>
                <a:path w="3544" h="3591">
                  <a:moveTo>
                    <a:pt x="2984" y="1"/>
                  </a:moveTo>
                  <a:lnTo>
                    <a:pt x="1" y="3031"/>
                  </a:lnTo>
                  <a:lnTo>
                    <a:pt x="280" y="3264"/>
                  </a:lnTo>
                  <a:lnTo>
                    <a:pt x="560" y="3590"/>
                  </a:lnTo>
                  <a:lnTo>
                    <a:pt x="3544" y="560"/>
                  </a:lnTo>
                  <a:lnTo>
                    <a:pt x="3264" y="327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18" name="Google Shape;1428;p47"/>
            <p:cNvSpPr>
              <a:spLocks noGrp="1"/>
            </p:cNvSpPr>
            <p:nvPr/>
          </p:nvSpPr>
          <p:spPr>
            <a:xfrm>
              <a:off x="12240" y="6561"/>
              <a:ext cx="95" cy="95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1119" y="1"/>
                  </a:moveTo>
                  <a:lnTo>
                    <a:pt x="886" y="47"/>
                  </a:lnTo>
                  <a:lnTo>
                    <a:pt x="700" y="94"/>
                  </a:lnTo>
                  <a:lnTo>
                    <a:pt x="513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47" y="886"/>
                  </a:lnTo>
                  <a:lnTo>
                    <a:pt x="1" y="1120"/>
                  </a:lnTo>
                  <a:lnTo>
                    <a:pt x="47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513" y="2005"/>
                  </a:lnTo>
                  <a:lnTo>
                    <a:pt x="700" y="2145"/>
                  </a:lnTo>
                  <a:lnTo>
                    <a:pt x="886" y="2192"/>
                  </a:lnTo>
                  <a:lnTo>
                    <a:pt x="1353" y="2192"/>
                  </a:lnTo>
                  <a:lnTo>
                    <a:pt x="1539" y="2145"/>
                  </a:lnTo>
                  <a:lnTo>
                    <a:pt x="1725" y="2005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098" y="1539"/>
                  </a:lnTo>
                  <a:lnTo>
                    <a:pt x="2192" y="1353"/>
                  </a:lnTo>
                  <a:lnTo>
                    <a:pt x="2192" y="1120"/>
                  </a:lnTo>
                  <a:lnTo>
                    <a:pt x="2192" y="886"/>
                  </a:lnTo>
                  <a:lnTo>
                    <a:pt x="2098" y="700"/>
                  </a:lnTo>
                  <a:lnTo>
                    <a:pt x="2005" y="514"/>
                  </a:lnTo>
                  <a:lnTo>
                    <a:pt x="1865" y="327"/>
                  </a:lnTo>
                  <a:lnTo>
                    <a:pt x="1725" y="187"/>
                  </a:lnTo>
                  <a:lnTo>
                    <a:pt x="1539" y="94"/>
                  </a:lnTo>
                  <a:lnTo>
                    <a:pt x="1353" y="47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19" name="Google Shape;1429;p47"/>
            <p:cNvSpPr>
              <a:spLocks noGrp="1"/>
            </p:cNvSpPr>
            <p:nvPr/>
          </p:nvSpPr>
          <p:spPr>
            <a:xfrm>
              <a:off x="11999" y="6561"/>
              <a:ext cx="95" cy="95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1073" y="1"/>
                  </a:moveTo>
                  <a:lnTo>
                    <a:pt x="887" y="47"/>
                  </a:lnTo>
                  <a:lnTo>
                    <a:pt x="654" y="94"/>
                  </a:lnTo>
                  <a:lnTo>
                    <a:pt x="467" y="187"/>
                  </a:lnTo>
                  <a:lnTo>
                    <a:pt x="327" y="327"/>
                  </a:lnTo>
                  <a:lnTo>
                    <a:pt x="187" y="514"/>
                  </a:lnTo>
                  <a:lnTo>
                    <a:pt x="94" y="700"/>
                  </a:lnTo>
                  <a:lnTo>
                    <a:pt x="1" y="886"/>
                  </a:lnTo>
                  <a:lnTo>
                    <a:pt x="1" y="1120"/>
                  </a:lnTo>
                  <a:lnTo>
                    <a:pt x="1" y="1353"/>
                  </a:lnTo>
                  <a:lnTo>
                    <a:pt x="94" y="1539"/>
                  </a:lnTo>
                  <a:lnTo>
                    <a:pt x="187" y="1726"/>
                  </a:lnTo>
                  <a:lnTo>
                    <a:pt x="327" y="1912"/>
                  </a:lnTo>
                  <a:lnTo>
                    <a:pt x="467" y="2005"/>
                  </a:lnTo>
                  <a:lnTo>
                    <a:pt x="654" y="2145"/>
                  </a:lnTo>
                  <a:lnTo>
                    <a:pt x="887" y="2192"/>
                  </a:lnTo>
                  <a:lnTo>
                    <a:pt x="1306" y="2192"/>
                  </a:lnTo>
                  <a:lnTo>
                    <a:pt x="1493" y="2145"/>
                  </a:lnTo>
                  <a:lnTo>
                    <a:pt x="1679" y="2005"/>
                  </a:lnTo>
                  <a:lnTo>
                    <a:pt x="1865" y="1912"/>
                  </a:lnTo>
                  <a:lnTo>
                    <a:pt x="2005" y="1726"/>
                  </a:lnTo>
                  <a:lnTo>
                    <a:pt x="2099" y="1539"/>
                  </a:lnTo>
                  <a:lnTo>
                    <a:pt x="2145" y="1353"/>
                  </a:lnTo>
                  <a:lnTo>
                    <a:pt x="2192" y="1120"/>
                  </a:lnTo>
                  <a:lnTo>
                    <a:pt x="2145" y="886"/>
                  </a:lnTo>
                  <a:lnTo>
                    <a:pt x="2099" y="700"/>
                  </a:lnTo>
                  <a:lnTo>
                    <a:pt x="2005" y="514"/>
                  </a:lnTo>
                  <a:lnTo>
                    <a:pt x="1865" y="327"/>
                  </a:lnTo>
                  <a:lnTo>
                    <a:pt x="1679" y="187"/>
                  </a:lnTo>
                  <a:lnTo>
                    <a:pt x="1493" y="94"/>
                  </a:lnTo>
                  <a:lnTo>
                    <a:pt x="1306" y="47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20" name="Google Shape;1430;p47"/>
            <p:cNvSpPr>
              <a:spLocks noGrp="1"/>
            </p:cNvSpPr>
            <p:nvPr/>
          </p:nvSpPr>
          <p:spPr>
            <a:xfrm>
              <a:off x="11755" y="6078"/>
              <a:ext cx="95" cy="95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6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0" y="1072"/>
                  </a:lnTo>
                  <a:lnTo>
                    <a:pt x="47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513" y="2005"/>
                  </a:lnTo>
                  <a:lnTo>
                    <a:pt x="700" y="2098"/>
                  </a:lnTo>
                  <a:lnTo>
                    <a:pt x="886" y="2145"/>
                  </a:lnTo>
                  <a:lnTo>
                    <a:pt x="1119" y="2191"/>
                  </a:lnTo>
                  <a:lnTo>
                    <a:pt x="1352" y="2145"/>
                  </a:lnTo>
                  <a:lnTo>
                    <a:pt x="1539" y="2098"/>
                  </a:lnTo>
                  <a:lnTo>
                    <a:pt x="1725" y="2005"/>
                  </a:lnTo>
                  <a:lnTo>
                    <a:pt x="1912" y="1865"/>
                  </a:lnTo>
                  <a:lnTo>
                    <a:pt x="2005" y="1678"/>
                  </a:lnTo>
                  <a:lnTo>
                    <a:pt x="2145" y="1492"/>
                  </a:lnTo>
                  <a:lnTo>
                    <a:pt x="2191" y="1306"/>
                  </a:lnTo>
                  <a:lnTo>
                    <a:pt x="2191" y="1072"/>
                  </a:lnTo>
                  <a:lnTo>
                    <a:pt x="2191" y="839"/>
                  </a:lnTo>
                  <a:lnTo>
                    <a:pt x="2145" y="653"/>
                  </a:lnTo>
                  <a:lnTo>
                    <a:pt x="2005" y="466"/>
                  </a:lnTo>
                  <a:lnTo>
                    <a:pt x="1912" y="280"/>
                  </a:lnTo>
                  <a:lnTo>
                    <a:pt x="1725" y="187"/>
                  </a:lnTo>
                  <a:lnTo>
                    <a:pt x="1539" y="47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21" name="Google Shape;1431;p47"/>
            <p:cNvSpPr>
              <a:spLocks noGrp="1"/>
            </p:cNvSpPr>
            <p:nvPr/>
          </p:nvSpPr>
          <p:spPr>
            <a:xfrm>
              <a:off x="12126" y="6108"/>
              <a:ext cx="83" cy="32"/>
            </a:xfrm>
            <a:custGeom>
              <a:avLst/>
              <a:gdLst/>
              <a:ahLst/>
              <a:cxnLst/>
              <a:rect l="l" t="t" r="r" b="b"/>
              <a:pathLst>
                <a:path w="1912" h="747">
                  <a:moveTo>
                    <a:pt x="1" y="1"/>
                  </a:moveTo>
                  <a:lnTo>
                    <a:pt x="47" y="373"/>
                  </a:lnTo>
                  <a:lnTo>
                    <a:pt x="1" y="746"/>
                  </a:lnTo>
                  <a:lnTo>
                    <a:pt x="1912" y="746"/>
                  </a:lnTo>
                  <a:lnTo>
                    <a:pt x="1865" y="373"/>
                  </a:lnTo>
                  <a:lnTo>
                    <a:pt x="19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22" name="Google Shape;1432;p47"/>
            <p:cNvSpPr>
              <a:spLocks noGrp="1"/>
            </p:cNvSpPr>
            <p:nvPr/>
          </p:nvSpPr>
          <p:spPr>
            <a:xfrm>
              <a:off x="11882" y="6108"/>
              <a:ext cx="85" cy="32"/>
            </a:xfrm>
            <a:custGeom>
              <a:avLst/>
              <a:gdLst/>
              <a:ahLst/>
              <a:cxnLst/>
              <a:rect l="l" t="t" r="r" b="b"/>
              <a:pathLst>
                <a:path w="1959" h="747">
                  <a:moveTo>
                    <a:pt x="0" y="1"/>
                  </a:moveTo>
                  <a:lnTo>
                    <a:pt x="47" y="373"/>
                  </a:lnTo>
                  <a:lnTo>
                    <a:pt x="0" y="746"/>
                  </a:lnTo>
                  <a:lnTo>
                    <a:pt x="1958" y="746"/>
                  </a:lnTo>
                  <a:lnTo>
                    <a:pt x="1911" y="373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23" name="Google Shape;1433;p47"/>
            <p:cNvSpPr>
              <a:spLocks noGrp="1"/>
            </p:cNvSpPr>
            <p:nvPr/>
          </p:nvSpPr>
          <p:spPr>
            <a:xfrm>
              <a:off x="11999" y="6320"/>
              <a:ext cx="95" cy="95"/>
            </a:xfrm>
            <a:custGeom>
              <a:avLst/>
              <a:gdLst/>
              <a:ahLst/>
              <a:cxnLst/>
              <a:rect l="l" t="t" r="r" b="b"/>
              <a:pathLst>
                <a:path w="2192" h="2191">
                  <a:moveTo>
                    <a:pt x="887" y="0"/>
                  </a:moveTo>
                  <a:lnTo>
                    <a:pt x="654" y="93"/>
                  </a:lnTo>
                  <a:lnTo>
                    <a:pt x="467" y="187"/>
                  </a:lnTo>
                  <a:lnTo>
                    <a:pt x="327" y="326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1" y="886"/>
                  </a:lnTo>
                  <a:lnTo>
                    <a:pt x="1" y="1072"/>
                  </a:lnTo>
                  <a:lnTo>
                    <a:pt x="1" y="1305"/>
                  </a:lnTo>
                  <a:lnTo>
                    <a:pt x="94" y="1538"/>
                  </a:lnTo>
                  <a:lnTo>
                    <a:pt x="187" y="1725"/>
                  </a:lnTo>
                  <a:lnTo>
                    <a:pt x="327" y="1865"/>
                  </a:lnTo>
                  <a:lnTo>
                    <a:pt x="467" y="2004"/>
                  </a:lnTo>
                  <a:lnTo>
                    <a:pt x="654" y="2098"/>
                  </a:lnTo>
                  <a:lnTo>
                    <a:pt x="887" y="2191"/>
                  </a:lnTo>
                  <a:lnTo>
                    <a:pt x="1306" y="2191"/>
                  </a:lnTo>
                  <a:lnTo>
                    <a:pt x="1493" y="2098"/>
                  </a:lnTo>
                  <a:lnTo>
                    <a:pt x="1679" y="2004"/>
                  </a:lnTo>
                  <a:lnTo>
                    <a:pt x="1865" y="1865"/>
                  </a:lnTo>
                  <a:lnTo>
                    <a:pt x="2005" y="1725"/>
                  </a:lnTo>
                  <a:lnTo>
                    <a:pt x="2099" y="1538"/>
                  </a:lnTo>
                  <a:lnTo>
                    <a:pt x="2145" y="1305"/>
                  </a:lnTo>
                  <a:lnTo>
                    <a:pt x="2192" y="1072"/>
                  </a:lnTo>
                  <a:lnTo>
                    <a:pt x="2145" y="886"/>
                  </a:lnTo>
                  <a:lnTo>
                    <a:pt x="2099" y="653"/>
                  </a:lnTo>
                  <a:lnTo>
                    <a:pt x="2005" y="466"/>
                  </a:lnTo>
                  <a:lnTo>
                    <a:pt x="1865" y="326"/>
                  </a:lnTo>
                  <a:lnTo>
                    <a:pt x="1679" y="187"/>
                  </a:lnTo>
                  <a:lnTo>
                    <a:pt x="1493" y="93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24" name="Google Shape;1434;p47"/>
            <p:cNvSpPr>
              <a:spLocks noGrp="1"/>
            </p:cNvSpPr>
            <p:nvPr/>
          </p:nvSpPr>
          <p:spPr>
            <a:xfrm>
              <a:off x="11882" y="6594"/>
              <a:ext cx="85" cy="32"/>
            </a:xfrm>
            <a:custGeom>
              <a:avLst/>
              <a:gdLst/>
              <a:ahLst/>
              <a:cxnLst/>
              <a:rect l="l" t="t" r="r" b="b"/>
              <a:pathLst>
                <a:path w="1959" h="747">
                  <a:moveTo>
                    <a:pt x="0" y="1"/>
                  </a:moveTo>
                  <a:lnTo>
                    <a:pt x="47" y="374"/>
                  </a:lnTo>
                  <a:lnTo>
                    <a:pt x="0" y="746"/>
                  </a:lnTo>
                  <a:lnTo>
                    <a:pt x="1958" y="746"/>
                  </a:lnTo>
                  <a:lnTo>
                    <a:pt x="1911" y="374"/>
                  </a:lnTo>
                  <a:lnTo>
                    <a:pt x="1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25" name="Google Shape;1435;p47"/>
            <p:cNvSpPr>
              <a:spLocks noGrp="1"/>
            </p:cNvSpPr>
            <p:nvPr/>
          </p:nvSpPr>
          <p:spPr>
            <a:xfrm>
              <a:off x="12089" y="6169"/>
              <a:ext cx="155" cy="155"/>
            </a:xfrm>
            <a:custGeom>
              <a:avLst/>
              <a:gdLst/>
              <a:ahLst/>
              <a:cxnLst/>
              <a:rect l="l" t="t" r="r" b="b"/>
              <a:pathLst>
                <a:path w="3590" h="3591">
                  <a:moveTo>
                    <a:pt x="3031" y="1"/>
                  </a:moveTo>
                  <a:lnTo>
                    <a:pt x="1" y="3031"/>
                  </a:lnTo>
                  <a:lnTo>
                    <a:pt x="327" y="3264"/>
                  </a:lnTo>
                  <a:lnTo>
                    <a:pt x="560" y="3590"/>
                  </a:lnTo>
                  <a:lnTo>
                    <a:pt x="3590" y="560"/>
                  </a:lnTo>
                  <a:lnTo>
                    <a:pt x="3264" y="327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26" name="Google Shape;1436;p47"/>
            <p:cNvSpPr>
              <a:spLocks noGrp="1"/>
            </p:cNvSpPr>
            <p:nvPr/>
          </p:nvSpPr>
          <p:spPr>
            <a:xfrm>
              <a:off x="12240" y="6078"/>
              <a:ext cx="95" cy="95"/>
            </a:xfrm>
            <a:custGeom>
              <a:avLst/>
              <a:gdLst/>
              <a:ahLst/>
              <a:cxnLst/>
              <a:rect l="l" t="t" r="r" b="b"/>
              <a:pathLst>
                <a:path w="2192" h="2192">
                  <a:moveTo>
                    <a:pt x="886" y="0"/>
                  </a:moveTo>
                  <a:lnTo>
                    <a:pt x="700" y="47"/>
                  </a:lnTo>
                  <a:lnTo>
                    <a:pt x="513" y="187"/>
                  </a:lnTo>
                  <a:lnTo>
                    <a:pt x="327" y="280"/>
                  </a:lnTo>
                  <a:lnTo>
                    <a:pt x="187" y="466"/>
                  </a:lnTo>
                  <a:lnTo>
                    <a:pt x="94" y="653"/>
                  </a:lnTo>
                  <a:lnTo>
                    <a:pt x="47" y="839"/>
                  </a:lnTo>
                  <a:lnTo>
                    <a:pt x="1" y="1072"/>
                  </a:lnTo>
                  <a:lnTo>
                    <a:pt x="47" y="1306"/>
                  </a:lnTo>
                  <a:lnTo>
                    <a:pt x="94" y="1492"/>
                  </a:lnTo>
                  <a:lnTo>
                    <a:pt x="187" y="1678"/>
                  </a:lnTo>
                  <a:lnTo>
                    <a:pt x="327" y="1865"/>
                  </a:lnTo>
                  <a:lnTo>
                    <a:pt x="513" y="2005"/>
                  </a:lnTo>
                  <a:lnTo>
                    <a:pt x="700" y="2098"/>
                  </a:lnTo>
                  <a:lnTo>
                    <a:pt x="886" y="2145"/>
                  </a:lnTo>
                  <a:lnTo>
                    <a:pt x="1119" y="2191"/>
                  </a:lnTo>
                  <a:lnTo>
                    <a:pt x="1353" y="2145"/>
                  </a:lnTo>
                  <a:lnTo>
                    <a:pt x="1539" y="2098"/>
                  </a:lnTo>
                  <a:lnTo>
                    <a:pt x="1725" y="2005"/>
                  </a:lnTo>
                  <a:lnTo>
                    <a:pt x="1865" y="1865"/>
                  </a:lnTo>
                  <a:lnTo>
                    <a:pt x="2005" y="1678"/>
                  </a:lnTo>
                  <a:lnTo>
                    <a:pt x="2098" y="1492"/>
                  </a:lnTo>
                  <a:lnTo>
                    <a:pt x="2192" y="1306"/>
                  </a:lnTo>
                  <a:lnTo>
                    <a:pt x="2192" y="1072"/>
                  </a:lnTo>
                  <a:lnTo>
                    <a:pt x="2192" y="839"/>
                  </a:lnTo>
                  <a:lnTo>
                    <a:pt x="2098" y="653"/>
                  </a:lnTo>
                  <a:lnTo>
                    <a:pt x="2005" y="466"/>
                  </a:lnTo>
                  <a:lnTo>
                    <a:pt x="1865" y="280"/>
                  </a:lnTo>
                  <a:lnTo>
                    <a:pt x="1725" y="187"/>
                  </a:lnTo>
                  <a:lnTo>
                    <a:pt x="1539" y="47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317990" y="1694180"/>
            <a:ext cx="317500" cy="431800"/>
            <a:chOff x="15815" y="2238"/>
            <a:chExt cx="500" cy="680"/>
          </a:xfrm>
        </p:grpSpPr>
        <p:sp>
          <p:nvSpPr>
            <p:cNvPr id="2028" name="Google Shape;1351;p47"/>
            <p:cNvSpPr>
              <a:spLocks noGrp="1"/>
            </p:cNvSpPr>
            <p:nvPr/>
          </p:nvSpPr>
          <p:spPr>
            <a:xfrm>
              <a:off x="15968" y="2543"/>
              <a:ext cx="194" cy="264"/>
            </a:xfrm>
            <a:custGeom>
              <a:avLst/>
              <a:gdLst/>
              <a:ahLst/>
              <a:cxnLst/>
              <a:rect l="l" t="t" r="r" b="b"/>
              <a:pathLst>
                <a:path w="3823" h="5222">
                  <a:moveTo>
                    <a:pt x="2657" y="1679"/>
                  </a:moveTo>
                  <a:lnTo>
                    <a:pt x="3217" y="2238"/>
                  </a:lnTo>
                  <a:lnTo>
                    <a:pt x="1678" y="3776"/>
                  </a:lnTo>
                  <a:lnTo>
                    <a:pt x="606" y="2658"/>
                  </a:lnTo>
                  <a:lnTo>
                    <a:pt x="1166" y="2098"/>
                  </a:lnTo>
                  <a:lnTo>
                    <a:pt x="1678" y="2658"/>
                  </a:lnTo>
                  <a:lnTo>
                    <a:pt x="2657" y="1679"/>
                  </a:lnTo>
                  <a:close/>
                  <a:moveTo>
                    <a:pt x="1911" y="1"/>
                  </a:moveTo>
                  <a:lnTo>
                    <a:pt x="0" y="980"/>
                  </a:lnTo>
                  <a:lnTo>
                    <a:pt x="0" y="2704"/>
                  </a:lnTo>
                  <a:lnTo>
                    <a:pt x="47" y="3124"/>
                  </a:lnTo>
                  <a:lnTo>
                    <a:pt x="140" y="3543"/>
                  </a:lnTo>
                  <a:lnTo>
                    <a:pt x="327" y="3916"/>
                  </a:lnTo>
                  <a:lnTo>
                    <a:pt x="560" y="4289"/>
                  </a:lnTo>
                  <a:lnTo>
                    <a:pt x="839" y="4569"/>
                  </a:lnTo>
                  <a:lnTo>
                    <a:pt x="1119" y="4849"/>
                  </a:lnTo>
                  <a:lnTo>
                    <a:pt x="1492" y="5035"/>
                  </a:lnTo>
                  <a:lnTo>
                    <a:pt x="1911" y="5221"/>
                  </a:lnTo>
                  <a:lnTo>
                    <a:pt x="2331" y="5035"/>
                  </a:lnTo>
                  <a:lnTo>
                    <a:pt x="2704" y="4849"/>
                  </a:lnTo>
                  <a:lnTo>
                    <a:pt x="3030" y="4569"/>
                  </a:lnTo>
                  <a:lnTo>
                    <a:pt x="3310" y="4289"/>
                  </a:lnTo>
                  <a:lnTo>
                    <a:pt x="3496" y="3916"/>
                  </a:lnTo>
                  <a:lnTo>
                    <a:pt x="3683" y="3543"/>
                  </a:lnTo>
                  <a:lnTo>
                    <a:pt x="3776" y="3124"/>
                  </a:lnTo>
                  <a:lnTo>
                    <a:pt x="3823" y="2704"/>
                  </a:lnTo>
                  <a:lnTo>
                    <a:pt x="3823" y="980"/>
                  </a:lnTo>
                  <a:lnTo>
                    <a:pt x="19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29" name="Google Shape;1352;p47"/>
            <p:cNvSpPr>
              <a:spLocks noGrp="1"/>
            </p:cNvSpPr>
            <p:nvPr/>
          </p:nvSpPr>
          <p:spPr>
            <a:xfrm>
              <a:off x="16193" y="2238"/>
              <a:ext cx="123" cy="125"/>
            </a:xfrm>
            <a:custGeom>
              <a:avLst/>
              <a:gdLst/>
              <a:ahLst/>
              <a:cxnLst/>
              <a:rect l="l" t="t" r="r" b="b"/>
              <a:pathLst>
                <a:path w="2425" h="2471">
                  <a:moveTo>
                    <a:pt x="1" y="0"/>
                  </a:moveTo>
                  <a:lnTo>
                    <a:pt x="1" y="2471"/>
                  </a:lnTo>
                  <a:lnTo>
                    <a:pt x="2425" y="24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30" name="Google Shape;1353;p47"/>
            <p:cNvSpPr>
              <a:spLocks noGrp="1"/>
            </p:cNvSpPr>
            <p:nvPr/>
          </p:nvSpPr>
          <p:spPr>
            <a:xfrm>
              <a:off x="15815" y="2238"/>
              <a:ext cx="501" cy="680"/>
            </a:xfrm>
            <a:custGeom>
              <a:avLst/>
              <a:gdLst/>
              <a:ahLst/>
              <a:cxnLst/>
              <a:rect l="l" t="t" r="r" b="b"/>
              <a:pathLst>
                <a:path w="9883" h="13426">
                  <a:moveTo>
                    <a:pt x="5314" y="1492"/>
                  </a:moveTo>
                  <a:lnTo>
                    <a:pt x="5314" y="2238"/>
                  </a:lnTo>
                  <a:lnTo>
                    <a:pt x="2005" y="2238"/>
                  </a:lnTo>
                  <a:lnTo>
                    <a:pt x="2005" y="1492"/>
                  </a:lnTo>
                  <a:close/>
                  <a:moveTo>
                    <a:pt x="5314" y="3077"/>
                  </a:moveTo>
                  <a:lnTo>
                    <a:pt x="5314" y="3869"/>
                  </a:lnTo>
                  <a:lnTo>
                    <a:pt x="2005" y="3869"/>
                  </a:lnTo>
                  <a:lnTo>
                    <a:pt x="2005" y="3077"/>
                  </a:lnTo>
                  <a:close/>
                  <a:moveTo>
                    <a:pt x="4941" y="5128"/>
                  </a:moveTo>
                  <a:lnTo>
                    <a:pt x="7645" y="6526"/>
                  </a:lnTo>
                  <a:lnTo>
                    <a:pt x="7645" y="8717"/>
                  </a:lnTo>
                  <a:lnTo>
                    <a:pt x="7599" y="9277"/>
                  </a:lnTo>
                  <a:lnTo>
                    <a:pt x="7459" y="9836"/>
                  </a:lnTo>
                  <a:lnTo>
                    <a:pt x="7226" y="10349"/>
                  </a:lnTo>
                  <a:lnTo>
                    <a:pt x="6899" y="10815"/>
                  </a:lnTo>
                  <a:lnTo>
                    <a:pt x="6526" y="11234"/>
                  </a:lnTo>
                  <a:lnTo>
                    <a:pt x="6060" y="11561"/>
                  </a:lnTo>
                  <a:lnTo>
                    <a:pt x="5594" y="11840"/>
                  </a:lnTo>
                  <a:lnTo>
                    <a:pt x="5035" y="12027"/>
                  </a:lnTo>
                  <a:lnTo>
                    <a:pt x="4848" y="12027"/>
                  </a:lnTo>
                  <a:lnTo>
                    <a:pt x="4335" y="11840"/>
                  </a:lnTo>
                  <a:lnTo>
                    <a:pt x="3823" y="11561"/>
                  </a:lnTo>
                  <a:lnTo>
                    <a:pt x="3357" y="11234"/>
                  </a:lnTo>
                  <a:lnTo>
                    <a:pt x="2984" y="10815"/>
                  </a:lnTo>
                  <a:lnTo>
                    <a:pt x="2657" y="10349"/>
                  </a:lnTo>
                  <a:lnTo>
                    <a:pt x="2424" y="9836"/>
                  </a:lnTo>
                  <a:lnTo>
                    <a:pt x="2284" y="9277"/>
                  </a:lnTo>
                  <a:lnTo>
                    <a:pt x="2238" y="8717"/>
                  </a:lnTo>
                  <a:lnTo>
                    <a:pt x="2238" y="6526"/>
                  </a:lnTo>
                  <a:lnTo>
                    <a:pt x="4941" y="5128"/>
                  </a:lnTo>
                  <a:close/>
                  <a:moveTo>
                    <a:pt x="0" y="0"/>
                  </a:moveTo>
                  <a:lnTo>
                    <a:pt x="0" y="13425"/>
                  </a:lnTo>
                  <a:lnTo>
                    <a:pt x="9883" y="13425"/>
                  </a:lnTo>
                  <a:lnTo>
                    <a:pt x="9883" y="3263"/>
                  </a:lnTo>
                  <a:lnTo>
                    <a:pt x="6666" y="3263"/>
                  </a:lnTo>
                  <a:lnTo>
                    <a:pt x="66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30300" y="4954270"/>
            <a:ext cx="393065" cy="351155"/>
            <a:chOff x="1780" y="9020"/>
            <a:chExt cx="619" cy="553"/>
          </a:xfrm>
        </p:grpSpPr>
        <p:sp>
          <p:nvSpPr>
            <p:cNvPr id="2032" name="Google Shape;1507;p47"/>
            <p:cNvSpPr>
              <a:spLocks noGrp="1"/>
            </p:cNvSpPr>
            <p:nvPr/>
          </p:nvSpPr>
          <p:spPr>
            <a:xfrm>
              <a:off x="2099" y="9293"/>
              <a:ext cx="301" cy="280"/>
            </a:xfrm>
            <a:custGeom>
              <a:avLst/>
              <a:gdLst/>
              <a:ahLst/>
              <a:cxnLst/>
              <a:rect l="l" t="t" r="r" b="b"/>
              <a:pathLst>
                <a:path w="6527" h="6061">
                  <a:moveTo>
                    <a:pt x="2099" y="2145"/>
                  </a:moveTo>
                  <a:lnTo>
                    <a:pt x="2099" y="2937"/>
                  </a:lnTo>
                  <a:lnTo>
                    <a:pt x="1306" y="2937"/>
                  </a:lnTo>
                  <a:lnTo>
                    <a:pt x="1306" y="2145"/>
                  </a:lnTo>
                  <a:close/>
                  <a:moveTo>
                    <a:pt x="3684" y="2145"/>
                  </a:moveTo>
                  <a:lnTo>
                    <a:pt x="3684" y="2937"/>
                  </a:lnTo>
                  <a:lnTo>
                    <a:pt x="2891" y="2937"/>
                  </a:lnTo>
                  <a:lnTo>
                    <a:pt x="2891" y="2145"/>
                  </a:lnTo>
                  <a:close/>
                  <a:moveTo>
                    <a:pt x="5268" y="2145"/>
                  </a:moveTo>
                  <a:lnTo>
                    <a:pt x="5268" y="2937"/>
                  </a:lnTo>
                  <a:lnTo>
                    <a:pt x="4476" y="2937"/>
                  </a:lnTo>
                  <a:lnTo>
                    <a:pt x="4476" y="2145"/>
                  </a:lnTo>
                  <a:close/>
                  <a:moveTo>
                    <a:pt x="3078" y="0"/>
                  </a:moveTo>
                  <a:lnTo>
                    <a:pt x="3078" y="1119"/>
                  </a:lnTo>
                  <a:lnTo>
                    <a:pt x="1" y="1119"/>
                  </a:lnTo>
                  <a:lnTo>
                    <a:pt x="1" y="4662"/>
                  </a:lnTo>
                  <a:lnTo>
                    <a:pt x="2984" y="4662"/>
                  </a:lnTo>
                  <a:lnTo>
                    <a:pt x="4942" y="6060"/>
                  </a:lnTo>
                  <a:lnTo>
                    <a:pt x="4942" y="4662"/>
                  </a:lnTo>
                  <a:lnTo>
                    <a:pt x="6527" y="4662"/>
                  </a:lnTo>
                  <a:lnTo>
                    <a:pt x="65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33" name="Google Shape;1508;p47"/>
            <p:cNvSpPr>
              <a:spLocks noGrp="1"/>
            </p:cNvSpPr>
            <p:nvPr/>
          </p:nvSpPr>
          <p:spPr>
            <a:xfrm>
              <a:off x="2034" y="9158"/>
              <a:ext cx="170" cy="151"/>
            </a:xfrm>
            <a:custGeom>
              <a:avLst/>
              <a:gdLst/>
              <a:ahLst/>
              <a:cxnLst/>
              <a:rect l="l" t="t" r="r" b="b"/>
              <a:pathLst>
                <a:path w="3684" h="3264">
                  <a:moveTo>
                    <a:pt x="0" y="1"/>
                  </a:moveTo>
                  <a:lnTo>
                    <a:pt x="0" y="3264"/>
                  </a:lnTo>
                  <a:lnTo>
                    <a:pt x="1446" y="3264"/>
                  </a:lnTo>
                  <a:lnTo>
                    <a:pt x="1446" y="1213"/>
                  </a:lnTo>
                  <a:lnTo>
                    <a:pt x="2238" y="1213"/>
                  </a:lnTo>
                  <a:lnTo>
                    <a:pt x="2238" y="3264"/>
                  </a:lnTo>
                  <a:lnTo>
                    <a:pt x="3683" y="3264"/>
                  </a:lnTo>
                  <a:lnTo>
                    <a:pt x="36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34" name="Google Shape;1509;p47"/>
            <p:cNvSpPr>
              <a:spLocks noGrp="1"/>
            </p:cNvSpPr>
            <p:nvPr/>
          </p:nvSpPr>
          <p:spPr>
            <a:xfrm>
              <a:off x="1780" y="9209"/>
              <a:ext cx="282" cy="278"/>
            </a:xfrm>
            <a:custGeom>
              <a:avLst/>
              <a:gdLst/>
              <a:ahLst/>
              <a:cxnLst/>
              <a:rect l="l" t="t" r="r" b="b"/>
              <a:pathLst>
                <a:path w="6108" h="6014">
                  <a:moveTo>
                    <a:pt x="1" y="0"/>
                  </a:moveTo>
                  <a:lnTo>
                    <a:pt x="1" y="4662"/>
                  </a:lnTo>
                  <a:lnTo>
                    <a:pt x="1586" y="4662"/>
                  </a:lnTo>
                  <a:lnTo>
                    <a:pt x="1586" y="6014"/>
                  </a:lnTo>
                  <a:lnTo>
                    <a:pt x="3544" y="4662"/>
                  </a:lnTo>
                  <a:lnTo>
                    <a:pt x="6107" y="4662"/>
                  </a:lnTo>
                  <a:lnTo>
                    <a:pt x="6107" y="2937"/>
                  </a:lnTo>
                  <a:lnTo>
                    <a:pt x="4709" y="2937"/>
                  </a:lnTo>
                  <a:lnTo>
                    <a:pt x="47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35" name="Google Shape;1510;p47"/>
            <p:cNvSpPr>
              <a:spLocks noGrp="1"/>
            </p:cNvSpPr>
            <p:nvPr/>
          </p:nvSpPr>
          <p:spPr>
            <a:xfrm>
              <a:off x="2043" y="9020"/>
              <a:ext cx="149" cy="101"/>
            </a:xfrm>
            <a:custGeom>
              <a:avLst/>
              <a:gdLst/>
              <a:ahLst/>
              <a:cxnLst/>
              <a:rect l="l" t="t" r="r" b="b"/>
              <a:pathLst>
                <a:path w="3218" h="2192">
                  <a:moveTo>
                    <a:pt x="1586" y="0"/>
                  </a:moveTo>
                  <a:lnTo>
                    <a:pt x="1260" y="47"/>
                  </a:lnTo>
                  <a:lnTo>
                    <a:pt x="980" y="140"/>
                  </a:lnTo>
                  <a:lnTo>
                    <a:pt x="700" y="280"/>
                  </a:lnTo>
                  <a:lnTo>
                    <a:pt x="467" y="466"/>
                  </a:lnTo>
                  <a:lnTo>
                    <a:pt x="281" y="699"/>
                  </a:lnTo>
                  <a:lnTo>
                    <a:pt x="141" y="979"/>
                  </a:lnTo>
                  <a:lnTo>
                    <a:pt x="48" y="1259"/>
                  </a:lnTo>
                  <a:lnTo>
                    <a:pt x="1" y="1585"/>
                  </a:lnTo>
                  <a:lnTo>
                    <a:pt x="1" y="2191"/>
                  </a:lnTo>
                  <a:lnTo>
                    <a:pt x="793" y="2191"/>
                  </a:lnTo>
                  <a:lnTo>
                    <a:pt x="793" y="1585"/>
                  </a:lnTo>
                  <a:lnTo>
                    <a:pt x="793" y="1445"/>
                  </a:lnTo>
                  <a:lnTo>
                    <a:pt x="840" y="1305"/>
                  </a:lnTo>
                  <a:lnTo>
                    <a:pt x="933" y="1166"/>
                  </a:lnTo>
                  <a:lnTo>
                    <a:pt x="1026" y="1026"/>
                  </a:lnTo>
                  <a:lnTo>
                    <a:pt x="1120" y="933"/>
                  </a:lnTo>
                  <a:lnTo>
                    <a:pt x="1260" y="839"/>
                  </a:lnTo>
                  <a:lnTo>
                    <a:pt x="1446" y="793"/>
                  </a:lnTo>
                  <a:lnTo>
                    <a:pt x="1772" y="793"/>
                  </a:lnTo>
                  <a:lnTo>
                    <a:pt x="1912" y="839"/>
                  </a:lnTo>
                  <a:lnTo>
                    <a:pt x="2052" y="933"/>
                  </a:lnTo>
                  <a:lnTo>
                    <a:pt x="2192" y="1026"/>
                  </a:lnTo>
                  <a:lnTo>
                    <a:pt x="2285" y="1166"/>
                  </a:lnTo>
                  <a:lnTo>
                    <a:pt x="2332" y="1305"/>
                  </a:lnTo>
                  <a:lnTo>
                    <a:pt x="2378" y="1445"/>
                  </a:lnTo>
                  <a:lnTo>
                    <a:pt x="2425" y="1585"/>
                  </a:lnTo>
                  <a:lnTo>
                    <a:pt x="2425" y="2191"/>
                  </a:lnTo>
                  <a:lnTo>
                    <a:pt x="3217" y="2191"/>
                  </a:lnTo>
                  <a:lnTo>
                    <a:pt x="3217" y="1585"/>
                  </a:lnTo>
                  <a:lnTo>
                    <a:pt x="3171" y="1259"/>
                  </a:lnTo>
                  <a:lnTo>
                    <a:pt x="3078" y="979"/>
                  </a:lnTo>
                  <a:lnTo>
                    <a:pt x="2938" y="699"/>
                  </a:lnTo>
                  <a:lnTo>
                    <a:pt x="2751" y="466"/>
                  </a:lnTo>
                  <a:lnTo>
                    <a:pt x="2518" y="280"/>
                  </a:lnTo>
                  <a:lnTo>
                    <a:pt x="2238" y="140"/>
                  </a:lnTo>
                  <a:lnTo>
                    <a:pt x="1912" y="47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sz="1865" kern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038" name="副标题"/>
          <p:cNvSpPr>
            <a:spLocks noGrp="1"/>
          </p:cNvSpPr>
          <p:nvPr/>
        </p:nvSpPr>
        <p:spPr>
          <a:xfrm>
            <a:off x="1050290" y="1284605"/>
            <a:ext cx="1016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kern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双路径协同·工具驱动推理·每条结论有据可循</a:t>
            </a:r>
            <a:endParaRPr sz="3200" kern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2039" name="矩形 2038"/>
          <p:cNvSpPr>
            <a:spLocks noGrp="1"/>
          </p:cNvSpPr>
          <p:nvPr/>
        </p:nvSpPr>
        <p:spPr>
          <a:xfrm>
            <a:off x="1304925" y="2303780"/>
            <a:ext cx="1905000" cy="1905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40" name="矩形 2039"/>
          <p:cNvSpPr>
            <a:spLocks noGrp="1"/>
          </p:cNvSpPr>
          <p:nvPr/>
        </p:nvSpPr>
        <p:spPr>
          <a:xfrm>
            <a:off x="3971925" y="1948180"/>
            <a:ext cx="4826000" cy="5588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41" name="矩形 2040"/>
          <p:cNvSpPr>
            <a:spLocks noGrp="1"/>
          </p:cNvSpPr>
          <p:nvPr/>
        </p:nvSpPr>
        <p:spPr>
          <a:xfrm>
            <a:off x="3971925" y="3535680"/>
            <a:ext cx="4826000" cy="4064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42" name="矩形 2041"/>
          <p:cNvSpPr>
            <a:spLocks noGrp="1"/>
          </p:cNvSpPr>
          <p:nvPr/>
        </p:nvSpPr>
        <p:spPr>
          <a:xfrm>
            <a:off x="9610725" y="2291080"/>
            <a:ext cx="1460500" cy="1460500"/>
          </a:xfrm>
          <a:prstGeom prst="rect">
            <a:avLst/>
          </a:prstGeom>
          <a:noFill/>
          <a:ln w="0">
            <a:noFill/>
          </a:ln>
        </p:spPr>
      </p:sp>
      <p:pic>
        <p:nvPicPr>
          <p:cNvPr id="2047" name="图片 2046"/>
          <p:cNvPicPr>
            <a:picLocks noChangeAspect="1"/>
          </p:cNvPicPr>
          <p:nvPr/>
        </p:nvPicPr>
        <p:blipFill>
          <a:blip r:embed="rId1"/>
          <a:srcRect l="31500" b="32500"/>
          <a:stretch>
            <a:fillRect/>
          </a:stretch>
        </p:blipFill>
        <p:spPr>
          <a:xfrm>
            <a:off x="1241425" y="2227580"/>
            <a:ext cx="2032000" cy="2032000"/>
          </a:xfrm>
          <a:prstGeom prst="ellipse">
            <a:avLst/>
          </a:prstGeom>
        </p:spPr>
      </p:pic>
      <p:sp>
        <p:nvSpPr>
          <p:cNvPr id="2048" name="Agent名"/>
          <p:cNvSpPr>
            <a:spLocks noGrp="1"/>
          </p:cNvSpPr>
          <p:nvPr/>
        </p:nvSpPr>
        <p:spPr>
          <a:xfrm>
            <a:off x="1228725" y="2849880"/>
            <a:ext cx="2057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QueryAgent</a:t>
            </a:r>
            <a:endParaRPr sz="24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9" name="Agent功能"/>
          <p:cNvSpPr>
            <a:spLocks noGrp="1"/>
          </p:cNvSpPr>
          <p:nvPr/>
        </p:nvSpPr>
        <p:spPr>
          <a:xfrm>
            <a:off x="1177925" y="3332480"/>
            <a:ext cx="21590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查询理解·任务路由</a:t>
            </a:r>
            <a:endParaRPr sz="1400" b="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50" name="输入标签"/>
          <p:cNvSpPr>
            <a:spLocks noGrp="1"/>
          </p:cNvSpPr>
          <p:nvPr/>
        </p:nvSpPr>
        <p:spPr>
          <a:xfrm>
            <a:off x="1419225" y="1783080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用户问题</a:t>
            </a:r>
            <a:endParaRPr sz="1900" b="1" kern="0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1" name="意图识别"/>
          <p:cNvSpPr>
            <a:spLocks noGrp="1"/>
          </p:cNvSpPr>
          <p:nvPr/>
        </p:nvSpPr>
        <p:spPr>
          <a:xfrm>
            <a:off x="1130300" y="4208780"/>
            <a:ext cx="2349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意图识别 / CVE 提取</a:t>
            </a:r>
            <a:endParaRPr sz="13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复杂度判断与任务分流</a:t>
            </a:r>
            <a:endParaRPr sz="13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52" name="快路径标题"/>
          <p:cNvSpPr>
            <a:spLocks noGrp="1"/>
          </p:cNvSpPr>
          <p:nvPr/>
        </p:nvSpPr>
        <p:spPr>
          <a:xfrm>
            <a:off x="4562475" y="2012950"/>
            <a:ext cx="42926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lang="en-US" altLang="zh-CN" sz="24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CVE </a:t>
            </a:r>
            <a:r>
              <a:rPr lang="zh-CN" altLang="en-US" sz="24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精确查询快路径</a:t>
            </a:r>
            <a:endParaRPr lang="zh-CN" altLang="en-US" sz="2400" b="1" kern="0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3" name="快路径流程"/>
          <p:cNvSpPr>
            <a:spLocks noGrp="1"/>
          </p:cNvSpPr>
          <p:nvPr/>
        </p:nvSpPr>
        <p:spPr>
          <a:xfrm>
            <a:off x="4041775" y="2509520"/>
            <a:ext cx="47498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编号匹配 → 结构化查询 → 直达结果</a:t>
            </a:r>
            <a:endParaRPr sz="17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54" name="快路径说明"/>
          <p:cNvSpPr>
            <a:spLocks noGrp="1"/>
          </p:cNvSpPr>
          <p:nvPr/>
        </p:nvSpPr>
        <p:spPr>
          <a:xfrm>
            <a:off x="3806825" y="2895600"/>
            <a:ext cx="46609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明确编号与字段问题，快速获取漏洞记录</a:t>
            </a:r>
            <a:endParaRPr sz="1400" b="1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6" name="复杂标题"/>
          <p:cNvSpPr>
            <a:spLocks noGrp="1"/>
          </p:cNvSpPr>
          <p:nvPr/>
        </p:nvSpPr>
        <p:spPr>
          <a:xfrm>
            <a:off x="4562475" y="3512820"/>
            <a:ext cx="42926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lang="zh-CN" altLang="en-US" sz="24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复杂问题 </a:t>
            </a:r>
            <a:r>
              <a:rPr lang="en-US" altLang="zh-CN" sz="24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24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endParaRPr lang="zh-CN" altLang="en-US" sz="2400" b="1" kern="0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7" name="复杂流程"/>
          <p:cNvSpPr>
            <a:spLocks noGrp="1"/>
          </p:cNvSpPr>
          <p:nvPr/>
        </p:nvSpPr>
        <p:spPr>
          <a:xfrm>
            <a:off x="3978275" y="4046220"/>
            <a:ext cx="49657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子问题分解 → 工具调用 → 跨文档推理</a:t>
            </a:r>
            <a:endParaRPr sz="1600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58" name="检索工具"/>
          <p:cNvSpPr>
            <a:spLocks noGrp="1"/>
          </p:cNvSpPr>
          <p:nvPr/>
        </p:nvSpPr>
        <p:spPr>
          <a:xfrm>
            <a:off x="5557520" y="4992370"/>
            <a:ext cx="18161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retrieve_intel</a:t>
            </a:r>
            <a:endParaRPr sz="2100" b="1" kern="0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9" name="图谱工具"/>
          <p:cNvSpPr>
            <a:spLocks noGrp="1"/>
          </p:cNvSpPr>
          <p:nvPr/>
        </p:nvSpPr>
        <p:spPr>
          <a:xfrm>
            <a:off x="9105900" y="4950460"/>
            <a:ext cx="1714500" cy="29654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kg_expand</a:t>
            </a:r>
            <a:endParaRPr sz="2100" b="1" kern="0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0" name="工具说明"/>
          <p:cNvSpPr>
            <a:spLocks noGrp="1"/>
          </p:cNvSpPr>
          <p:nvPr/>
        </p:nvSpPr>
        <p:spPr>
          <a:xfrm>
            <a:off x="4980305" y="5541645"/>
            <a:ext cx="2620010" cy="263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ker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输入查询与筛选条件，返回情报文段、来源 </a:t>
            </a:r>
            <a:r>
              <a:rPr lang="en-US" altLang="zh-CN" sz="1600" b="1" ker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 </a:t>
            </a:r>
            <a:r>
              <a:rPr lang="zh-CN" altLang="en-US" sz="1600" b="1" ker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及相关性</a:t>
            </a:r>
            <a:endParaRPr lang="zh-CN" altLang="en-US" sz="1600" b="1" ker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1" name="图谱说明"/>
          <p:cNvSpPr>
            <a:spLocks noGrp="1"/>
          </p:cNvSpPr>
          <p:nvPr/>
        </p:nvSpPr>
        <p:spPr>
          <a:xfrm>
            <a:off x="8623300" y="5417820"/>
            <a:ext cx="2305685" cy="5162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 ker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输入实体 </a:t>
            </a:r>
            <a:r>
              <a:rPr lang="en-US" altLang="zh-CN" sz="1600" b="1" ker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 </a:t>
            </a:r>
            <a:r>
              <a:rPr lang="zh-CN" altLang="en-US" sz="1600" b="1" ker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与跳数，返回关联实体、路径及证据</a:t>
            </a:r>
            <a:endParaRPr lang="zh-CN" altLang="en-US" sz="1600" b="1" ker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2" name="聚合说明"/>
          <p:cNvSpPr>
            <a:spLocks noGrp="1"/>
          </p:cNvSpPr>
          <p:nvPr/>
        </p:nvSpPr>
        <p:spPr>
          <a:xfrm>
            <a:off x="6749415" y="6094095"/>
            <a:ext cx="46863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证据聚合·来源去重·交叉验证</a:t>
            </a:r>
            <a:endParaRPr sz="1400" b="1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63" name="图片 2062"/>
          <p:cNvPicPr>
            <a:picLocks noChangeAspect="1"/>
          </p:cNvPicPr>
          <p:nvPr/>
        </p:nvPicPr>
        <p:blipFill>
          <a:blip r:embed="rId2"/>
          <a:srcRect l="31500" b="32500"/>
          <a:stretch>
            <a:fillRect/>
          </a:stretch>
        </p:blipFill>
        <p:spPr>
          <a:xfrm>
            <a:off x="9598025" y="2226310"/>
            <a:ext cx="1498600" cy="1498600"/>
          </a:xfrm>
          <a:prstGeom prst="ellipse">
            <a:avLst/>
          </a:prstGeom>
        </p:spPr>
      </p:pic>
      <p:sp>
        <p:nvSpPr>
          <p:cNvPr id="2064" name="证据标题"/>
          <p:cNvSpPr>
            <a:spLocks noGrp="1"/>
          </p:cNvSpPr>
          <p:nvPr/>
        </p:nvSpPr>
        <p:spPr>
          <a:xfrm>
            <a:off x="9655175" y="2981960"/>
            <a:ext cx="14224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证据聚合</a:t>
            </a:r>
            <a:endParaRPr lang="zh-CN" altLang="en-US" sz="21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与回答</a:t>
            </a:r>
            <a:endParaRPr lang="zh-CN" altLang="en-US" sz="21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21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5" name="证据机制"/>
          <p:cNvSpPr>
            <a:spLocks noGrp="1"/>
          </p:cNvSpPr>
          <p:nvPr/>
        </p:nvSpPr>
        <p:spPr>
          <a:xfrm>
            <a:off x="9382125" y="3859530"/>
            <a:ext cx="1955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引用定位原文</a:t>
            </a:r>
            <a:endParaRPr sz="13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置信度随证据评估</a:t>
            </a:r>
            <a:endParaRPr sz="13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证据不足明确拒答</a:t>
            </a:r>
            <a:endParaRPr sz="1300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67" name="流式输出"/>
          <p:cNvSpPr>
            <a:spLocks noGrp="1"/>
          </p:cNvSpPr>
          <p:nvPr/>
        </p:nvSpPr>
        <p:spPr>
          <a:xfrm>
            <a:off x="1663700" y="495427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SSE 流式输出</a:t>
            </a:r>
            <a:endParaRPr sz="2100" b="1" kern="0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8" name="输出说明"/>
          <p:cNvSpPr>
            <a:spLocks noGrp="1"/>
          </p:cNvSpPr>
          <p:nvPr/>
        </p:nvSpPr>
        <p:spPr>
          <a:xfrm>
            <a:off x="869315" y="5440680"/>
            <a:ext cx="3397885" cy="36449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回答增量 + 引用溯源 + 执行状态</a:t>
            </a:r>
            <a:endParaRPr sz="16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69" name="轨迹说明"/>
          <p:cNvSpPr>
            <a:spLocks noGrp="1"/>
          </p:cNvSpPr>
          <p:nvPr/>
        </p:nvSpPr>
        <p:spPr>
          <a:xfrm>
            <a:off x="821690" y="6076315"/>
            <a:ext cx="5513705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kern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 运行轨迹：任务步骤 → 工具调用 → 执行状态 → 结果摘要</a:t>
            </a:r>
            <a:endParaRPr sz="1400" b="1" kern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智能问答模块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5200650" cy="364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INTELLIGENT QUESTION ANSWERING MODULE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218" name="直接连接符 217"/>
          <p:cNvCxnSpPr/>
          <p:nvPr/>
        </p:nvCxnSpPr>
        <p:spPr>
          <a:xfrm flipV="1">
            <a:off x="4044950" y="706755"/>
            <a:ext cx="7318375" cy="254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复杂路径说明"/>
          <p:cNvSpPr>
            <a:spLocks noGrp="1"/>
          </p:cNvSpPr>
          <p:nvPr/>
        </p:nvSpPr>
        <p:spPr>
          <a:xfrm>
            <a:off x="4121150" y="4367530"/>
            <a:ext cx="343535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多轮检索、图谱扩展与证据聚合</a:t>
            </a:r>
            <a:endParaRPr sz="1400" b="1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6" name="输入标签"/>
          <p:cNvSpPr>
            <a:spLocks noGrp="1"/>
          </p:cNvSpPr>
          <p:nvPr/>
        </p:nvSpPr>
        <p:spPr>
          <a:xfrm>
            <a:off x="9607550" y="1741170"/>
            <a:ext cx="137604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</a:t>
            </a:r>
            <a:r>
              <a:rPr lang="zh-CN" sz="1900" b="1" kern="0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</a:t>
            </a:r>
            <a:endParaRPr lang="zh-CN" sz="1900" b="1" kern="0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1050290" y="27241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系统自动化工作流程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096770" y="751205"/>
            <a:ext cx="4177030" cy="228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SYSTEM AUTOMATION WORKFLOW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5311775" y="600075"/>
            <a:ext cx="6051550" cy="5080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4" idx="3"/>
            <a:endCxn id="37" idx="1"/>
          </p:cNvCxnSpPr>
          <p:nvPr/>
        </p:nvCxnSpPr>
        <p:spPr>
          <a:xfrm>
            <a:off x="2616200" y="5109210"/>
            <a:ext cx="4191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9" name="直接箭头连接符 28"/>
          <p:cNvCxnSpPr>
            <a:stCxn id="20" idx="3"/>
            <a:endCxn id="23" idx="1"/>
          </p:cNvCxnSpPr>
          <p:nvPr/>
        </p:nvCxnSpPr>
        <p:spPr>
          <a:xfrm>
            <a:off x="9448800" y="2988310"/>
            <a:ext cx="3302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8" name="直接箭头连接符 27"/>
          <p:cNvCxnSpPr>
            <a:stCxn id="17" idx="3"/>
            <a:endCxn id="20" idx="1"/>
          </p:cNvCxnSpPr>
          <p:nvPr/>
        </p:nvCxnSpPr>
        <p:spPr>
          <a:xfrm>
            <a:off x="7696200" y="2988310"/>
            <a:ext cx="3302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7" name="直接箭头连接符 26"/>
          <p:cNvCxnSpPr>
            <a:stCxn id="14" idx="3"/>
            <a:endCxn id="17" idx="1"/>
          </p:cNvCxnSpPr>
          <p:nvPr/>
        </p:nvCxnSpPr>
        <p:spPr>
          <a:xfrm>
            <a:off x="5943600" y="2988310"/>
            <a:ext cx="3302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6" name="直接箭头连接符 25"/>
          <p:cNvCxnSpPr>
            <a:stCxn id="11" idx="3"/>
            <a:endCxn id="14" idx="1"/>
          </p:cNvCxnSpPr>
          <p:nvPr/>
        </p:nvCxnSpPr>
        <p:spPr>
          <a:xfrm>
            <a:off x="4191000" y="2988310"/>
            <a:ext cx="3302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25" name="直接箭头连接符 24"/>
          <p:cNvCxnSpPr>
            <a:stCxn id="8" idx="3"/>
            <a:endCxn id="11" idx="1"/>
          </p:cNvCxnSpPr>
          <p:nvPr/>
        </p:nvCxnSpPr>
        <p:spPr>
          <a:xfrm>
            <a:off x="2438400" y="2988310"/>
            <a:ext cx="3302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sp>
        <p:nvSpPr>
          <p:cNvPr id="4" name="调度标题"/>
          <p:cNvSpPr>
            <a:spLocks noGrp="1"/>
          </p:cNvSpPr>
          <p:nvPr/>
        </p:nvSpPr>
        <p:spPr>
          <a:xfrm>
            <a:off x="1016000" y="1146810"/>
            <a:ext cx="1651000" cy="3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周期调度</a:t>
            </a:r>
            <a:endParaRPr sz="2400" b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5" name="调度任务"/>
          <p:cNvSpPr>
            <a:spLocks noGrp="1"/>
          </p:cNvSpPr>
          <p:nvPr/>
        </p:nvSpPr>
        <p:spPr>
          <a:xfrm>
            <a:off x="2832100" y="1146810"/>
            <a:ext cx="8382000" cy="3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采集任务   富化任务   索引任务   分析任务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调度说明"/>
          <p:cNvSpPr>
            <a:spLocks noGrp="1"/>
          </p:cNvSpPr>
          <p:nvPr/>
        </p:nvSpPr>
        <p:spPr>
          <a:xfrm>
            <a:off x="2805430" y="1570990"/>
            <a:ext cx="8382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按任务配置执行周期，结合 DAG 依赖触发；分析任务读取已同步版本</a:t>
            </a:r>
            <a:endParaRPr sz="14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DAG标题"/>
          <p:cNvSpPr>
            <a:spLocks noGrp="1"/>
          </p:cNvSpPr>
          <p:nvPr/>
        </p:nvSpPr>
        <p:spPr>
          <a:xfrm>
            <a:off x="1016000" y="2048510"/>
            <a:ext cx="3429000" cy="33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端到端更新DAG</a:t>
            </a:r>
            <a:endParaRPr sz="2400" b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8" name="情报采集"/>
          <p:cNvSpPr>
            <a:spLocks noGrp="1"/>
          </p:cNvSpPr>
          <p:nvPr/>
        </p:nvSpPr>
        <p:spPr>
          <a:xfrm>
            <a:off x="1016000" y="2543810"/>
            <a:ext cx="1422400" cy="8890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9" name="情报采集标题"/>
          <p:cNvSpPr>
            <a:spLocks noGrp="1"/>
          </p:cNvSpPr>
          <p:nvPr/>
        </p:nvSpPr>
        <p:spPr>
          <a:xfrm>
            <a:off x="1092200" y="267081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情报采集</a:t>
            </a:r>
            <a:endParaRPr sz="20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0" name="情报采集说明"/>
          <p:cNvSpPr>
            <a:spLocks noGrp="1"/>
          </p:cNvSpPr>
          <p:nvPr/>
        </p:nvSpPr>
        <p:spPr>
          <a:xfrm>
            <a:off x="1092200" y="302641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多源接入</a:t>
            </a:r>
            <a:endParaRPr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1" name="去重"/>
          <p:cNvSpPr>
            <a:spLocks noGrp="1"/>
          </p:cNvSpPr>
          <p:nvPr/>
        </p:nvSpPr>
        <p:spPr>
          <a:xfrm>
            <a:off x="2768600" y="2543810"/>
            <a:ext cx="1422400" cy="8890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2" name="去重标题"/>
          <p:cNvSpPr>
            <a:spLocks noGrp="1"/>
          </p:cNvSpPr>
          <p:nvPr/>
        </p:nvSpPr>
        <p:spPr>
          <a:xfrm>
            <a:off x="2844800" y="267081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去重</a:t>
            </a:r>
            <a:endParaRPr sz="20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3" name="去重说明"/>
          <p:cNvSpPr>
            <a:spLocks noGrp="1"/>
          </p:cNvSpPr>
          <p:nvPr/>
        </p:nvSpPr>
        <p:spPr>
          <a:xfrm>
            <a:off x="2844800" y="302641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重复检测</a:t>
            </a:r>
            <a:endParaRPr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4" name="富化"/>
          <p:cNvSpPr>
            <a:spLocks noGrp="1"/>
          </p:cNvSpPr>
          <p:nvPr/>
        </p:nvSpPr>
        <p:spPr>
          <a:xfrm>
            <a:off x="4521200" y="2543810"/>
            <a:ext cx="1422400" cy="8890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5" name="富化标题"/>
          <p:cNvSpPr>
            <a:spLocks noGrp="1"/>
          </p:cNvSpPr>
          <p:nvPr/>
        </p:nvSpPr>
        <p:spPr>
          <a:xfrm>
            <a:off x="4597400" y="267081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富化</a:t>
            </a:r>
            <a:endParaRPr sz="20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6" name="富化说明"/>
          <p:cNvSpPr>
            <a:spLocks noGrp="1"/>
          </p:cNvSpPr>
          <p:nvPr/>
        </p:nvSpPr>
        <p:spPr>
          <a:xfrm>
            <a:off x="4597400" y="302641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信息补全</a:t>
            </a:r>
            <a:endParaRPr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7" name="存储"/>
          <p:cNvSpPr>
            <a:spLocks noGrp="1"/>
          </p:cNvSpPr>
          <p:nvPr/>
        </p:nvSpPr>
        <p:spPr>
          <a:xfrm>
            <a:off x="6273800" y="2543810"/>
            <a:ext cx="1422400" cy="8890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18" name="存储标题"/>
          <p:cNvSpPr>
            <a:spLocks noGrp="1"/>
          </p:cNvSpPr>
          <p:nvPr/>
        </p:nvSpPr>
        <p:spPr>
          <a:xfrm>
            <a:off x="6350000" y="267081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存储</a:t>
            </a:r>
            <a:endParaRPr sz="20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9" name="存储说明"/>
          <p:cNvSpPr>
            <a:spLocks noGrp="1"/>
          </p:cNvSpPr>
          <p:nvPr/>
        </p:nvSpPr>
        <p:spPr>
          <a:xfrm>
            <a:off x="6350000" y="302641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持久化入库</a:t>
            </a:r>
            <a:endParaRPr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" name="索引"/>
          <p:cNvSpPr>
            <a:spLocks noGrp="1"/>
          </p:cNvSpPr>
          <p:nvPr/>
        </p:nvSpPr>
        <p:spPr>
          <a:xfrm>
            <a:off x="8026400" y="2543810"/>
            <a:ext cx="1422400" cy="8890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21" name="索引标题"/>
          <p:cNvSpPr>
            <a:spLocks noGrp="1"/>
          </p:cNvSpPr>
          <p:nvPr/>
        </p:nvSpPr>
        <p:spPr>
          <a:xfrm>
            <a:off x="8102600" y="267081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索引</a:t>
            </a:r>
            <a:endParaRPr sz="20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2" name="索引说明"/>
          <p:cNvSpPr>
            <a:spLocks noGrp="1"/>
          </p:cNvSpPr>
          <p:nvPr/>
        </p:nvSpPr>
        <p:spPr>
          <a:xfrm>
            <a:off x="8102600" y="302641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检索索引更新</a:t>
            </a:r>
            <a:endParaRPr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3" name="KG 同步"/>
          <p:cNvSpPr>
            <a:spLocks noGrp="1"/>
          </p:cNvSpPr>
          <p:nvPr/>
        </p:nvSpPr>
        <p:spPr>
          <a:xfrm>
            <a:off x="9779000" y="2543810"/>
            <a:ext cx="1422400" cy="8890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24" name="KG 同步标题"/>
          <p:cNvSpPr>
            <a:spLocks noGrp="1"/>
          </p:cNvSpPr>
          <p:nvPr/>
        </p:nvSpPr>
        <p:spPr>
          <a:xfrm>
            <a:off x="9855200" y="267081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KG 同步</a:t>
            </a:r>
            <a:endParaRPr sz="2000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KG 同步说明"/>
          <p:cNvSpPr>
            <a:spLocks noGrp="1"/>
          </p:cNvSpPr>
          <p:nvPr/>
        </p:nvSpPr>
        <p:spPr>
          <a:xfrm>
            <a:off x="9855200" y="302641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实体关系更新</a:t>
            </a:r>
            <a:endParaRPr sz="14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1" name="DAG说明"/>
          <p:cNvSpPr>
            <a:spLocks noGrp="1"/>
          </p:cNvSpPr>
          <p:nvPr/>
        </p:nvSpPr>
        <p:spPr>
          <a:xfrm>
            <a:off x="1016000" y="3609340"/>
            <a:ext cx="101854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节点成功后推进下游；失败记录状态并按策略重试，恢复时从未完成节点继续</a:t>
            </a:r>
            <a:endParaRPr sz="1400" b="1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016000" y="4042410"/>
            <a:ext cx="101854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33" name="状态标题"/>
          <p:cNvSpPr>
            <a:spLocks noGrp="1"/>
          </p:cNvSpPr>
          <p:nvPr/>
        </p:nvSpPr>
        <p:spPr>
          <a:xfrm>
            <a:off x="989330" y="4207510"/>
            <a:ext cx="3725545" cy="3562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chemeClr val="tx1"/>
                </a:solidFill>
                <a:latin typeface="Arial" panose="020B0604020202020204" pitchFamily="34" charset="0"/>
                <a:ea typeface="优设标题黑" panose="00000500000000000000" charset="-122"/>
                <a:cs typeface="Arial" panose="020B0604020202020204" pitchFamily="34" charset="0"/>
              </a:rPr>
              <a:t>TaskRun</a:t>
            </a:r>
            <a:r>
              <a:rPr sz="2400" b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与</a:t>
            </a:r>
            <a:r>
              <a:rPr sz="2400">
                <a:solidFill>
                  <a:schemeClr val="tx1"/>
                </a:solidFill>
                <a:latin typeface="Arial" panose="020B0604020202020204" pitchFamily="34" charset="0"/>
                <a:ea typeface="优设标题黑" panose="00000500000000000000" charset="-122"/>
                <a:cs typeface="Arial" panose="020B0604020202020204" pitchFamily="34" charset="0"/>
              </a:rPr>
              <a:t>Redis</a:t>
            </a:r>
            <a:r>
              <a:rPr sz="2400" b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状态同步</a:t>
            </a:r>
            <a:endParaRPr sz="2400" b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34" name="TaskRun"/>
          <p:cNvSpPr>
            <a:spLocks noGrp="1"/>
          </p:cNvSpPr>
          <p:nvPr/>
        </p:nvSpPr>
        <p:spPr>
          <a:xfrm>
            <a:off x="1016000" y="4690110"/>
            <a:ext cx="1600200" cy="8382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35" name="TaskRun标题"/>
          <p:cNvSpPr>
            <a:spLocks noGrp="1"/>
          </p:cNvSpPr>
          <p:nvPr/>
        </p:nvSpPr>
        <p:spPr>
          <a:xfrm>
            <a:off x="1092200" y="4790440"/>
            <a:ext cx="14478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TaskRun</a:t>
            </a:r>
            <a:endParaRPr sz="2000" b="1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6" name="TaskRun说明"/>
          <p:cNvSpPr>
            <a:spLocks noGrp="1"/>
          </p:cNvSpPr>
          <p:nvPr/>
        </p:nvSpPr>
        <p:spPr>
          <a:xfrm>
            <a:off x="1092200" y="5146040"/>
            <a:ext cx="1447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数据库持久化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7" name="Redis"/>
          <p:cNvSpPr>
            <a:spLocks noGrp="1"/>
          </p:cNvSpPr>
          <p:nvPr/>
        </p:nvSpPr>
        <p:spPr>
          <a:xfrm>
            <a:off x="3035300" y="4690110"/>
            <a:ext cx="1485900" cy="8382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38" name="Redis标题"/>
          <p:cNvSpPr>
            <a:spLocks noGrp="1"/>
          </p:cNvSpPr>
          <p:nvPr/>
        </p:nvSpPr>
        <p:spPr>
          <a:xfrm>
            <a:off x="3173730" y="4799330"/>
            <a:ext cx="11938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Redis</a:t>
            </a:r>
            <a:endParaRPr sz="2000" b="1">
              <a:solidFill>
                <a:srgbClr val="FF582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0" name="Redis说明"/>
          <p:cNvSpPr>
            <a:spLocks noGrp="1"/>
          </p:cNvSpPr>
          <p:nvPr/>
        </p:nvSpPr>
        <p:spPr>
          <a:xfrm>
            <a:off x="3173730" y="515493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运行状态缓存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1" name="状态说明"/>
          <p:cNvSpPr>
            <a:spLocks noGrp="1"/>
          </p:cNvSpPr>
          <p:nvPr/>
        </p:nvSpPr>
        <p:spPr>
          <a:xfrm>
            <a:off x="914400" y="5670550"/>
            <a:ext cx="3898900" cy="3308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记录run_id、节点状态、重试次数与检查点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同步说明"/>
          <p:cNvSpPr>
            <a:spLocks noGrp="1"/>
          </p:cNvSpPr>
          <p:nvPr/>
        </p:nvSpPr>
        <p:spPr>
          <a:xfrm>
            <a:off x="919480" y="6000750"/>
            <a:ext cx="3822065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状态先落库，再同步缓存；支持对账补偿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3" name="恢复标题"/>
          <p:cNvSpPr>
            <a:spLocks noGrp="1"/>
          </p:cNvSpPr>
          <p:nvPr/>
        </p:nvSpPr>
        <p:spPr>
          <a:xfrm>
            <a:off x="5081905" y="4207510"/>
            <a:ext cx="3149600" cy="3562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节点幂等与异常恢复</a:t>
            </a:r>
            <a:endParaRPr sz="2400" b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44" name="恢复条目1"/>
          <p:cNvSpPr>
            <a:spLocks noGrp="1"/>
          </p:cNvSpPr>
          <p:nvPr/>
        </p:nvSpPr>
        <p:spPr>
          <a:xfrm>
            <a:off x="4964430" y="4715510"/>
            <a:ext cx="11430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幂等执行</a:t>
            </a:r>
            <a:endParaRPr sz="18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8" name="恢复解释1"/>
          <p:cNvSpPr>
            <a:spLocks noGrp="1"/>
          </p:cNvSpPr>
          <p:nvPr/>
        </p:nvSpPr>
        <p:spPr>
          <a:xfrm>
            <a:off x="6009640" y="4715510"/>
            <a:ext cx="2168525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幂等键与重复执行校验</a:t>
            </a:r>
            <a:endParaRPr sz="160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9" name="恢复条目2"/>
          <p:cNvSpPr>
            <a:spLocks noGrp="1"/>
          </p:cNvSpPr>
          <p:nvPr/>
        </p:nvSpPr>
        <p:spPr>
          <a:xfrm>
            <a:off x="4964430" y="5236210"/>
            <a:ext cx="11430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异常重试</a:t>
            </a:r>
            <a:endParaRPr sz="18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50" name="恢复解释2"/>
          <p:cNvSpPr>
            <a:spLocks noGrp="1"/>
          </p:cNvSpPr>
          <p:nvPr/>
        </p:nvSpPr>
        <p:spPr>
          <a:xfrm>
            <a:off x="6009640" y="5236210"/>
            <a:ext cx="2168525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退避重试与次数上限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51" name="恢复条目3"/>
          <p:cNvSpPr>
            <a:spLocks noGrp="1"/>
          </p:cNvSpPr>
          <p:nvPr/>
        </p:nvSpPr>
        <p:spPr>
          <a:xfrm>
            <a:off x="4964430" y="5756910"/>
            <a:ext cx="11430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断点恢复</a:t>
            </a:r>
            <a:endParaRPr sz="18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52" name="恢复解释3"/>
          <p:cNvSpPr>
            <a:spLocks noGrp="1"/>
          </p:cNvSpPr>
          <p:nvPr/>
        </p:nvSpPr>
        <p:spPr>
          <a:xfrm>
            <a:off x="6009640" y="5756910"/>
            <a:ext cx="2168525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检查点记录与节点续跑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53" name="监控标题"/>
          <p:cNvSpPr>
            <a:spLocks noGrp="1"/>
          </p:cNvSpPr>
          <p:nvPr/>
        </p:nvSpPr>
        <p:spPr>
          <a:xfrm>
            <a:off x="8354060" y="4207510"/>
            <a:ext cx="3107690" cy="3562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端到端更新与时效监控</a:t>
            </a:r>
            <a:endParaRPr sz="2400" b="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54" name="监控口径"/>
          <p:cNvSpPr>
            <a:spLocks noGrp="1"/>
          </p:cNvSpPr>
          <p:nvPr/>
        </p:nvSpPr>
        <p:spPr>
          <a:xfrm>
            <a:off x="8407400" y="4699000"/>
            <a:ext cx="28067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采集开始至KG更新可查询</a:t>
            </a:r>
            <a:endParaRPr sz="1800" b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5" name="监控指标"/>
          <p:cNvSpPr>
            <a:spLocks noGrp="1"/>
          </p:cNvSpPr>
          <p:nvPr/>
        </p:nvSpPr>
        <p:spPr>
          <a:xfrm>
            <a:off x="8407400" y="5119370"/>
            <a:ext cx="315150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任务成功率/节点耗时</a:t>
            </a:r>
            <a:endParaRPr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defRPr sz="9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更新延迟/积压量/数据新鲜度</a:t>
            </a:r>
            <a:endParaRPr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监控告警"/>
          <p:cNvSpPr>
            <a:spLocks noGrp="1"/>
          </p:cNvSpPr>
          <p:nvPr/>
        </p:nvSpPr>
        <p:spPr>
          <a:xfrm>
            <a:off x="8407400" y="5767070"/>
            <a:ext cx="33655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超时或失败告警，定位到具体节点</a:t>
            </a:r>
            <a:endParaRPr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89610" y="1207770"/>
            <a:ext cx="198000" cy="198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689610" y="2114550"/>
            <a:ext cx="198000" cy="198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689610" y="4267835"/>
            <a:ext cx="198000" cy="198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4813300" y="4267835"/>
            <a:ext cx="198000" cy="198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8077835" y="4267835"/>
            <a:ext cx="198000" cy="198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4963795" y="6253480"/>
            <a:ext cx="68891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defRPr sz="11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  <a:sym typeface="+mn-ea"/>
              </a:rPr>
              <a:t>实现</a:t>
            </a:r>
            <a:r>
              <a:rPr sz="1800">
                <a:solidFill>
                  <a:schemeClr val="tx1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  <a:sym typeface="+mn-ea"/>
              </a:rPr>
              <a:t>从情报采集到知识图谱同步，形成可追踪、可恢复的更新流程</a:t>
            </a:r>
            <a:endParaRPr lang="zh-CN" altLang="en-US" sz="1800">
              <a:solidFill>
                <a:schemeClr val="tx1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情报监测与检索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4864100" cy="292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INTELLIGENCE MONITORING AND RETRIEVAL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016" name="分隔细线"/>
          <p:cNvSpPr>
            <a:spLocks noGrp="1"/>
          </p:cNvSpPr>
          <p:nvPr/>
        </p:nvSpPr>
        <p:spPr>
          <a:xfrm>
            <a:off x="5410200" y="685800"/>
            <a:ext cx="5829300" cy="7620"/>
          </a:xfrm>
          <a:prstGeom prst="rect">
            <a:avLst/>
          </a:prstGeom>
          <a:solidFill>
            <a:srgbClr val="FF5B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02" name="功能标题_01"/>
          <p:cNvSpPr>
            <a:spLocks noGrp="1"/>
          </p:cNvSpPr>
          <p:nvPr/>
        </p:nvSpPr>
        <p:spPr>
          <a:xfrm>
            <a:off x="990600" y="1581150"/>
            <a:ext cx="49149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今日值班台（实时监测工作台）</a:t>
            </a:r>
            <a:endParaRPr sz="2025" b="1">
              <a:solidFill>
                <a:srgbClr val="FF5B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3" name="功能标题_02"/>
          <p:cNvSpPr>
            <a:spLocks noGrp="1"/>
          </p:cNvSpPr>
          <p:nvPr/>
        </p:nvSpPr>
        <p:spPr>
          <a:xfrm>
            <a:off x="6191250" y="1581150"/>
            <a:ext cx="50101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多源情报与漏洞详情</a:t>
            </a:r>
            <a:endParaRPr sz="2025" b="1">
              <a:solidFill>
                <a:srgbClr val="FF5B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4" name="大屏说明"/>
          <p:cNvSpPr>
            <a:spLocks noGrp="1"/>
          </p:cNvSpPr>
          <p:nvPr/>
        </p:nvSpPr>
        <p:spPr>
          <a:xfrm>
            <a:off x="990600" y="2009775"/>
            <a:ext cx="491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汇总情报更新、风险分布与高优先级事件</a:t>
            </a:r>
            <a:endParaRPr sz="150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5" name="检索说明"/>
          <p:cNvSpPr>
            <a:spLocks noGrp="1"/>
          </p:cNvSpPr>
          <p:nvPr/>
        </p:nvSpPr>
        <p:spPr>
          <a:xfrm>
            <a:off x="6191250" y="2009775"/>
            <a:ext cx="501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按条件检索情报，查看漏洞详情与原始来源</a:t>
            </a:r>
            <a:endParaRPr sz="150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6" name="截图占位框_实时大屏"/>
          <p:cNvSpPr>
            <a:spLocks noGrp="1"/>
          </p:cNvSpPr>
          <p:nvPr/>
        </p:nvSpPr>
        <p:spPr>
          <a:xfrm>
            <a:off x="990600" y="2447925"/>
            <a:ext cx="4914900" cy="2876550"/>
          </a:xfrm>
          <a:prstGeom prst="rect">
            <a:avLst/>
          </a:prstGeom>
          <a:solidFill>
            <a:srgbClr val="230907"/>
          </a:solidFill>
          <a:ln w="12383">
            <a:solidFill>
              <a:srgbClr val="FF6C36"/>
            </a:solidFill>
            <a:prstDash val="dash"/>
          </a:ln>
        </p:spPr>
        <p:txBody>
          <a:bodyPr/>
          <a:p/>
        </p:txBody>
      </p:sp>
      <p:sp>
        <p:nvSpPr>
          <p:cNvPr id="1007" name="实时大屏_占位标题"/>
          <p:cNvSpPr>
            <a:spLocks noGrp="1"/>
          </p:cNvSpPr>
          <p:nvPr/>
        </p:nvSpPr>
        <p:spPr>
          <a:xfrm>
            <a:off x="1143000" y="354330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今日值班台（实时监测工作台）</a:t>
            </a:r>
            <a:endParaRPr sz="1800" b="0">
              <a:solidFill>
                <a:srgbClr val="D9B8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8" name="实时大屏_占位说明"/>
          <p:cNvSpPr>
            <a:spLocks noGrp="1"/>
          </p:cNvSpPr>
          <p:nvPr/>
        </p:nvSpPr>
        <p:spPr>
          <a:xfrm>
            <a:off x="1143000" y="392430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B58F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9" name="截图占位框_列表详情"/>
          <p:cNvSpPr>
            <a:spLocks noGrp="1"/>
          </p:cNvSpPr>
          <p:nvPr/>
        </p:nvSpPr>
        <p:spPr>
          <a:xfrm>
            <a:off x="6191250" y="2447925"/>
            <a:ext cx="5010150" cy="2876550"/>
          </a:xfrm>
          <a:prstGeom prst="rect">
            <a:avLst/>
          </a:prstGeom>
          <a:solidFill>
            <a:srgbClr val="230907"/>
          </a:solidFill>
          <a:ln w="12383">
            <a:solidFill>
              <a:srgbClr val="FF6C36"/>
            </a:solidFill>
            <a:prstDash val="dash"/>
          </a:ln>
        </p:spPr>
        <p:txBody>
          <a:bodyPr/>
          <a:p/>
        </p:txBody>
      </p:sp>
      <p:sp>
        <p:nvSpPr>
          <p:cNvPr id="1010" name="列表详情_占位标题"/>
          <p:cNvSpPr>
            <a:spLocks noGrp="1"/>
          </p:cNvSpPr>
          <p:nvPr/>
        </p:nvSpPr>
        <p:spPr>
          <a:xfrm>
            <a:off x="6343650" y="3543300"/>
            <a:ext cx="470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情报列表 / 漏洞详情</a:t>
            </a:r>
            <a:endParaRPr sz="1800" b="0">
              <a:solidFill>
                <a:srgbClr val="D9B8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1" name="列表详情_占位说明"/>
          <p:cNvSpPr>
            <a:spLocks noGrp="1"/>
          </p:cNvSpPr>
          <p:nvPr/>
        </p:nvSpPr>
        <p:spPr>
          <a:xfrm>
            <a:off x="6343650" y="3924300"/>
            <a:ext cx="470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B58F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2" name="大屏展示重点"/>
          <p:cNvSpPr>
            <a:spLocks noGrp="1"/>
          </p:cNvSpPr>
          <p:nvPr/>
        </p:nvSpPr>
        <p:spPr>
          <a:xfrm>
            <a:off x="990600" y="5524500"/>
            <a:ext cx="491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风险概览、分类统计及最新情报</a:t>
            </a:r>
            <a:endParaRPr sz="150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3" name="检索展示重点"/>
          <p:cNvSpPr>
            <a:spLocks noGrp="1"/>
          </p:cNvSpPr>
          <p:nvPr/>
        </p:nvSpPr>
        <p:spPr>
          <a:xfrm>
            <a:off x="6191250" y="5524500"/>
            <a:ext cx="501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筛选条件、情报卡片及原始来源</a:t>
            </a:r>
            <a:endParaRPr sz="150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4" name="分隔细线"/>
          <p:cNvSpPr>
            <a:spLocks noGrp="1"/>
          </p:cNvSpPr>
          <p:nvPr/>
        </p:nvSpPr>
        <p:spPr>
          <a:xfrm>
            <a:off x="990600" y="6143625"/>
            <a:ext cx="10210800" cy="7620"/>
          </a:xfrm>
          <a:prstGeom prst="rect">
            <a:avLst/>
          </a:prstGeom>
          <a:solidFill>
            <a:srgbClr val="8D4B32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15" name="页面说明"/>
          <p:cNvSpPr>
            <a:spLocks noGrp="1"/>
          </p:cNvSpPr>
          <p:nvPr/>
        </p:nvSpPr>
        <p:spPr>
          <a:xfrm>
            <a:off x="990600" y="6343650"/>
            <a:ext cx="1021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情报持续汇聚，支持从风险概览定位到具体漏洞记录</a:t>
            </a:r>
            <a:endParaRPr sz="1575" b="1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17" name="Picture 1016" descr="s12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450592"/>
            <a:ext cx="4919472" cy="2880360"/>
          </a:xfrm>
          <a:prstGeom prst="rect">
            <a:avLst/>
          </a:prstGeom>
        </p:spPr>
      </p:pic>
      <p:pic>
        <p:nvPicPr>
          <p:cNvPr id="1018" name="Picture 1017" descr="s12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2450592"/>
            <a:ext cx="501091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情报富化与关联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4864100" cy="292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INTELLIGENCE ENRICHMENT AND ASSOCIATION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022" name="分隔细线"/>
          <p:cNvSpPr>
            <a:spLocks noGrp="1"/>
          </p:cNvSpPr>
          <p:nvPr/>
        </p:nvSpPr>
        <p:spPr>
          <a:xfrm>
            <a:off x="5410200" y="685800"/>
            <a:ext cx="5829300" cy="7620"/>
          </a:xfrm>
          <a:prstGeom prst="rect">
            <a:avLst/>
          </a:prstGeom>
          <a:solidFill>
            <a:srgbClr val="FF5B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02" name="功能标题_03"/>
          <p:cNvSpPr>
            <a:spLocks noGrp="1"/>
          </p:cNvSpPr>
          <p:nvPr/>
        </p:nvSpPr>
        <p:spPr>
          <a:xfrm>
            <a:off x="990600" y="1581150"/>
            <a:ext cx="3276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多维富化与人工复核</a:t>
            </a:r>
            <a:endParaRPr sz="1800" b="1">
              <a:solidFill>
                <a:srgbClr val="FF5B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3" name="功能标题_04"/>
          <p:cNvSpPr>
            <a:spLocks noGrp="1"/>
          </p:cNvSpPr>
          <p:nvPr/>
        </p:nvSpPr>
        <p:spPr>
          <a:xfrm>
            <a:off x="4457700" y="1581150"/>
            <a:ext cx="3276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AI 安全知识图谱</a:t>
            </a:r>
            <a:endParaRPr sz="1800" b="1">
              <a:solidFill>
                <a:srgbClr val="FF5B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4" name="功能标题_05"/>
          <p:cNvSpPr>
            <a:spLocks noGrp="1"/>
          </p:cNvSpPr>
          <p:nvPr/>
        </p:nvSpPr>
        <p:spPr>
          <a:xfrm>
            <a:off x="7924800" y="1581150"/>
            <a:ext cx="3276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AI 资产风险看板</a:t>
            </a:r>
            <a:endParaRPr sz="1800" b="1">
              <a:solidFill>
                <a:srgbClr val="FF5B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5" name="富化说明"/>
          <p:cNvSpPr>
            <a:spLocks noGrp="1"/>
          </p:cNvSpPr>
          <p:nvPr/>
        </p:nvSpPr>
        <p:spPr>
          <a:xfrm>
            <a:off x="990600" y="2009775"/>
            <a:ext cx="3276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汇集评分与关联资料</a:t>
            </a:r>
            <a:endParaRPr sz="1425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低置信结果进入人工复核</a:t>
            </a:r>
            <a:endParaRPr sz="1425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6" name="图谱说明"/>
          <p:cNvSpPr>
            <a:spLocks noGrp="1"/>
          </p:cNvSpPr>
          <p:nvPr/>
        </p:nvSpPr>
        <p:spPr>
          <a:xfrm>
            <a:off x="4457700" y="2009775"/>
            <a:ext cx="3276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展开产品、漏洞与攻击技术</a:t>
            </a:r>
            <a:endParaRPr sz="1425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查看实体关系及关联路径</a:t>
            </a:r>
            <a:endParaRPr sz="1425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7" name="资产说明"/>
          <p:cNvSpPr>
            <a:spLocks noGrp="1"/>
          </p:cNvSpPr>
          <p:nvPr/>
        </p:nvSpPr>
        <p:spPr>
          <a:xfrm>
            <a:off x="7924800" y="2009775"/>
            <a:ext cx="3276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查看产品暴露与关联风险</a:t>
            </a:r>
            <a:endParaRPr sz="1425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辅助定位需要排查的资产</a:t>
            </a:r>
            <a:endParaRPr sz="1425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8" name="截图占位框_富化复核"/>
          <p:cNvSpPr>
            <a:spLocks noGrp="1"/>
          </p:cNvSpPr>
          <p:nvPr/>
        </p:nvSpPr>
        <p:spPr>
          <a:xfrm>
            <a:off x="990600" y="2762250"/>
            <a:ext cx="3276600" cy="2505075"/>
          </a:xfrm>
          <a:prstGeom prst="rect">
            <a:avLst/>
          </a:prstGeom>
          <a:solidFill>
            <a:srgbClr val="230907"/>
          </a:solidFill>
          <a:ln w="12383">
            <a:solidFill>
              <a:srgbClr val="FF6C36"/>
            </a:solidFill>
            <a:prstDash val="dash"/>
          </a:ln>
        </p:spPr>
        <p:txBody>
          <a:bodyPr/>
          <a:p/>
        </p:txBody>
      </p:sp>
      <p:sp>
        <p:nvSpPr>
          <p:cNvPr id="1009" name="富化复核_占位标题"/>
          <p:cNvSpPr>
            <a:spLocks noGrp="1"/>
          </p:cNvSpPr>
          <p:nvPr/>
        </p:nvSpPr>
        <p:spPr>
          <a:xfrm>
            <a:off x="1143000" y="3671888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富化结果 / 人工复核</a:t>
            </a:r>
            <a:endParaRPr sz="1800" b="0">
              <a:solidFill>
                <a:srgbClr val="D9B8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" name="富化复核_占位说明"/>
          <p:cNvSpPr>
            <a:spLocks noGrp="1"/>
          </p:cNvSpPr>
          <p:nvPr/>
        </p:nvSpPr>
        <p:spPr>
          <a:xfrm>
            <a:off x="1143000" y="4052888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B58F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1" name="截图占位框_知识图谱"/>
          <p:cNvSpPr>
            <a:spLocks noGrp="1"/>
          </p:cNvSpPr>
          <p:nvPr/>
        </p:nvSpPr>
        <p:spPr>
          <a:xfrm>
            <a:off x="4457700" y="2762250"/>
            <a:ext cx="3276600" cy="2505075"/>
          </a:xfrm>
          <a:prstGeom prst="rect">
            <a:avLst/>
          </a:prstGeom>
          <a:solidFill>
            <a:srgbClr val="230907"/>
          </a:solidFill>
          <a:ln w="12383">
            <a:solidFill>
              <a:srgbClr val="FF6C36"/>
            </a:solidFill>
            <a:prstDash val="dash"/>
          </a:ln>
        </p:spPr>
        <p:txBody>
          <a:bodyPr/>
          <a:p/>
        </p:txBody>
      </p:sp>
      <p:sp>
        <p:nvSpPr>
          <p:cNvPr id="1012" name="知识图谱_占位标题"/>
          <p:cNvSpPr>
            <a:spLocks noGrp="1"/>
          </p:cNvSpPr>
          <p:nvPr/>
        </p:nvSpPr>
        <p:spPr>
          <a:xfrm>
            <a:off x="4610100" y="3671888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知识图谱交互界面</a:t>
            </a:r>
            <a:endParaRPr sz="1800" b="0">
              <a:solidFill>
                <a:srgbClr val="D9B8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3" name="知识图谱_占位说明"/>
          <p:cNvSpPr>
            <a:spLocks noGrp="1"/>
          </p:cNvSpPr>
          <p:nvPr/>
        </p:nvSpPr>
        <p:spPr>
          <a:xfrm>
            <a:off x="4610100" y="4052888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B58F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4" name="截图占位框_资产看板"/>
          <p:cNvSpPr>
            <a:spLocks noGrp="1"/>
          </p:cNvSpPr>
          <p:nvPr/>
        </p:nvSpPr>
        <p:spPr>
          <a:xfrm>
            <a:off x="7924800" y="2762250"/>
            <a:ext cx="3276600" cy="2505075"/>
          </a:xfrm>
          <a:prstGeom prst="rect">
            <a:avLst/>
          </a:prstGeom>
          <a:solidFill>
            <a:srgbClr val="230907"/>
          </a:solidFill>
          <a:ln w="12383">
            <a:solidFill>
              <a:srgbClr val="FF6C36"/>
            </a:solidFill>
            <a:prstDash val="dash"/>
          </a:ln>
        </p:spPr>
        <p:txBody>
          <a:bodyPr/>
          <a:p/>
        </p:txBody>
      </p:sp>
      <p:sp>
        <p:nvSpPr>
          <p:cNvPr id="1015" name="资产看板_占位标题"/>
          <p:cNvSpPr>
            <a:spLocks noGrp="1"/>
          </p:cNvSpPr>
          <p:nvPr/>
        </p:nvSpPr>
        <p:spPr>
          <a:xfrm>
            <a:off x="8077200" y="3671888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资产风险看板</a:t>
            </a:r>
            <a:endParaRPr sz="1800" b="0">
              <a:solidFill>
                <a:srgbClr val="D9B8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6" name="资产看板_占位说明"/>
          <p:cNvSpPr>
            <a:spLocks noGrp="1"/>
          </p:cNvSpPr>
          <p:nvPr/>
        </p:nvSpPr>
        <p:spPr>
          <a:xfrm>
            <a:off x="8077200" y="4052888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B58F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7" name="富化展示重点"/>
          <p:cNvSpPr>
            <a:spLocks noGrp="1"/>
          </p:cNvSpPr>
          <p:nvPr/>
        </p:nvSpPr>
        <p:spPr>
          <a:xfrm>
            <a:off x="990600" y="5486400"/>
            <a:ext cx="3276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评分、PoC、论文及审核状态</a:t>
            </a:r>
            <a:endParaRPr sz="135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8" name="图谱展示重点"/>
          <p:cNvSpPr>
            <a:spLocks noGrp="1"/>
          </p:cNvSpPr>
          <p:nvPr/>
        </p:nvSpPr>
        <p:spPr>
          <a:xfrm>
            <a:off x="4457700" y="5486400"/>
            <a:ext cx="3276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实体节点、关系及来源信息</a:t>
            </a:r>
            <a:endParaRPr sz="135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9" name="资产展示重点"/>
          <p:cNvSpPr>
            <a:spLocks noGrp="1"/>
          </p:cNvSpPr>
          <p:nvPr/>
        </p:nvSpPr>
        <p:spPr>
          <a:xfrm>
            <a:off x="7924800" y="5486400"/>
            <a:ext cx="3276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产品、查询条件及数据标识</a:t>
            </a:r>
            <a:endParaRPr sz="135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0" name="分隔细线"/>
          <p:cNvSpPr>
            <a:spLocks noGrp="1"/>
          </p:cNvSpPr>
          <p:nvPr/>
        </p:nvSpPr>
        <p:spPr>
          <a:xfrm>
            <a:off x="990600" y="6143625"/>
            <a:ext cx="10210800" cy="7620"/>
          </a:xfrm>
          <a:prstGeom prst="rect">
            <a:avLst/>
          </a:prstGeom>
          <a:solidFill>
            <a:srgbClr val="8D4B32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21" name="页面说明"/>
          <p:cNvSpPr>
            <a:spLocks noGrp="1"/>
          </p:cNvSpPr>
          <p:nvPr/>
        </p:nvSpPr>
        <p:spPr>
          <a:xfrm>
            <a:off x="990600" y="6343650"/>
            <a:ext cx="1021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关联结果保留来源信息；资产结果区分真实查询与模拟数据</a:t>
            </a:r>
            <a:endParaRPr sz="1500" b="1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23" name="Picture 1022" descr="s13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761488"/>
            <a:ext cx="3273552" cy="2505456"/>
          </a:xfrm>
          <a:prstGeom prst="rect">
            <a:avLst/>
          </a:prstGeom>
        </p:spPr>
      </p:pic>
      <p:pic>
        <p:nvPicPr>
          <p:cNvPr id="1024" name="Picture 1023" descr="s13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2761488"/>
            <a:ext cx="3273552" cy="2505456"/>
          </a:xfrm>
          <a:prstGeom prst="rect">
            <a:avLst/>
          </a:prstGeom>
        </p:spPr>
      </p:pic>
      <p:pic>
        <p:nvPicPr>
          <p:cNvPr id="1025" name="Picture 1024" descr="s13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2761488"/>
            <a:ext cx="3273552" cy="25054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智能研判与输出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4864100" cy="292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INTELLIGENT ANALYSIS AND OUTPUT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016" name="分隔细线"/>
          <p:cNvSpPr>
            <a:spLocks noGrp="1"/>
          </p:cNvSpPr>
          <p:nvPr/>
        </p:nvSpPr>
        <p:spPr>
          <a:xfrm>
            <a:off x="5410200" y="685800"/>
            <a:ext cx="5829300" cy="7620"/>
          </a:xfrm>
          <a:prstGeom prst="rect">
            <a:avLst/>
          </a:prstGeom>
          <a:solidFill>
            <a:srgbClr val="FF5B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02" name="功能标题_06"/>
          <p:cNvSpPr>
            <a:spLocks noGrp="1"/>
          </p:cNvSpPr>
          <p:nvPr/>
        </p:nvSpPr>
        <p:spPr>
          <a:xfrm>
            <a:off x="990600" y="1581150"/>
            <a:ext cx="6191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智能问答与引用溯源</a:t>
            </a:r>
            <a:endParaRPr sz="2025" b="1">
              <a:solidFill>
                <a:srgbClr val="FF5B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3" name="功能标题_07"/>
          <p:cNvSpPr>
            <a:spLocks noGrp="1"/>
          </p:cNvSpPr>
          <p:nvPr/>
        </p:nvSpPr>
        <p:spPr>
          <a:xfrm>
            <a:off x="7486650" y="1581150"/>
            <a:ext cx="3714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5B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专题报告与情报导出</a:t>
            </a:r>
            <a:endParaRPr sz="1875" b="1">
              <a:solidFill>
                <a:srgbClr val="FF5B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4" name="问答说明"/>
          <p:cNvSpPr>
            <a:spLocks noGrp="1"/>
          </p:cNvSpPr>
          <p:nvPr/>
        </p:nvSpPr>
        <p:spPr>
          <a:xfrm>
            <a:off x="990600" y="2009775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围绕复杂问题检索证据，展示回答、引用与工具调用</a:t>
            </a:r>
            <a:endParaRPr sz="150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5" name="报告说明"/>
          <p:cNvSpPr>
            <a:spLocks noGrp="1"/>
          </p:cNvSpPr>
          <p:nvPr/>
        </p:nvSpPr>
        <p:spPr>
          <a:xfrm>
            <a:off x="7486650" y="20097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汇总主题情报，输出报告与标准化数据</a:t>
            </a:r>
            <a:endParaRPr sz="1425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6" name="截图占位框_智能问答"/>
          <p:cNvSpPr>
            <a:spLocks noGrp="1"/>
          </p:cNvSpPr>
          <p:nvPr/>
        </p:nvSpPr>
        <p:spPr>
          <a:xfrm>
            <a:off x="990600" y="2447925"/>
            <a:ext cx="6191250" cy="2876550"/>
          </a:xfrm>
          <a:prstGeom prst="rect">
            <a:avLst/>
          </a:prstGeom>
          <a:solidFill>
            <a:srgbClr val="230907"/>
          </a:solidFill>
          <a:ln w="12383">
            <a:solidFill>
              <a:srgbClr val="FF6C36"/>
            </a:solidFill>
            <a:prstDash val="dash"/>
          </a:ln>
        </p:spPr>
        <p:txBody>
          <a:bodyPr/>
          <a:p/>
        </p:txBody>
      </p:sp>
      <p:sp>
        <p:nvSpPr>
          <p:cNvPr id="1007" name="智能问答_占位标题"/>
          <p:cNvSpPr>
            <a:spLocks noGrp="1"/>
          </p:cNvSpPr>
          <p:nvPr/>
        </p:nvSpPr>
        <p:spPr>
          <a:xfrm>
            <a:off x="1143000" y="3543300"/>
            <a:ext cx="588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智能问答与引用溯源</a:t>
            </a:r>
            <a:endParaRPr sz="1800" b="0">
              <a:solidFill>
                <a:srgbClr val="D9B8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8" name="智能问答_占位说明"/>
          <p:cNvSpPr>
            <a:spLocks noGrp="1"/>
          </p:cNvSpPr>
          <p:nvPr/>
        </p:nvSpPr>
        <p:spPr>
          <a:xfrm>
            <a:off x="1143000" y="3924300"/>
            <a:ext cx="5886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B58F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9" name="截图占位框_报告导出"/>
          <p:cNvSpPr>
            <a:spLocks noGrp="1"/>
          </p:cNvSpPr>
          <p:nvPr/>
        </p:nvSpPr>
        <p:spPr>
          <a:xfrm>
            <a:off x="7486650" y="2447925"/>
            <a:ext cx="3714750" cy="2876550"/>
          </a:xfrm>
          <a:prstGeom prst="rect">
            <a:avLst/>
          </a:prstGeom>
          <a:solidFill>
            <a:srgbClr val="230907"/>
          </a:solidFill>
          <a:ln w="12383">
            <a:solidFill>
              <a:srgbClr val="FF6C36"/>
            </a:solidFill>
            <a:prstDash val="dash"/>
          </a:ln>
        </p:spPr>
        <p:txBody>
          <a:bodyPr/>
          <a:p/>
        </p:txBody>
      </p:sp>
      <p:sp>
        <p:nvSpPr>
          <p:cNvPr id="1010" name="报告导出_占位标题"/>
          <p:cNvSpPr>
            <a:spLocks noGrp="1"/>
          </p:cNvSpPr>
          <p:nvPr/>
        </p:nvSpPr>
        <p:spPr>
          <a:xfrm>
            <a:off x="7639050" y="3543300"/>
            <a:ext cx="340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9B8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专题报告 / STIX 导出</a:t>
            </a:r>
            <a:endParaRPr sz="1800" b="0">
              <a:solidFill>
                <a:srgbClr val="D9B8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1" name="报告导出_占位说明"/>
          <p:cNvSpPr>
            <a:spLocks noGrp="1"/>
          </p:cNvSpPr>
          <p:nvPr/>
        </p:nvSpPr>
        <p:spPr>
          <a:xfrm>
            <a:off x="7639050" y="3924300"/>
            <a:ext cx="3409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58F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75" b="0">
              <a:solidFill>
                <a:srgbClr val="B58F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2" name="问答展示重点"/>
          <p:cNvSpPr>
            <a:spLocks noGrp="1"/>
          </p:cNvSpPr>
          <p:nvPr/>
        </p:nvSpPr>
        <p:spPr>
          <a:xfrm>
            <a:off x="990600" y="55245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完整问题、回答内容、引用编号及执行轨迹</a:t>
            </a:r>
            <a:endParaRPr sz="1500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3" name="报告展示重点"/>
          <p:cNvSpPr>
            <a:spLocks noGrp="1"/>
          </p:cNvSpPr>
          <p:nvPr/>
        </p:nvSpPr>
        <p:spPr>
          <a:xfrm>
            <a:off x="7486650" y="5524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报告正文、重点情报及导出结果</a:t>
            </a:r>
            <a:endParaRPr sz="1425" b="0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4" name="分隔细线"/>
          <p:cNvSpPr>
            <a:spLocks noGrp="1"/>
          </p:cNvSpPr>
          <p:nvPr/>
        </p:nvSpPr>
        <p:spPr>
          <a:xfrm>
            <a:off x="990600" y="6143625"/>
            <a:ext cx="10210800" cy="7620"/>
          </a:xfrm>
          <a:prstGeom prst="rect">
            <a:avLst/>
          </a:prstGeom>
          <a:solidFill>
            <a:srgbClr val="8D4B32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15" name="页面说明"/>
          <p:cNvSpPr>
            <a:spLocks noGrp="1"/>
          </p:cNvSpPr>
          <p:nvPr/>
        </p:nvSpPr>
        <p:spPr>
          <a:xfrm>
            <a:off x="990600" y="6343650"/>
            <a:ext cx="1021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2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研判结论可追溯到来源，分析成果支持报告输出与 STIX 2.1 导出</a:t>
            </a:r>
            <a:endParaRPr sz="1500" b="1">
              <a:solidFill>
                <a:srgbClr val="FFF2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17" name="Picture 1016" descr="s14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450592"/>
            <a:ext cx="6190488" cy="2880360"/>
          </a:xfrm>
          <a:prstGeom prst="rect">
            <a:avLst/>
          </a:prstGeom>
        </p:spPr>
      </p:pic>
      <p:pic>
        <p:nvPicPr>
          <p:cNvPr id="1018" name="Picture 1017" descr="s14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2450592"/>
            <a:ext cx="3712463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7" name="直接箭头连接符 46"/>
          <p:cNvCxnSpPr>
            <a:stCxn id="43" idx="3"/>
            <a:endCxn id="44" idx="1"/>
          </p:cNvCxnSpPr>
          <p:nvPr/>
        </p:nvCxnSpPr>
        <p:spPr>
          <a:xfrm>
            <a:off x="8647430" y="5758180"/>
            <a:ext cx="88773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46" name="直接箭头连接符 45"/>
          <p:cNvCxnSpPr>
            <a:stCxn id="42" idx="3"/>
            <a:endCxn id="43" idx="1"/>
          </p:cNvCxnSpPr>
          <p:nvPr/>
        </p:nvCxnSpPr>
        <p:spPr>
          <a:xfrm flipV="1">
            <a:off x="6190615" y="5758180"/>
            <a:ext cx="715010" cy="635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45" name="直接箭头连接符 44"/>
          <p:cNvCxnSpPr>
            <a:stCxn id="41" idx="3"/>
            <a:endCxn id="42" idx="1"/>
          </p:cNvCxnSpPr>
          <p:nvPr/>
        </p:nvCxnSpPr>
        <p:spPr>
          <a:xfrm>
            <a:off x="3743325" y="5758815"/>
            <a:ext cx="5969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cxnSp>
        <p:nvCxnSpPr>
          <p:cNvPr id="10" name="直接箭头连接符 9"/>
          <p:cNvCxnSpPr>
            <a:stCxn id="4" idx="3"/>
            <a:endCxn id="7" idx="1"/>
          </p:cNvCxnSpPr>
          <p:nvPr/>
        </p:nvCxnSpPr>
        <p:spPr>
          <a:xfrm>
            <a:off x="5816600" y="1929130"/>
            <a:ext cx="596900" cy="0"/>
          </a:xfrm>
          <a:prstGeom prst="straightConnector1">
            <a:avLst/>
          </a:prstGeom>
          <a:ln w="12383">
            <a:solidFill>
              <a:srgbClr val="D79B7E"/>
            </a:solidFill>
            <a:tailEnd type="arrow" w="sm" len="sm"/>
          </a:ln>
        </p:spPr>
      </p:cxnSp>
      <p:sp>
        <p:nvSpPr>
          <p:cNvPr id="3" name="副标题"/>
          <p:cNvSpPr>
            <a:spLocks noGrp="1"/>
          </p:cNvSpPr>
          <p:nvPr/>
        </p:nvSpPr>
        <p:spPr>
          <a:xfrm>
            <a:off x="952500" y="-478155"/>
            <a:ext cx="101600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应用集成、容器协作与运行保障</a:t>
            </a:r>
            <a:endParaRPr sz="14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Next.js 前端"/>
          <p:cNvSpPr>
            <a:spLocks noGrp="1"/>
          </p:cNvSpPr>
          <p:nvPr/>
        </p:nvSpPr>
        <p:spPr>
          <a:xfrm>
            <a:off x="3632200" y="1510030"/>
            <a:ext cx="2184400" cy="8382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5" name="Next.js 前端标题"/>
          <p:cNvSpPr>
            <a:spLocks noGrp="1"/>
          </p:cNvSpPr>
          <p:nvPr/>
        </p:nvSpPr>
        <p:spPr>
          <a:xfrm>
            <a:off x="3733800" y="1637030"/>
            <a:ext cx="2006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Next.js 前端</a:t>
            </a:r>
            <a:endParaRPr sz="18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ext.js 前端说明"/>
          <p:cNvSpPr>
            <a:spLocks noGrp="1"/>
          </p:cNvSpPr>
          <p:nvPr/>
        </p:nvSpPr>
        <p:spPr>
          <a:xfrm>
            <a:off x="3733800" y="1992630"/>
            <a:ext cx="2006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页面交互与 API 请求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后端 API"/>
          <p:cNvSpPr>
            <a:spLocks noGrp="1"/>
          </p:cNvSpPr>
          <p:nvPr/>
        </p:nvSpPr>
        <p:spPr>
          <a:xfrm>
            <a:off x="6413500" y="1510030"/>
            <a:ext cx="2159000" cy="8382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</p:sp>
      <p:sp>
        <p:nvSpPr>
          <p:cNvPr id="8" name="后端 API标题"/>
          <p:cNvSpPr>
            <a:spLocks noGrp="1"/>
          </p:cNvSpPr>
          <p:nvPr/>
        </p:nvSpPr>
        <p:spPr>
          <a:xfrm>
            <a:off x="6489700" y="1637030"/>
            <a:ext cx="20066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 API</a:t>
            </a:r>
            <a:endParaRPr sz="18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后端 API说明"/>
          <p:cNvSpPr>
            <a:spLocks noGrp="1"/>
          </p:cNvSpPr>
          <p:nvPr/>
        </p:nvSpPr>
        <p:spPr>
          <a:xfrm>
            <a:off x="6489700" y="1992630"/>
            <a:ext cx="2006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业务接口与任务服务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11" name="Compose 多容器部署边界"/>
          <p:cNvSpPr>
            <a:spLocks noGrp="1"/>
          </p:cNvSpPr>
          <p:nvPr/>
        </p:nvSpPr>
        <p:spPr>
          <a:xfrm>
            <a:off x="3556000" y="2703830"/>
            <a:ext cx="5080000" cy="2490470"/>
          </a:xfrm>
          <a:prstGeom prst="rect">
            <a:avLst/>
          </a:prstGeom>
          <a:solidFill>
            <a:srgbClr val="420301"/>
          </a:solidFill>
          <a:ln w="15240">
            <a:solidFill>
              <a:srgbClr val="FF5825"/>
            </a:solidFill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493000" y="2348230"/>
            <a:ext cx="0" cy="355600"/>
          </a:xfrm>
          <a:prstGeom prst="line">
            <a:avLst/>
          </a:prstGeom>
          <a:noFill/>
          <a:ln w="9525">
            <a:solidFill>
              <a:srgbClr val="FF5825"/>
            </a:solidFill>
          </a:ln>
        </p:spPr>
      </p:sp>
      <p:sp>
        <p:nvSpPr>
          <p:cNvPr id="13" name="容器标题"/>
          <p:cNvSpPr>
            <a:spLocks noGrp="1"/>
          </p:cNvSpPr>
          <p:nvPr/>
        </p:nvSpPr>
        <p:spPr>
          <a:xfrm>
            <a:off x="3797300" y="2868930"/>
            <a:ext cx="4597400" cy="469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容器说明"/>
          <p:cNvSpPr>
            <a:spLocks noGrp="1"/>
          </p:cNvSpPr>
          <p:nvPr/>
        </p:nvSpPr>
        <p:spPr>
          <a:xfrm>
            <a:off x="3797300" y="3389630"/>
            <a:ext cx="45974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多容器编排与服务协作</a:t>
            </a:r>
            <a:endParaRPr sz="18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31500" b="32500"/>
          <a:stretch>
            <a:fillRect/>
          </a:stretch>
        </p:blipFill>
        <p:spPr>
          <a:xfrm>
            <a:off x="4064000" y="3855720"/>
            <a:ext cx="558800" cy="558800"/>
          </a:xfrm>
          <a:prstGeom prst="ellipse">
            <a:avLst/>
          </a:prstGeom>
        </p:spPr>
      </p:pic>
      <p:sp>
        <p:nvSpPr>
          <p:cNvPr id="16" name="数据库0"/>
          <p:cNvSpPr>
            <a:spLocks noGrp="1"/>
          </p:cNvSpPr>
          <p:nvPr/>
        </p:nvSpPr>
        <p:spPr>
          <a:xfrm>
            <a:off x="3632200" y="4465320"/>
            <a:ext cx="1379855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职责0"/>
          <p:cNvSpPr>
            <a:spLocks noGrp="1"/>
          </p:cNvSpPr>
          <p:nvPr/>
        </p:nvSpPr>
        <p:spPr>
          <a:xfrm>
            <a:off x="3632200" y="4757420"/>
            <a:ext cx="1308100" cy="21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结构化记录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l="31500" b="32500"/>
          <a:stretch>
            <a:fillRect/>
          </a:stretch>
        </p:blipFill>
        <p:spPr>
          <a:xfrm>
            <a:off x="5302250" y="3855720"/>
            <a:ext cx="558800" cy="558800"/>
          </a:xfrm>
          <a:prstGeom prst="ellipse">
            <a:avLst/>
          </a:prstGeom>
        </p:spPr>
      </p:pic>
      <p:sp>
        <p:nvSpPr>
          <p:cNvPr id="19" name="数据库1"/>
          <p:cNvSpPr>
            <a:spLocks noGrp="1"/>
          </p:cNvSpPr>
          <p:nvPr/>
        </p:nvSpPr>
        <p:spPr>
          <a:xfrm>
            <a:off x="4870450" y="4465320"/>
            <a:ext cx="13081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Qdrant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职责1"/>
          <p:cNvSpPr>
            <a:spLocks noGrp="1"/>
          </p:cNvSpPr>
          <p:nvPr/>
        </p:nvSpPr>
        <p:spPr>
          <a:xfrm>
            <a:off x="4870450" y="4757420"/>
            <a:ext cx="1308100" cy="21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向量索引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l="31500" b="32500"/>
          <a:stretch>
            <a:fillRect/>
          </a:stretch>
        </p:blipFill>
        <p:spPr>
          <a:xfrm>
            <a:off x="6426200" y="3855720"/>
            <a:ext cx="558800" cy="558800"/>
          </a:xfrm>
          <a:prstGeom prst="ellipse">
            <a:avLst/>
          </a:prstGeom>
        </p:spPr>
      </p:pic>
      <p:sp>
        <p:nvSpPr>
          <p:cNvPr id="22" name="数据库2"/>
          <p:cNvSpPr>
            <a:spLocks noGrp="1"/>
          </p:cNvSpPr>
          <p:nvPr/>
        </p:nvSpPr>
        <p:spPr>
          <a:xfrm>
            <a:off x="5994400" y="4465320"/>
            <a:ext cx="13081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Neo4j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职责2"/>
          <p:cNvSpPr>
            <a:spLocks noGrp="1"/>
          </p:cNvSpPr>
          <p:nvPr/>
        </p:nvSpPr>
        <p:spPr>
          <a:xfrm>
            <a:off x="5994400" y="4757420"/>
            <a:ext cx="1308100" cy="21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实体关系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rcRect l="31500" b="32500"/>
          <a:stretch>
            <a:fillRect/>
          </a:stretch>
        </p:blipFill>
        <p:spPr>
          <a:xfrm>
            <a:off x="7645400" y="3855720"/>
            <a:ext cx="558800" cy="558800"/>
          </a:xfrm>
          <a:prstGeom prst="ellipse">
            <a:avLst/>
          </a:prstGeom>
        </p:spPr>
      </p:pic>
      <p:sp>
        <p:nvSpPr>
          <p:cNvPr id="25" name="数据库3"/>
          <p:cNvSpPr>
            <a:spLocks noGrp="1"/>
          </p:cNvSpPr>
          <p:nvPr/>
        </p:nvSpPr>
        <p:spPr>
          <a:xfrm>
            <a:off x="7213600" y="4465320"/>
            <a:ext cx="13081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职责3"/>
          <p:cNvSpPr>
            <a:spLocks noGrp="1"/>
          </p:cNvSpPr>
          <p:nvPr/>
        </p:nvSpPr>
        <p:spPr>
          <a:xfrm>
            <a:off x="7213600" y="4757420"/>
            <a:ext cx="1308100" cy="21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82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缓存与状态</a:t>
            </a:r>
            <a:endParaRPr sz="1600" b="0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7" name="左分区"/>
          <p:cNvSpPr>
            <a:spLocks noGrp="1"/>
          </p:cNvSpPr>
          <p:nvPr/>
        </p:nvSpPr>
        <p:spPr>
          <a:xfrm>
            <a:off x="1415415" y="1650365"/>
            <a:ext cx="967105" cy="2787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1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工程交付</a:t>
            </a:r>
            <a:endParaRPr sz="1800" b="1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8" name="CI标题"/>
          <p:cNvSpPr>
            <a:spLocks noGrp="1"/>
          </p:cNvSpPr>
          <p:nvPr/>
        </p:nvSpPr>
        <p:spPr>
          <a:xfrm>
            <a:off x="882650" y="2256790"/>
            <a:ext cx="2530475" cy="4203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Actions</a:t>
            </a:r>
            <a:endParaRPr sz="24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CI说明"/>
          <p:cNvSpPr>
            <a:spLocks noGrp="1"/>
          </p:cNvSpPr>
          <p:nvPr/>
        </p:nvSpPr>
        <p:spPr>
          <a:xfrm>
            <a:off x="1001395" y="2814320"/>
            <a:ext cx="2222500" cy="55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执行后端检查、单元测试、前端构建及部署配置校验</a:t>
            </a:r>
            <a:endParaRPr lang="zh-CN" altLang="en-US"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3124200" y="2881630"/>
            <a:ext cx="4318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31" name="迁移标题"/>
          <p:cNvSpPr>
            <a:spLocks noGrp="1"/>
          </p:cNvSpPr>
          <p:nvPr/>
        </p:nvSpPr>
        <p:spPr>
          <a:xfrm>
            <a:off x="911225" y="3792220"/>
            <a:ext cx="22225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Alembic</a:t>
            </a:r>
            <a:endParaRPr sz="24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迁移说明"/>
          <p:cNvSpPr>
            <a:spLocks noGrp="1"/>
          </p:cNvSpPr>
          <p:nvPr/>
        </p:nvSpPr>
        <p:spPr>
          <a:xfrm>
            <a:off x="930275" y="4263390"/>
            <a:ext cx="2362200" cy="55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版本化数据库迁移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更新 PostgreSQL 表结构</a:t>
            </a:r>
            <a:endParaRPr sz="16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3124200" y="4431030"/>
            <a:ext cx="4318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34" name="右分区"/>
          <p:cNvSpPr>
            <a:spLocks noGrp="1"/>
          </p:cNvSpPr>
          <p:nvPr/>
        </p:nvSpPr>
        <p:spPr>
          <a:xfrm>
            <a:off x="9375775" y="1674000"/>
            <a:ext cx="972820" cy="2787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1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8CCC5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运行保障</a:t>
            </a:r>
            <a:endParaRPr sz="1800" b="1">
              <a:solidFill>
                <a:srgbClr val="E8CCC5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5" name="监控标题"/>
          <p:cNvSpPr>
            <a:spLocks noGrp="1"/>
          </p:cNvSpPr>
          <p:nvPr/>
        </p:nvSpPr>
        <p:spPr>
          <a:xfrm>
            <a:off x="9173210" y="2133600"/>
            <a:ext cx="2028190" cy="673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Prometheus</a:t>
            </a:r>
            <a:endParaRPr sz="19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Grafana</a:t>
            </a:r>
            <a:endParaRPr sz="19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监控说明"/>
          <p:cNvSpPr>
            <a:spLocks noGrp="1"/>
          </p:cNvSpPr>
          <p:nvPr/>
        </p:nvSpPr>
        <p:spPr>
          <a:xfrm>
            <a:off x="9156700" y="2946400"/>
            <a:ext cx="2159000" cy="546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指标采集与可视化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服务状态及异常告警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8636000" y="3059430"/>
            <a:ext cx="3175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38" name="降级标题"/>
          <p:cNvSpPr>
            <a:spLocks noGrp="1"/>
          </p:cNvSpPr>
          <p:nvPr/>
        </p:nvSpPr>
        <p:spPr>
          <a:xfrm>
            <a:off x="9156700" y="3790800"/>
            <a:ext cx="2159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35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异常降级与恢复</a:t>
            </a:r>
            <a:endParaRPr lang="zh-CN" sz="18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降级说明"/>
          <p:cNvSpPr>
            <a:spLocks noGrp="1"/>
          </p:cNvSpPr>
          <p:nvPr/>
        </p:nvSpPr>
        <p:spPr>
          <a:xfrm>
            <a:off x="9156700" y="4305300"/>
            <a:ext cx="2159000" cy="546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超时隔离与降级响应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健康检查后逐步恢复</a:t>
            </a:r>
            <a:endParaRPr sz="1400" b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8636000" y="4528820"/>
            <a:ext cx="317500" cy="0"/>
          </a:xfrm>
          <a:prstGeom prst="line">
            <a:avLst/>
          </a:prstGeom>
          <a:noFill/>
          <a:ln w="9525">
            <a:solidFill>
              <a:srgbClr val="A56653"/>
            </a:solidFill>
          </a:ln>
        </p:spPr>
      </p:sp>
      <p:sp>
        <p:nvSpPr>
          <p:cNvPr id="41" name="实体 异常检测"/>
          <p:cNvSpPr>
            <a:spLocks noGrp="1"/>
          </p:cNvSpPr>
          <p:nvPr/>
        </p:nvSpPr>
        <p:spPr>
          <a:xfrm>
            <a:off x="2001520" y="5478780"/>
            <a:ext cx="1741805" cy="559435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异常检测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实体 隔离与降级"/>
          <p:cNvSpPr>
            <a:spLocks noGrp="1"/>
          </p:cNvSpPr>
          <p:nvPr/>
        </p:nvSpPr>
        <p:spPr>
          <a:xfrm>
            <a:off x="4340225" y="5478780"/>
            <a:ext cx="1850390" cy="559435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隔离与降级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实体 健康探测"/>
          <p:cNvSpPr>
            <a:spLocks noGrp="1"/>
          </p:cNvSpPr>
          <p:nvPr/>
        </p:nvSpPr>
        <p:spPr>
          <a:xfrm>
            <a:off x="6905625" y="5478780"/>
            <a:ext cx="1741805" cy="5588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健康探测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实体 恢复与补偿"/>
          <p:cNvSpPr>
            <a:spLocks noGrp="1"/>
          </p:cNvSpPr>
          <p:nvPr/>
        </p:nvSpPr>
        <p:spPr>
          <a:xfrm>
            <a:off x="9535160" y="5478780"/>
            <a:ext cx="1873250" cy="558800"/>
          </a:xfrm>
          <a:prstGeom prst="rect">
            <a:avLst/>
          </a:prstGeom>
          <a:solidFill>
            <a:srgbClr val="420301"/>
          </a:solidFill>
          <a:ln w="9525">
            <a:solidFill>
              <a:srgbClr val="C35A34"/>
            </a:solidFill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恢复与补偿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闭环说明"/>
          <p:cNvSpPr>
            <a:spLocks noGrp="1"/>
          </p:cNvSpPr>
          <p:nvPr/>
        </p:nvSpPr>
        <p:spPr>
          <a:xfrm>
            <a:off x="902970" y="5535930"/>
            <a:ext cx="829945" cy="6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9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故障处理闭环</a:t>
            </a:r>
            <a:endParaRPr sz="2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系统工程化部署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3713480" cy="316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SYSTEM ENGINEERING DEPLOYMENT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218" name="直接连接符 217"/>
          <p:cNvCxnSpPr/>
          <p:nvPr/>
        </p:nvCxnSpPr>
        <p:spPr>
          <a:xfrm flipV="1">
            <a:off x="4525010" y="688975"/>
            <a:ext cx="6828790" cy="12065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1" name="Google Shape;1312;p47"/>
          <p:cNvSpPr>
            <a:spLocks noGrp="1"/>
          </p:cNvSpPr>
          <p:nvPr/>
        </p:nvSpPr>
        <p:spPr>
          <a:xfrm>
            <a:off x="1016000" y="1535491"/>
            <a:ext cx="232184" cy="46456"/>
          </a:xfrm>
          <a:custGeom>
            <a:avLst/>
            <a:gdLst/>
            <a:ahLst/>
            <a:cxnLst/>
            <a:rect l="l" t="t" r="r" b="b"/>
            <a:pathLst>
              <a:path w="9091" h="1819">
                <a:moveTo>
                  <a:pt x="1" y="1"/>
                </a:moveTo>
                <a:lnTo>
                  <a:pt x="1" y="1819"/>
                </a:lnTo>
                <a:lnTo>
                  <a:pt x="9091" y="1819"/>
                </a:lnTo>
                <a:lnTo>
                  <a:pt x="909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2" name="Google Shape;1313;p47"/>
          <p:cNvSpPr>
            <a:spLocks noGrp="1"/>
          </p:cNvSpPr>
          <p:nvPr/>
        </p:nvSpPr>
        <p:spPr>
          <a:xfrm>
            <a:off x="1268412" y="1422400"/>
            <a:ext cx="89313" cy="59559"/>
          </a:xfrm>
          <a:custGeom>
            <a:avLst/>
            <a:gdLst/>
            <a:ahLst/>
            <a:cxnLst/>
            <a:rect l="l" t="t" r="r" b="b"/>
            <a:pathLst>
              <a:path w="3497" h="2332">
                <a:moveTo>
                  <a:pt x="1399" y="1"/>
                </a:moveTo>
                <a:lnTo>
                  <a:pt x="1072" y="140"/>
                </a:lnTo>
                <a:lnTo>
                  <a:pt x="793" y="280"/>
                </a:lnTo>
                <a:lnTo>
                  <a:pt x="513" y="513"/>
                </a:lnTo>
                <a:lnTo>
                  <a:pt x="280" y="746"/>
                </a:lnTo>
                <a:lnTo>
                  <a:pt x="140" y="1073"/>
                </a:lnTo>
                <a:lnTo>
                  <a:pt x="47" y="1399"/>
                </a:lnTo>
                <a:lnTo>
                  <a:pt x="0" y="1725"/>
                </a:lnTo>
                <a:lnTo>
                  <a:pt x="0" y="2331"/>
                </a:lnTo>
                <a:lnTo>
                  <a:pt x="793" y="2331"/>
                </a:lnTo>
                <a:lnTo>
                  <a:pt x="793" y="1725"/>
                </a:lnTo>
                <a:lnTo>
                  <a:pt x="793" y="1539"/>
                </a:lnTo>
                <a:lnTo>
                  <a:pt x="839" y="1352"/>
                </a:lnTo>
                <a:lnTo>
                  <a:pt x="932" y="1213"/>
                </a:lnTo>
                <a:lnTo>
                  <a:pt x="1072" y="1073"/>
                </a:lnTo>
                <a:lnTo>
                  <a:pt x="1212" y="933"/>
                </a:lnTo>
                <a:lnTo>
                  <a:pt x="1399" y="840"/>
                </a:lnTo>
                <a:lnTo>
                  <a:pt x="1538" y="793"/>
                </a:lnTo>
                <a:lnTo>
                  <a:pt x="1958" y="793"/>
                </a:lnTo>
                <a:lnTo>
                  <a:pt x="2144" y="840"/>
                </a:lnTo>
                <a:lnTo>
                  <a:pt x="2284" y="933"/>
                </a:lnTo>
                <a:lnTo>
                  <a:pt x="2424" y="1073"/>
                </a:lnTo>
                <a:lnTo>
                  <a:pt x="2564" y="1213"/>
                </a:lnTo>
                <a:lnTo>
                  <a:pt x="2657" y="1352"/>
                </a:lnTo>
                <a:lnTo>
                  <a:pt x="2704" y="1539"/>
                </a:lnTo>
                <a:lnTo>
                  <a:pt x="2750" y="1725"/>
                </a:lnTo>
                <a:lnTo>
                  <a:pt x="2750" y="2331"/>
                </a:lnTo>
                <a:lnTo>
                  <a:pt x="3496" y="2331"/>
                </a:lnTo>
                <a:lnTo>
                  <a:pt x="3496" y="1725"/>
                </a:lnTo>
                <a:lnTo>
                  <a:pt x="3496" y="1399"/>
                </a:lnTo>
                <a:lnTo>
                  <a:pt x="3356" y="1073"/>
                </a:lnTo>
                <a:lnTo>
                  <a:pt x="3217" y="746"/>
                </a:lnTo>
                <a:lnTo>
                  <a:pt x="2984" y="513"/>
                </a:lnTo>
                <a:lnTo>
                  <a:pt x="2750" y="280"/>
                </a:lnTo>
                <a:lnTo>
                  <a:pt x="2424" y="140"/>
                </a:lnTo>
                <a:lnTo>
                  <a:pt x="209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3" name="Google Shape;1314;p47"/>
          <p:cNvSpPr>
            <a:spLocks noGrp="1"/>
          </p:cNvSpPr>
          <p:nvPr/>
        </p:nvSpPr>
        <p:spPr>
          <a:xfrm>
            <a:off x="1268412" y="1502161"/>
            <a:ext cx="90488" cy="79787"/>
          </a:xfrm>
          <a:custGeom>
            <a:avLst/>
            <a:gdLst/>
            <a:ahLst/>
            <a:cxnLst/>
            <a:rect l="l" t="t" r="r" b="b"/>
            <a:pathLst>
              <a:path w="3543" h="3124">
                <a:moveTo>
                  <a:pt x="0" y="1"/>
                </a:moveTo>
                <a:lnTo>
                  <a:pt x="0" y="3124"/>
                </a:lnTo>
                <a:lnTo>
                  <a:pt x="1352" y="3124"/>
                </a:lnTo>
                <a:lnTo>
                  <a:pt x="1352" y="1119"/>
                </a:lnTo>
                <a:lnTo>
                  <a:pt x="2144" y="1119"/>
                </a:lnTo>
                <a:lnTo>
                  <a:pt x="2144" y="3124"/>
                </a:lnTo>
                <a:lnTo>
                  <a:pt x="3543" y="3124"/>
                </a:lnTo>
                <a:lnTo>
                  <a:pt x="354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4" name="Google Shape;1315;p47"/>
          <p:cNvSpPr>
            <a:spLocks noGrp="1"/>
          </p:cNvSpPr>
          <p:nvPr/>
        </p:nvSpPr>
        <p:spPr>
          <a:xfrm>
            <a:off x="1016000" y="1602176"/>
            <a:ext cx="291717" cy="25028"/>
          </a:xfrm>
          <a:custGeom>
            <a:avLst/>
            <a:gdLst/>
            <a:ahLst/>
            <a:cxnLst/>
            <a:rect l="l" t="t" r="r" b="b"/>
            <a:pathLst>
              <a:path w="11422" h="980">
                <a:moveTo>
                  <a:pt x="1" y="0"/>
                </a:moveTo>
                <a:lnTo>
                  <a:pt x="1" y="979"/>
                </a:lnTo>
                <a:lnTo>
                  <a:pt x="11421" y="979"/>
                </a:lnTo>
                <a:lnTo>
                  <a:pt x="1142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5" name="Google Shape;1316;p47"/>
          <p:cNvSpPr>
            <a:spLocks noGrp="1"/>
          </p:cNvSpPr>
          <p:nvPr/>
        </p:nvSpPr>
        <p:spPr>
          <a:xfrm>
            <a:off x="1016000" y="1647408"/>
            <a:ext cx="291717" cy="97664"/>
          </a:xfrm>
          <a:custGeom>
            <a:avLst/>
            <a:gdLst/>
            <a:ahLst/>
            <a:cxnLst/>
            <a:rect l="l" t="t" r="r" b="b"/>
            <a:pathLst>
              <a:path w="11422" h="3824">
                <a:moveTo>
                  <a:pt x="8252" y="2052"/>
                </a:moveTo>
                <a:lnTo>
                  <a:pt x="8252" y="2798"/>
                </a:lnTo>
                <a:lnTo>
                  <a:pt x="7086" y="2798"/>
                </a:lnTo>
                <a:lnTo>
                  <a:pt x="7086" y="2052"/>
                </a:lnTo>
                <a:close/>
                <a:moveTo>
                  <a:pt x="10256" y="2052"/>
                </a:moveTo>
                <a:lnTo>
                  <a:pt x="10256" y="2798"/>
                </a:lnTo>
                <a:lnTo>
                  <a:pt x="9137" y="2798"/>
                </a:lnTo>
                <a:lnTo>
                  <a:pt x="9137" y="2052"/>
                </a:lnTo>
                <a:close/>
                <a:moveTo>
                  <a:pt x="1" y="1"/>
                </a:moveTo>
                <a:lnTo>
                  <a:pt x="1" y="3823"/>
                </a:lnTo>
                <a:lnTo>
                  <a:pt x="11421" y="3823"/>
                </a:lnTo>
                <a:lnTo>
                  <a:pt x="1142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7" name="Google Shape;1438;p47"/>
          <p:cNvSpPr>
            <a:spLocks noGrp="1"/>
          </p:cNvSpPr>
          <p:nvPr/>
        </p:nvSpPr>
        <p:spPr>
          <a:xfrm>
            <a:off x="6223000" y="1422400"/>
            <a:ext cx="252437" cy="342900"/>
          </a:xfrm>
          <a:custGeom>
            <a:avLst/>
            <a:gdLst/>
            <a:ahLst/>
            <a:cxnLst/>
            <a:rect l="l" t="t" r="r" b="b"/>
            <a:pathLst>
              <a:path w="9884" h="13426">
                <a:moveTo>
                  <a:pt x="4988" y="1492"/>
                </a:moveTo>
                <a:lnTo>
                  <a:pt x="4988" y="2284"/>
                </a:lnTo>
                <a:lnTo>
                  <a:pt x="1679" y="2284"/>
                </a:lnTo>
                <a:lnTo>
                  <a:pt x="1679" y="1492"/>
                </a:lnTo>
                <a:close/>
                <a:moveTo>
                  <a:pt x="4988" y="3170"/>
                </a:moveTo>
                <a:lnTo>
                  <a:pt x="4988" y="3963"/>
                </a:lnTo>
                <a:lnTo>
                  <a:pt x="1679" y="3963"/>
                </a:lnTo>
                <a:lnTo>
                  <a:pt x="1679" y="3170"/>
                </a:lnTo>
                <a:close/>
                <a:moveTo>
                  <a:pt x="4942" y="5454"/>
                </a:moveTo>
                <a:lnTo>
                  <a:pt x="5268" y="5501"/>
                </a:lnTo>
                <a:lnTo>
                  <a:pt x="5548" y="5594"/>
                </a:lnTo>
                <a:lnTo>
                  <a:pt x="5828" y="5734"/>
                </a:lnTo>
                <a:lnTo>
                  <a:pt x="6014" y="5920"/>
                </a:lnTo>
                <a:lnTo>
                  <a:pt x="6200" y="6153"/>
                </a:lnTo>
                <a:lnTo>
                  <a:pt x="6387" y="6433"/>
                </a:lnTo>
                <a:lnTo>
                  <a:pt x="6480" y="6713"/>
                </a:lnTo>
                <a:lnTo>
                  <a:pt x="6480" y="7039"/>
                </a:lnTo>
                <a:lnTo>
                  <a:pt x="6480" y="7459"/>
                </a:lnTo>
                <a:lnTo>
                  <a:pt x="7179" y="7459"/>
                </a:lnTo>
                <a:lnTo>
                  <a:pt x="7179" y="11561"/>
                </a:lnTo>
                <a:lnTo>
                  <a:pt x="2704" y="11561"/>
                </a:lnTo>
                <a:lnTo>
                  <a:pt x="2704" y="7459"/>
                </a:lnTo>
                <a:lnTo>
                  <a:pt x="3404" y="7459"/>
                </a:lnTo>
                <a:lnTo>
                  <a:pt x="3404" y="7039"/>
                </a:lnTo>
                <a:lnTo>
                  <a:pt x="3404" y="6713"/>
                </a:lnTo>
                <a:lnTo>
                  <a:pt x="3497" y="6433"/>
                </a:lnTo>
                <a:lnTo>
                  <a:pt x="3637" y="6153"/>
                </a:lnTo>
                <a:lnTo>
                  <a:pt x="3823" y="5920"/>
                </a:lnTo>
                <a:lnTo>
                  <a:pt x="4056" y="5734"/>
                </a:lnTo>
                <a:lnTo>
                  <a:pt x="4336" y="5594"/>
                </a:lnTo>
                <a:lnTo>
                  <a:pt x="4616" y="5501"/>
                </a:lnTo>
                <a:lnTo>
                  <a:pt x="4942" y="5454"/>
                </a:lnTo>
                <a:close/>
                <a:moveTo>
                  <a:pt x="1" y="0"/>
                </a:moveTo>
                <a:lnTo>
                  <a:pt x="1" y="13425"/>
                </a:lnTo>
                <a:lnTo>
                  <a:pt x="9883" y="13425"/>
                </a:lnTo>
                <a:lnTo>
                  <a:pt x="9883" y="3217"/>
                </a:lnTo>
                <a:lnTo>
                  <a:pt x="6620" y="3217"/>
                </a:lnTo>
                <a:lnTo>
                  <a:pt x="662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8" name="Google Shape;1439;p47"/>
          <p:cNvSpPr>
            <a:spLocks noGrp="1"/>
          </p:cNvSpPr>
          <p:nvPr/>
        </p:nvSpPr>
        <p:spPr>
          <a:xfrm>
            <a:off x="6330167" y="1581923"/>
            <a:ext cx="38105" cy="30980"/>
          </a:xfrm>
          <a:custGeom>
            <a:avLst/>
            <a:gdLst/>
            <a:ahLst/>
            <a:cxnLst/>
            <a:rect l="l" t="t" r="r" b="b"/>
            <a:pathLst>
              <a:path w="1492" h="1213">
                <a:moveTo>
                  <a:pt x="746" y="1"/>
                </a:moveTo>
                <a:lnTo>
                  <a:pt x="606" y="47"/>
                </a:lnTo>
                <a:lnTo>
                  <a:pt x="466" y="47"/>
                </a:lnTo>
                <a:lnTo>
                  <a:pt x="326" y="141"/>
                </a:lnTo>
                <a:lnTo>
                  <a:pt x="186" y="234"/>
                </a:lnTo>
                <a:lnTo>
                  <a:pt x="93" y="327"/>
                </a:lnTo>
                <a:lnTo>
                  <a:pt x="47" y="467"/>
                </a:lnTo>
                <a:lnTo>
                  <a:pt x="0" y="607"/>
                </a:lnTo>
                <a:lnTo>
                  <a:pt x="0" y="793"/>
                </a:lnTo>
                <a:lnTo>
                  <a:pt x="0" y="1213"/>
                </a:lnTo>
                <a:lnTo>
                  <a:pt x="1492" y="1213"/>
                </a:lnTo>
                <a:lnTo>
                  <a:pt x="1492" y="793"/>
                </a:lnTo>
                <a:lnTo>
                  <a:pt x="1492" y="607"/>
                </a:lnTo>
                <a:lnTo>
                  <a:pt x="1445" y="467"/>
                </a:lnTo>
                <a:lnTo>
                  <a:pt x="1398" y="327"/>
                </a:lnTo>
                <a:lnTo>
                  <a:pt x="1305" y="234"/>
                </a:lnTo>
                <a:lnTo>
                  <a:pt x="1165" y="141"/>
                </a:lnTo>
                <a:lnTo>
                  <a:pt x="1026" y="47"/>
                </a:lnTo>
                <a:lnTo>
                  <a:pt x="886" y="47"/>
                </a:lnTo>
                <a:lnTo>
                  <a:pt x="74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9" name="Google Shape;1440;p47"/>
          <p:cNvSpPr>
            <a:spLocks noGrp="1"/>
          </p:cNvSpPr>
          <p:nvPr/>
        </p:nvSpPr>
        <p:spPr>
          <a:xfrm>
            <a:off x="6412303" y="1422400"/>
            <a:ext cx="63135" cy="61933"/>
          </a:xfrm>
          <a:custGeom>
            <a:avLst/>
            <a:gdLst/>
            <a:ahLst/>
            <a:cxnLst/>
            <a:rect l="l" t="t" r="r" b="b"/>
            <a:pathLst>
              <a:path w="2472" h="2425">
                <a:moveTo>
                  <a:pt x="0" y="0"/>
                </a:moveTo>
                <a:lnTo>
                  <a:pt x="0" y="2424"/>
                </a:lnTo>
                <a:lnTo>
                  <a:pt x="2471" y="242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0" name="Google Shape;1441;p47"/>
          <p:cNvSpPr>
            <a:spLocks noGrp="1"/>
          </p:cNvSpPr>
          <p:nvPr/>
        </p:nvSpPr>
        <p:spPr>
          <a:xfrm>
            <a:off x="6312288" y="1631929"/>
            <a:ext cx="73836" cy="65509"/>
          </a:xfrm>
          <a:custGeom>
            <a:avLst/>
            <a:gdLst/>
            <a:ahLst/>
            <a:cxnLst/>
            <a:rect l="l" t="t" r="r" b="b"/>
            <a:pathLst>
              <a:path w="2891" h="2565">
                <a:moveTo>
                  <a:pt x="1" y="0"/>
                </a:moveTo>
                <a:lnTo>
                  <a:pt x="1" y="2564"/>
                </a:lnTo>
                <a:lnTo>
                  <a:pt x="1073" y="2564"/>
                </a:lnTo>
                <a:lnTo>
                  <a:pt x="1073" y="886"/>
                </a:lnTo>
                <a:lnTo>
                  <a:pt x="1819" y="886"/>
                </a:lnTo>
                <a:lnTo>
                  <a:pt x="1819" y="2564"/>
                </a:lnTo>
                <a:lnTo>
                  <a:pt x="2891" y="2564"/>
                </a:lnTo>
                <a:lnTo>
                  <a:pt x="289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2" name="Google Shape;1397;p47"/>
          <p:cNvSpPr>
            <a:spLocks noGrp="1"/>
          </p:cNvSpPr>
          <p:nvPr/>
        </p:nvSpPr>
        <p:spPr>
          <a:xfrm>
            <a:off x="1202928" y="2917819"/>
            <a:ext cx="39305" cy="39305"/>
          </a:xfrm>
          <a:custGeom>
            <a:avLst/>
            <a:gdLst/>
            <a:ahLst/>
            <a:cxnLst/>
            <a:rect l="l" t="t" r="r" b="b"/>
            <a:pathLst>
              <a:path w="1539" h="1539">
                <a:moveTo>
                  <a:pt x="560" y="0"/>
                </a:moveTo>
                <a:lnTo>
                  <a:pt x="327" y="280"/>
                </a:lnTo>
                <a:lnTo>
                  <a:pt x="0" y="513"/>
                </a:lnTo>
                <a:lnTo>
                  <a:pt x="933" y="1445"/>
                </a:lnTo>
                <a:lnTo>
                  <a:pt x="1026" y="1492"/>
                </a:lnTo>
                <a:lnTo>
                  <a:pt x="1166" y="1539"/>
                </a:lnTo>
                <a:lnTo>
                  <a:pt x="1306" y="1492"/>
                </a:lnTo>
                <a:lnTo>
                  <a:pt x="1446" y="1445"/>
                </a:lnTo>
                <a:lnTo>
                  <a:pt x="1539" y="1305"/>
                </a:lnTo>
                <a:lnTo>
                  <a:pt x="1539" y="1166"/>
                </a:lnTo>
                <a:lnTo>
                  <a:pt x="1539" y="1026"/>
                </a:lnTo>
                <a:lnTo>
                  <a:pt x="1446" y="886"/>
                </a:lnTo>
                <a:lnTo>
                  <a:pt x="5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3" name="Google Shape;1398;p47"/>
          <p:cNvSpPr>
            <a:spLocks noGrp="1"/>
          </p:cNvSpPr>
          <p:nvPr/>
        </p:nvSpPr>
        <p:spPr>
          <a:xfrm>
            <a:off x="1131492" y="2846383"/>
            <a:ext cx="76211" cy="76211"/>
          </a:xfrm>
          <a:custGeom>
            <a:avLst/>
            <a:gdLst/>
            <a:ahLst/>
            <a:cxnLst/>
            <a:rect l="l" t="t" r="r" b="b"/>
            <a:pathLst>
              <a:path w="2984" h="2984">
                <a:moveTo>
                  <a:pt x="1213" y="0"/>
                </a:moveTo>
                <a:lnTo>
                  <a:pt x="933" y="94"/>
                </a:lnTo>
                <a:lnTo>
                  <a:pt x="653" y="233"/>
                </a:lnTo>
                <a:lnTo>
                  <a:pt x="420" y="420"/>
                </a:lnTo>
                <a:lnTo>
                  <a:pt x="234" y="653"/>
                </a:lnTo>
                <a:lnTo>
                  <a:pt x="140" y="933"/>
                </a:lnTo>
                <a:lnTo>
                  <a:pt x="47" y="1212"/>
                </a:lnTo>
                <a:lnTo>
                  <a:pt x="1" y="1492"/>
                </a:lnTo>
                <a:lnTo>
                  <a:pt x="47" y="1772"/>
                </a:lnTo>
                <a:lnTo>
                  <a:pt x="140" y="2051"/>
                </a:lnTo>
                <a:lnTo>
                  <a:pt x="234" y="2285"/>
                </a:lnTo>
                <a:lnTo>
                  <a:pt x="420" y="2518"/>
                </a:lnTo>
                <a:lnTo>
                  <a:pt x="653" y="2704"/>
                </a:lnTo>
                <a:lnTo>
                  <a:pt x="933" y="2844"/>
                </a:lnTo>
                <a:lnTo>
                  <a:pt x="1213" y="2937"/>
                </a:lnTo>
                <a:lnTo>
                  <a:pt x="1492" y="2984"/>
                </a:lnTo>
                <a:lnTo>
                  <a:pt x="1772" y="2937"/>
                </a:lnTo>
                <a:lnTo>
                  <a:pt x="2052" y="2844"/>
                </a:lnTo>
                <a:lnTo>
                  <a:pt x="2331" y="2704"/>
                </a:lnTo>
                <a:lnTo>
                  <a:pt x="2564" y="2518"/>
                </a:lnTo>
                <a:lnTo>
                  <a:pt x="2751" y="2285"/>
                </a:lnTo>
                <a:lnTo>
                  <a:pt x="2891" y="2051"/>
                </a:lnTo>
                <a:lnTo>
                  <a:pt x="2937" y="1772"/>
                </a:lnTo>
                <a:lnTo>
                  <a:pt x="2984" y="1492"/>
                </a:lnTo>
                <a:lnTo>
                  <a:pt x="2937" y="1212"/>
                </a:lnTo>
                <a:lnTo>
                  <a:pt x="2891" y="933"/>
                </a:lnTo>
                <a:lnTo>
                  <a:pt x="2751" y="653"/>
                </a:lnTo>
                <a:lnTo>
                  <a:pt x="2564" y="420"/>
                </a:lnTo>
                <a:lnTo>
                  <a:pt x="2331" y="233"/>
                </a:lnTo>
                <a:lnTo>
                  <a:pt x="2052" y="94"/>
                </a:lnTo>
                <a:lnTo>
                  <a:pt x="17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4" name="Google Shape;1399;p47"/>
          <p:cNvSpPr>
            <a:spLocks noGrp="1"/>
          </p:cNvSpPr>
          <p:nvPr/>
        </p:nvSpPr>
        <p:spPr>
          <a:xfrm>
            <a:off x="1016000" y="3028535"/>
            <a:ext cx="342900" cy="108365"/>
          </a:xfrm>
          <a:custGeom>
            <a:avLst/>
            <a:gdLst/>
            <a:ahLst/>
            <a:cxnLst/>
            <a:rect l="l" t="t" r="r" b="b"/>
            <a:pathLst>
              <a:path w="13426" h="4243">
                <a:moveTo>
                  <a:pt x="1" y="0"/>
                </a:moveTo>
                <a:lnTo>
                  <a:pt x="1" y="1865"/>
                </a:lnTo>
                <a:lnTo>
                  <a:pt x="5501" y="1865"/>
                </a:lnTo>
                <a:lnTo>
                  <a:pt x="5501" y="2471"/>
                </a:lnTo>
                <a:lnTo>
                  <a:pt x="5455" y="2657"/>
                </a:lnTo>
                <a:lnTo>
                  <a:pt x="5408" y="2844"/>
                </a:lnTo>
                <a:lnTo>
                  <a:pt x="5315" y="3030"/>
                </a:lnTo>
                <a:lnTo>
                  <a:pt x="5222" y="3170"/>
                </a:lnTo>
                <a:lnTo>
                  <a:pt x="5035" y="3263"/>
                </a:lnTo>
                <a:lnTo>
                  <a:pt x="4895" y="3357"/>
                </a:lnTo>
                <a:lnTo>
                  <a:pt x="4709" y="3450"/>
                </a:lnTo>
                <a:lnTo>
                  <a:pt x="3450" y="3450"/>
                </a:lnTo>
                <a:lnTo>
                  <a:pt x="3450" y="4242"/>
                </a:lnTo>
                <a:lnTo>
                  <a:pt x="9930" y="4242"/>
                </a:lnTo>
                <a:lnTo>
                  <a:pt x="9930" y="3450"/>
                </a:lnTo>
                <a:lnTo>
                  <a:pt x="8671" y="3450"/>
                </a:lnTo>
                <a:lnTo>
                  <a:pt x="8531" y="3357"/>
                </a:lnTo>
                <a:lnTo>
                  <a:pt x="8345" y="3263"/>
                </a:lnTo>
                <a:lnTo>
                  <a:pt x="8205" y="3170"/>
                </a:lnTo>
                <a:lnTo>
                  <a:pt x="8065" y="3030"/>
                </a:lnTo>
                <a:lnTo>
                  <a:pt x="7972" y="2844"/>
                </a:lnTo>
                <a:lnTo>
                  <a:pt x="7925" y="2657"/>
                </a:lnTo>
                <a:lnTo>
                  <a:pt x="7925" y="2471"/>
                </a:lnTo>
                <a:lnTo>
                  <a:pt x="7925" y="1865"/>
                </a:lnTo>
                <a:lnTo>
                  <a:pt x="13426" y="1865"/>
                </a:lnTo>
                <a:lnTo>
                  <a:pt x="134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5" name="Google Shape;1400;p47"/>
          <p:cNvSpPr>
            <a:spLocks noGrp="1"/>
          </p:cNvSpPr>
          <p:nvPr/>
        </p:nvSpPr>
        <p:spPr>
          <a:xfrm>
            <a:off x="1016000" y="2794000"/>
            <a:ext cx="342900" cy="214305"/>
          </a:xfrm>
          <a:custGeom>
            <a:avLst/>
            <a:gdLst/>
            <a:ahLst/>
            <a:cxnLst/>
            <a:rect l="l" t="t" r="r" b="b"/>
            <a:pathLst>
              <a:path w="13426" h="8391">
                <a:moveTo>
                  <a:pt x="6014" y="1259"/>
                </a:moveTo>
                <a:lnTo>
                  <a:pt x="6434" y="1306"/>
                </a:lnTo>
                <a:lnTo>
                  <a:pt x="6853" y="1445"/>
                </a:lnTo>
                <a:lnTo>
                  <a:pt x="7273" y="1632"/>
                </a:lnTo>
                <a:lnTo>
                  <a:pt x="7646" y="1912"/>
                </a:lnTo>
                <a:lnTo>
                  <a:pt x="7832" y="2145"/>
                </a:lnTo>
                <a:lnTo>
                  <a:pt x="7972" y="2424"/>
                </a:lnTo>
                <a:lnTo>
                  <a:pt x="8112" y="2657"/>
                </a:lnTo>
                <a:lnTo>
                  <a:pt x="8205" y="2937"/>
                </a:lnTo>
                <a:lnTo>
                  <a:pt x="8252" y="3217"/>
                </a:lnTo>
                <a:lnTo>
                  <a:pt x="8298" y="3543"/>
                </a:lnTo>
                <a:lnTo>
                  <a:pt x="8252" y="3823"/>
                </a:lnTo>
                <a:lnTo>
                  <a:pt x="8205" y="4102"/>
                </a:lnTo>
                <a:lnTo>
                  <a:pt x="9324" y="5175"/>
                </a:lnTo>
                <a:lnTo>
                  <a:pt x="9464" y="5361"/>
                </a:lnTo>
                <a:lnTo>
                  <a:pt x="9557" y="5594"/>
                </a:lnTo>
                <a:lnTo>
                  <a:pt x="9650" y="5781"/>
                </a:lnTo>
                <a:lnTo>
                  <a:pt x="9650" y="6014"/>
                </a:lnTo>
                <a:lnTo>
                  <a:pt x="9650" y="6247"/>
                </a:lnTo>
                <a:lnTo>
                  <a:pt x="9557" y="6433"/>
                </a:lnTo>
                <a:lnTo>
                  <a:pt x="9464" y="6666"/>
                </a:lnTo>
                <a:lnTo>
                  <a:pt x="9324" y="6853"/>
                </a:lnTo>
                <a:lnTo>
                  <a:pt x="9137" y="6993"/>
                </a:lnTo>
                <a:lnTo>
                  <a:pt x="8951" y="7086"/>
                </a:lnTo>
                <a:lnTo>
                  <a:pt x="8718" y="7132"/>
                </a:lnTo>
                <a:lnTo>
                  <a:pt x="8485" y="7179"/>
                </a:lnTo>
                <a:lnTo>
                  <a:pt x="8298" y="7132"/>
                </a:lnTo>
                <a:lnTo>
                  <a:pt x="8065" y="7086"/>
                </a:lnTo>
                <a:lnTo>
                  <a:pt x="7879" y="6993"/>
                </a:lnTo>
                <a:lnTo>
                  <a:pt x="7692" y="6853"/>
                </a:lnTo>
                <a:lnTo>
                  <a:pt x="6574" y="5734"/>
                </a:lnTo>
                <a:lnTo>
                  <a:pt x="6294" y="5781"/>
                </a:lnTo>
                <a:lnTo>
                  <a:pt x="5595" y="5781"/>
                </a:lnTo>
                <a:lnTo>
                  <a:pt x="5175" y="5641"/>
                </a:lnTo>
                <a:lnTo>
                  <a:pt x="4756" y="5408"/>
                </a:lnTo>
                <a:lnTo>
                  <a:pt x="4429" y="5128"/>
                </a:lnTo>
                <a:lnTo>
                  <a:pt x="4103" y="4802"/>
                </a:lnTo>
                <a:lnTo>
                  <a:pt x="3917" y="4382"/>
                </a:lnTo>
                <a:lnTo>
                  <a:pt x="3777" y="3963"/>
                </a:lnTo>
                <a:lnTo>
                  <a:pt x="3730" y="3543"/>
                </a:lnTo>
                <a:lnTo>
                  <a:pt x="3777" y="3077"/>
                </a:lnTo>
                <a:lnTo>
                  <a:pt x="3917" y="2657"/>
                </a:lnTo>
                <a:lnTo>
                  <a:pt x="4103" y="2284"/>
                </a:lnTo>
                <a:lnTo>
                  <a:pt x="4429" y="1912"/>
                </a:lnTo>
                <a:lnTo>
                  <a:pt x="4756" y="1632"/>
                </a:lnTo>
                <a:lnTo>
                  <a:pt x="5175" y="1445"/>
                </a:lnTo>
                <a:lnTo>
                  <a:pt x="5595" y="1306"/>
                </a:lnTo>
                <a:lnTo>
                  <a:pt x="6014" y="1259"/>
                </a:lnTo>
                <a:close/>
                <a:moveTo>
                  <a:pt x="1" y="0"/>
                </a:moveTo>
                <a:lnTo>
                  <a:pt x="1" y="8391"/>
                </a:lnTo>
                <a:lnTo>
                  <a:pt x="13426" y="8391"/>
                </a:lnTo>
                <a:lnTo>
                  <a:pt x="134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7" name="Google Shape;1351;p47"/>
          <p:cNvSpPr>
            <a:spLocks noGrp="1"/>
          </p:cNvSpPr>
          <p:nvPr/>
        </p:nvSpPr>
        <p:spPr>
          <a:xfrm>
            <a:off x="4623985" y="2947572"/>
            <a:ext cx="97639" cy="133369"/>
          </a:xfrm>
          <a:custGeom>
            <a:avLst/>
            <a:gdLst/>
            <a:ahLst/>
            <a:cxnLst/>
            <a:rect l="l" t="t" r="r" b="b"/>
            <a:pathLst>
              <a:path w="3823" h="5222">
                <a:moveTo>
                  <a:pt x="2657" y="1679"/>
                </a:moveTo>
                <a:lnTo>
                  <a:pt x="3217" y="2238"/>
                </a:lnTo>
                <a:lnTo>
                  <a:pt x="1678" y="3776"/>
                </a:lnTo>
                <a:lnTo>
                  <a:pt x="606" y="2658"/>
                </a:lnTo>
                <a:lnTo>
                  <a:pt x="1166" y="2098"/>
                </a:lnTo>
                <a:lnTo>
                  <a:pt x="1678" y="2658"/>
                </a:lnTo>
                <a:lnTo>
                  <a:pt x="2657" y="1679"/>
                </a:lnTo>
                <a:close/>
                <a:moveTo>
                  <a:pt x="1911" y="1"/>
                </a:moveTo>
                <a:lnTo>
                  <a:pt x="0" y="980"/>
                </a:lnTo>
                <a:lnTo>
                  <a:pt x="0" y="2704"/>
                </a:lnTo>
                <a:lnTo>
                  <a:pt x="47" y="3124"/>
                </a:lnTo>
                <a:lnTo>
                  <a:pt x="140" y="3543"/>
                </a:lnTo>
                <a:lnTo>
                  <a:pt x="327" y="3916"/>
                </a:lnTo>
                <a:lnTo>
                  <a:pt x="560" y="4289"/>
                </a:lnTo>
                <a:lnTo>
                  <a:pt x="839" y="4569"/>
                </a:lnTo>
                <a:lnTo>
                  <a:pt x="1119" y="4849"/>
                </a:lnTo>
                <a:lnTo>
                  <a:pt x="1492" y="5035"/>
                </a:lnTo>
                <a:lnTo>
                  <a:pt x="1911" y="5221"/>
                </a:lnTo>
                <a:lnTo>
                  <a:pt x="2331" y="5035"/>
                </a:lnTo>
                <a:lnTo>
                  <a:pt x="2704" y="4849"/>
                </a:lnTo>
                <a:lnTo>
                  <a:pt x="3030" y="4569"/>
                </a:lnTo>
                <a:lnTo>
                  <a:pt x="3310" y="4289"/>
                </a:lnTo>
                <a:lnTo>
                  <a:pt x="3496" y="3916"/>
                </a:lnTo>
                <a:lnTo>
                  <a:pt x="3683" y="3543"/>
                </a:lnTo>
                <a:lnTo>
                  <a:pt x="3776" y="3124"/>
                </a:lnTo>
                <a:lnTo>
                  <a:pt x="3823" y="2704"/>
                </a:lnTo>
                <a:lnTo>
                  <a:pt x="3823" y="980"/>
                </a:lnTo>
                <a:lnTo>
                  <a:pt x="19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8" name="Google Shape;1352;p47"/>
          <p:cNvSpPr>
            <a:spLocks noGrp="1"/>
          </p:cNvSpPr>
          <p:nvPr/>
        </p:nvSpPr>
        <p:spPr>
          <a:xfrm>
            <a:off x="4737077" y="2794000"/>
            <a:ext cx="61933" cy="63108"/>
          </a:xfrm>
          <a:custGeom>
            <a:avLst/>
            <a:gdLst/>
            <a:ahLst/>
            <a:cxnLst/>
            <a:rect l="l" t="t" r="r" b="b"/>
            <a:pathLst>
              <a:path w="2425" h="2471">
                <a:moveTo>
                  <a:pt x="1" y="0"/>
                </a:moveTo>
                <a:lnTo>
                  <a:pt x="1" y="2471"/>
                </a:lnTo>
                <a:lnTo>
                  <a:pt x="2425" y="2471"/>
                </a:lnTo>
                <a:lnTo>
                  <a:pt x="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9" name="Google Shape;1353;p47"/>
          <p:cNvSpPr>
            <a:spLocks noGrp="1"/>
          </p:cNvSpPr>
          <p:nvPr/>
        </p:nvSpPr>
        <p:spPr>
          <a:xfrm>
            <a:off x="4546600" y="2794000"/>
            <a:ext cx="252412" cy="342900"/>
          </a:xfrm>
          <a:custGeom>
            <a:avLst/>
            <a:gdLst/>
            <a:ahLst/>
            <a:cxnLst/>
            <a:rect l="l" t="t" r="r" b="b"/>
            <a:pathLst>
              <a:path w="9883" h="13426">
                <a:moveTo>
                  <a:pt x="5314" y="1492"/>
                </a:moveTo>
                <a:lnTo>
                  <a:pt x="5314" y="2238"/>
                </a:lnTo>
                <a:lnTo>
                  <a:pt x="2005" y="2238"/>
                </a:lnTo>
                <a:lnTo>
                  <a:pt x="2005" y="1492"/>
                </a:lnTo>
                <a:close/>
                <a:moveTo>
                  <a:pt x="5314" y="3077"/>
                </a:moveTo>
                <a:lnTo>
                  <a:pt x="5314" y="3869"/>
                </a:lnTo>
                <a:lnTo>
                  <a:pt x="2005" y="3869"/>
                </a:lnTo>
                <a:lnTo>
                  <a:pt x="2005" y="3077"/>
                </a:lnTo>
                <a:close/>
                <a:moveTo>
                  <a:pt x="4941" y="5128"/>
                </a:moveTo>
                <a:lnTo>
                  <a:pt x="7645" y="6526"/>
                </a:lnTo>
                <a:lnTo>
                  <a:pt x="7645" y="8717"/>
                </a:lnTo>
                <a:lnTo>
                  <a:pt x="7599" y="9277"/>
                </a:lnTo>
                <a:lnTo>
                  <a:pt x="7459" y="9836"/>
                </a:lnTo>
                <a:lnTo>
                  <a:pt x="7226" y="10349"/>
                </a:lnTo>
                <a:lnTo>
                  <a:pt x="6899" y="10815"/>
                </a:lnTo>
                <a:lnTo>
                  <a:pt x="6526" y="11234"/>
                </a:lnTo>
                <a:lnTo>
                  <a:pt x="6060" y="11561"/>
                </a:lnTo>
                <a:lnTo>
                  <a:pt x="5594" y="11840"/>
                </a:lnTo>
                <a:lnTo>
                  <a:pt x="5035" y="12027"/>
                </a:lnTo>
                <a:lnTo>
                  <a:pt x="4848" y="12027"/>
                </a:lnTo>
                <a:lnTo>
                  <a:pt x="4335" y="11840"/>
                </a:lnTo>
                <a:lnTo>
                  <a:pt x="3823" y="11561"/>
                </a:lnTo>
                <a:lnTo>
                  <a:pt x="3357" y="11234"/>
                </a:lnTo>
                <a:lnTo>
                  <a:pt x="2984" y="10815"/>
                </a:lnTo>
                <a:lnTo>
                  <a:pt x="2657" y="10349"/>
                </a:lnTo>
                <a:lnTo>
                  <a:pt x="2424" y="9836"/>
                </a:lnTo>
                <a:lnTo>
                  <a:pt x="2284" y="9277"/>
                </a:lnTo>
                <a:lnTo>
                  <a:pt x="2238" y="8717"/>
                </a:lnTo>
                <a:lnTo>
                  <a:pt x="2238" y="6526"/>
                </a:lnTo>
                <a:lnTo>
                  <a:pt x="4941" y="5128"/>
                </a:lnTo>
                <a:close/>
                <a:moveTo>
                  <a:pt x="0" y="0"/>
                </a:moveTo>
                <a:lnTo>
                  <a:pt x="0" y="13425"/>
                </a:lnTo>
                <a:lnTo>
                  <a:pt x="9883" y="13425"/>
                </a:lnTo>
                <a:lnTo>
                  <a:pt x="9883" y="3263"/>
                </a:lnTo>
                <a:lnTo>
                  <a:pt x="6666" y="3263"/>
                </a:lnTo>
                <a:lnTo>
                  <a:pt x="666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21" name="Google Shape;1507;p47"/>
          <p:cNvSpPr>
            <a:spLocks noGrp="1"/>
          </p:cNvSpPr>
          <p:nvPr/>
        </p:nvSpPr>
        <p:spPr>
          <a:xfrm>
            <a:off x="8253401" y="2945196"/>
            <a:ext cx="166699" cy="154797"/>
          </a:xfrm>
          <a:custGeom>
            <a:avLst/>
            <a:gdLst/>
            <a:ahLst/>
            <a:cxnLst/>
            <a:rect l="l" t="t" r="r" b="b"/>
            <a:pathLst>
              <a:path w="6527" h="6061">
                <a:moveTo>
                  <a:pt x="2099" y="2145"/>
                </a:moveTo>
                <a:lnTo>
                  <a:pt x="2099" y="2937"/>
                </a:lnTo>
                <a:lnTo>
                  <a:pt x="1306" y="2937"/>
                </a:lnTo>
                <a:lnTo>
                  <a:pt x="1306" y="2145"/>
                </a:lnTo>
                <a:close/>
                <a:moveTo>
                  <a:pt x="3684" y="2145"/>
                </a:moveTo>
                <a:lnTo>
                  <a:pt x="3684" y="2937"/>
                </a:lnTo>
                <a:lnTo>
                  <a:pt x="2891" y="2937"/>
                </a:lnTo>
                <a:lnTo>
                  <a:pt x="2891" y="2145"/>
                </a:lnTo>
                <a:close/>
                <a:moveTo>
                  <a:pt x="5268" y="2145"/>
                </a:moveTo>
                <a:lnTo>
                  <a:pt x="5268" y="2937"/>
                </a:lnTo>
                <a:lnTo>
                  <a:pt x="4476" y="2937"/>
                </a:lnTo>
                <a:lnTo>
                  <a:pt x="4476" y="2145"/>
                </a:lnTo>
                <a:close/>
                <a:moveTo>
                  <a:pt x="3078" y="0"/>
                </a:moveTo>
                <a:lnTo>
                  <a:pt x="3078" y="1119"/>
                </a:lnTo>
                <a:lnTo>
                  <a:pt x="1" y="1119"/>
                </a:lnTo>
                <a:lnTo>
                  <a:pt x="1" y="4662"/>
                </a:lnTo>
                <a:lnTo>
                  <a:pt x="2984" y="4662"/>
                </a:lnTo>
                <a:lnTo>
                  <a:pt x="4942" y="6060"/>
                </a:lnTo>
                <a:lnTo>
                  <a:pt x="4942" y="4662"/>
                </a:lnTo>
                <a:lnTo>
                  <a:pt x="6527" y="4662"/>
                </a:lnTo>
                <a:lnTo>
                  <a:pt x="652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22" name="Google Shape;1508;p47"/>
          <p:cNvSpPr>
            <a:spLocks noGrp="1"/>
          </p:cNvSpPr>
          <p:nvPr/>
        </p:nvSpPr>
        <p:spPr>
          <a:xfrm>
            <a:off x="8217696" y="2870185"/>
            <a:ext cx="94089" cy="83361"/>
          </a:xfrm>
          <a:custGeom>
            <a:avLst/>
            <a:gdLst/>
            <a:ahLst/>
            <a:cxnLst/>
            <a:rect l="l" t="t" r="r" b="b"/>
            <a:pathLst>
              <a:path w="3684" h="3264">
                <a:moveTo>
                  <a:pt x="0" y="1"/>
                </a:moveTo>
                <a:lnTo>
                  <a:pt x="0" y="3264"/>
                </a:lnTo>
                <a:lnTo>
                  <a:pt x="1446" y="3264"/>
                </a:lnTo>
                <a:lnTo>
                  <a:pt x="1446" y="1213"/>
                </a:lnTo>
                <a:lnTo>
                  <a:pt x="2238" y="1213"/>
                </a:lnTo>
                <a:lnTo>
                  <a:pt x="2238" y="3264"/>
                </a:lnTo>
                <a:lnTo>
                  <a:pt x="3683" y="3264"/>
                </a:lnTo>
                <a:lnTo>
                  <a:pt x="36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23" name="Google Shape;1509;p47"/>
          <p:cNvSpPr>
            <a:spLocks noGrp="1"/>
          </p:cNvSpPr>
          <p:nvPr/>
        </p:nvSpPr>
        <p:spPr>
          <a:xfrm>
            <a:off x="8077200" y="2898765"/>
            <a:ext cx="155997" cy="153597"/>
          </a:xfrm>
          <a:custGeom>
            <a:avLst/>
            <a:gdLst/>
            <a:ahLst/>
            <a:cxnLst/>
            <a:rect l="l" t="t" r="r" b="b"/>
            <a:pathLst>
              <a:path w="6108" h="6014">
                <a:moveTo>
                  <a:pt x="1" y="0"/>
                </a:moveTo>
                <a:lnTo>
                  <a:pt x="1" y="4662"/>
                </a:lnTo>
                <a:lnTo>
                  <a:pt x="1586" y="4662"/>
                </a:lnTo>
                <a:lnTo>
                  <a:pt x="1586" y="6014"/>
                </a:lnTo>
                <a:lnTo>
                  <a:pt x="3544" y="4662"/>
                </a:lnTo>
                <a:lnTo>
                  <a:pt x="6107" y="4662"/>
                </a:lnTo>
                <a:lnTo>
                  <a:pt x="6107" y="2937"/>
                </a:lnTo>
                <a:lnTo>
                  <a:pt x="4709" y="2937"/>
                </a:lnTo>
                <a:lnTo>
                  <a:pt x="470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24" name="Google Shape;1510;p47"/>
          <p:cNvSpPr>
            <a:spLocks noGrp="1"/>
          </p:cNvSpPr>
          <p:nvPr/>
        </p:nvSpPr>
        <p:spPr>
          <a:xfrm>
            <a:off x="8222447" y="2794000"/>
            <a:ext cx="82187" cy="55983"/>
          </a:xfrm>
          <a:custGeom>
            <a:avLst/>
            <a:gdLst/>
            <a:ahLst/>
            <a:cxnLst/>
            <a:rect l="l" t="t" r="r" b="b"/>
            <a:pathLst>
              <a:path w="3218" h="2192">
                <a:moveTo>
                  <a:pt x="1586" y="0"/>
                </a:moveTo>
                <a:lnTo>
                  <a:pt x="1260" y="47"/>
                </a:lnTo>
                <a:lnTo>
                  <a:pt x="980" y="140"/>
                </a:lnTo>
                <a:lnTo>
                  <a:pt x="700" y="280"/>
                </a:lnTo>
                <a:lnTo>
                  <a:pt x="467" y="466"/>
                </a:lnTo>
                <a:lnTo>
                  <a:pt x="281" y="699"/>
                </a:lnTo>
                <a:lnTo>
                  <a:pt x="141" y="979"/>
                </a:lnTo>
                <a:lnTo>
                  <a:pt x="48" y="1259"/>
                </a:lnTo>
                <a:lnTo>
                  <a:pt x="1" y="1585"/>
                </a:lnTo>
                <a:lnTo>
                  <a:pt x="1" y="2191"/>
                </a:lnTo>
                <a:lnTo>
                  <a:pt x="793" y="2191"/>
                </a:lnTo>
                <a:lnTo>
                  <a:pt x="793" y="1585"/>
                </a:lnTo>
                <a:lnTo>
                  <a:pt x="793" y="1445"/>
                </a:lnTo>
                <a:lnTo>
                  <a:pt x="840" y="1305"/>
                </a:lnTo>
                <a:lnTo>
                  <a:pt x="933" y="1166"/>
                </a:lnTo>
                <a:lnTo>
                  <a:pt x="1026" y="1026"/>
                </a:lnTo>
                <a:lnTo>
                  <a:pt x="1120" y="933"/>
                </a:lnTo>
                <a:lnTo>
                  <a:pt x="1260" y="839"/>
                </a:lnTo>
                <a:lnTo>
                  <a:pt x="1446" y="793"/>
                </a:lnTo>
                <a:lnTo>
                  <a:pt x="1772" y="793"/>
                </a:lnTo>
                <a:lnTo>
                  <a:pt x="1912" y="839"/>
                </a:lnTo>
                <a:lnTo>
                  <a:pt x="2052" y="933"/>
                </a:lnTo>
                <a:lnTo>
                  <a:pt x="2192" y="1026"/>
                </a:lnTo>
                <a:lnTo>
                  <a:pt x="2285" y="1166"/>
                </a:lnTo>
                <a:lnTo>
                  <a:pt x="2332" y="1305"/>
                </a:lnTo>
                <a:lnTo>
                  <a:pt x="2378" y="1445"/>
                </a:lnTo>
                <a:lnTo>
                  <a:pt x="2425" y="1585"/>
                </a:lnTo>
                <a:lnTo>
                  <a:pt x="2425" y="2191"/>
                </a:lnTo>
                <a:lnTo>
                  <a:pt x="3217" y="2191"/>
                </a:lnTo>
                <a:lnTo>
                  <a:pt x="3217" y="1585"/>
                </a:lnTo>
                <a:lnTo>
                  <a:pt x="3171" y="1259"/>
                </a:lnTo>
                <a:lnTo>
                  <a:pt x="3078" y="979"/>
                </a:lnTo>
                <a:lnTo>
                  <a:pt x="2938" y="699"/>
                </a:lnTo>
                <a:lnTo>
                  <a:pt x="2751" y="466"/>
                </a:lnTo>
                <a:lnTo>
                  <a:pt x="2518" y="280"/>
                </a:lnTo>
                <a:lnTo>
                  <a:pt x="2238" y="140"/>
                </a:lnTo>
                <a:lnTo>
                  <a:pt x="1912" y="47"/>
                </a:lnTo>
                <a:lnTo>
                  <a:pt x="15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27" name="环境标题"/>
          <p:cNvSpPr>
            <a:spLocks noGrp="1"/>
          </p:cNvSpPr>
          <p:nvPr/>
        </p:nvSpPr>
        <p:spPr>
          <a:xfrm>
            <a:off x="1498600" y="1409700"/>
            <a:ext cx="4279900" cy="3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测试环境与配置</a:t>
            </a:r>
            <a:endParaRPr sz="2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8" name="硬件占位"/>
          <p:cNvSpPr>
            <a:spLocks noGrp="1"/>
          </p:cNvSpPr>
          <p:nvPr/>
        </p:nvSpPr>
        <p:spPr>
          <a:xfrm>
            <a:off x="1016000" y="1866900"/>
            <a:ext cx="49149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32 核 / GPU 驱动不匹配（全链路 CPU ONNX）    内存 94 GB</a:t>
            </a:r>
            <a:endParaRPr sz="13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9" name="软件占位"/>
          <p:cNvSpPr>
            <a:spLocks noGrp="1"/>
          </p:cNvSpPr>
          <p:nvPr/>
        </p:nvSpPr>
        <p:spPr>
          <a:xfrm>
            <a:off x="1016000" y="2209800"/>
            <a:ext cx="4953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Ubuntu 24.04 / Docker 29+Compose / DeepSeek API + Qwen3-Embedding-0.6B + bge-reranker-v2-m3（ONNX）</a:t>
            </a:r>
            <a:endParaRPr sz="13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0" name="数据标题"/>
          <p:cNvSpPr>
            <a:spLocks noGrp="1"/>
          </p:cNvSpPr>
          <p:nvPr/>
        </p:nvSpPr>
        <p:spPr>
          <a:xfrm>
            <a:off x="6705600" y="1409700"/>
            <a:ext cx="4508500" cy="3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真实情报与样本构建</a:t>
            </a:r>
            <a:endParaRPr sz="2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1" name="数据占位"/>
          <p:cNvSpPr>
            <a:spLocks noGrp="1"/>
          </p:cNvSpPr>
          <p:nvPr/>
        </p:nvSpPr>
        <p:spPr>
          <a:xfrm>
            <a:off x="6223000" y="1866900"/>
            <a:ext cx="50292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来源：权威源核验 / 自建题集    样本：30条 / 12题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2" name="数据构建"/>
          <p:cNvSpPr>
            <a:spLocks noGrp="1"/>
          </p:cNvSpPr>
          <p:nvPr/>
        </p:nvSpPr>
        <p:spPr>
          <a:xfrm>
            <a:off x="6223000" y="2209800"/>
            <a:ext cx="50292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按时间切分、重复簇隔离，标注字段与问答证据</a:t>
            </a:r>
            <a:endParaRPr sz="13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3" name="直接连接符 2032"/>
          <p:cNvSpPr>
            <a:spLocks noGrp="1"/>
          </p:cNvSpPr>
          <p:nvPr/>
        </p:nvSpPr>
        <p:spPr>
          <a:xfrm>
            <a:off x="1016000" y="2603500"/>
            <a:ext cx="10223500" cy="0"/>
          </a:xfrm>
          <a:prstGeom prst="line">
            <a:avLst/>
          </a:prstGeom>
          <a:noFill/>
          <a:ln w="9525">
            <a:solidFill>
              <a:srgbClr val="AA6346"/>
            </a:solidFill>
          </a:ln>
        </p:spPr>
        <p:txBody>
          <a:bodyPr/>
          <a:p/>
        </p:txBody>
      </p:sp>
      <p:sp>
        <p:nvSpPr>
          <p:cNvPr id="2034" name="采集标题"/>
          <p:cNvSpPr>
            <a:spLocks noGrp="1"/>
          </p:cNvSpPr>
          <p:nvPr/>
        </p:nvSpPr>
        <p:spPr>
          <a:xfrm>
            <a:off x="1498600" y="2781300"/>
            <a:ext cx="28575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采集与去重</a:t>
            </a:r>
            <a:endParaRPr sz="2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5" name="采集评价"/>
          <p:cNvSpPr>
            <a:spLocks noGrp="1"/>
          </p:cNvSpPr>
          <p:nvPr/>
        </p:nvSpPr>
        <p:spPr>
          <a:xfrm>
            <a:off x="1016000" y="3302000"/>
            <a:ext cx="3365500" cy="1003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采集成功率、字段完整率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更新延迟 P95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去重 Precision / Recall / F1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核查误合并与漏合并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6" name="富化标题"/>
          <p:cNvSpPr>
            <a:spLocks noGrp="1"/>
          </p:cNvSpPr>
          <p:nvPr/>
        </p:nvSpPr>
        <p:spPr>
          <a:xfrm>
            <a:off x="5029200" y="2781300"/>
            <a:ext cx="28575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富化质量</a:t>
            </a:r>
            <a:endParaRPr sz="2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7" name="富化口径"/>
          <p:cNvSpPr>
            <a:spLocks noGrp="1"/>
          </p:cNvSpPr>
          <p:nvPr/>
        </p:nvSpPr>
        <p:spPr>
          <a:xfrm>
            <a:off x="4546600" y="3302000"/>
            <a:ext cx="3429000" cy="1003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 = 正确项 / 已核验项</a:t>
            </a:r>
            <a:endParaRPr sz="13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 = 有证据输出项 / 应富化项</a:t>
            </a:r>
            <a:endParaRPr sz="13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错误率 = 错误项 / 已核验项</a:t>
            </a:r>
            <a:endParaRPr sz="13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按字段标注，单列无法核验项</a:t>
            </a:r>
            <a:endParaRPr sz="13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8" name="问答标题"/>
          <p:cNvSpPr>
            <a:spLocks noGrp="1"/>
          </p:cNvSpPr>
          <p:nvPr/>
        </p:nvSpPr>
        <p:spPr>
          <a:xfrm>
            <a:off x="8559800" y="2781300"/>
            <a:ext cx="26670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问答评测</a:t>
            </a:r>
            <a:endParaRPr sz="2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9" name="问答方法"/>
          <p:cNvSpPr>
            <a:spLocks noGrp="1"/>
          </p:cNvSpPr>
          <p:nvPr/>
        </p:nvSpPr>
        <p:spPr>
          <a:xfrm>
            <a:off x="8077200" y="3302000"/>
            <a:ext cx="3213100" cy="1003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单跳、多跳、跨文档分层评测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人工核对标准答案与证据链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答案正确率、引用支持率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端到端时延 P95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0" name="直接连接符 2039"/>
          <p:cNvSpPr>
            <a:spLocks noGrp="1"/>
          </p:cNvSpPr>
          <p:nvPr/>
        </p:nvSpPr>
        <p:spPr>
          <a:xfrm>
            <a:off x="1016000" y="4457700"/>
            <a:ext cx="10223500" cy="0"/>
          </a:xfrm>
          <a:prstGeom prst="line">
            <a:avLst/>
          </a:prstGeom>
          <a:noFill/>
          <a:ln w="9525">
            <a:solidFill>
              <a:srgbClr val="AA6346"/>
            </a:solidFill>
          </a:ln>
        </p:spPr>
        <p:txBody>
          <a:bodyPr/>
          <a:p/>
        </p:txBody>
      </p:sp>
      <p:sp>
        <p:nvSpPr>
          <p:cNvPr id="2041" name="对照标题"/>
          <p:cNvSpPr>
            <a:spLocks noGrp="1"/>
          </p:cNvSpPr>
          <p:nvPr/>
        </p:nvSpPr>
        <p:spPr>
          <a:xfrm>
            <a:off x="1016000" y="4622800"/>
            <a:ext cx="4216400" cy="3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Agent 对照实验</a:t>
            </a:r>
            <a:endParaRPr sz="2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2" name="对照主体"/>
          <p:cNvSpPr>
            <a:spLocks noGrp="1"/>
          </p:cNvSpPr>
          <p:nvPr/>
        </p:nvSpPr>
        <p:spPr>
          <a:xfrm>
            <a:off x="1016000" y="5092700"/>
            <a:ext cx="4203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 vs  固定工作流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3" name="对照方法"/>
          <p:cNvSpPr>
            <a:spLocks noGrp="1"/>
          </p:cNvSpPr>
          <p:nvPr/>
        </p:nvSpPr>
        <p:spPr>
          <a:xfrm>
            <a:off x="1016000" y="5549900"/>
            <a:ext cx="4191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同模型、数据、工具与执行预算</a:t>
            </a:r>
            <a:endParaRPr sz="14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比较任务成功率、调用数与时延</a:t>
            </a:r>
            <a:endParaRPr sz="14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重复运行，报告均值及波动</a:t>
            </a:r>
            <a:endParaRPr sz="14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4" name="消融标题"/>
          <p:cNvSpPr>
            <a:spLocks noGrp="1"/>
          </p:cNvSpPr>
          <p:nvPr/>
        </p:nvSpPr>
        <p:spPr>
          <a:xfrm>
            <a:off x="5461000" y="4622800"/>
            <a:ext cx="5715000" cy="3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组件消融矩阵</a:t>
            </a:r>
            <a:endParaRPr sz="2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45" name="表格 2044"/>
          <p:cNvGraphicFramePr/>
          <p:nvPr/>
        </p:nvGraphicFramePr>
        <p:xfrm>
          <a:off x="5461000" y="5080000"/>
          <a:ext cx="5715000" cy="1512570"/>
        </p:xfrm>
        <a:graphic>
          <a:graphicData uri="http://schemas.openxmlformats.org/drawingml/2006/table">
            <a:tbl>
              <a:tblPr/>
              <a:tblGrid>
                <a:gridCol w="1587500"/>
                <a:gridCol w="1689100"/>
                <a:gridCol w="1041400"/>
                <a:gridCol w="1397000"/>
              </a:tblGrid>
              <a:tr h="252095">
                <a:tc>
                  <a:txBody>
                    <a:bodyPr/>
                    <a:lstStyle/>
                    <a:p>
                      <a:pPr algn="l"/>
                      <a:r>
                        <a:rPr sz="115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实验配置</a:t>
                      </a:r>
                      <a:endParaRPr sz="115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L w="5715">
                      <a:solidFill>
                        <a:srgbClr val="8C4F38"/>
                      </a:solidFill>
                    </a:lnL>
                    <a:lnR w="5715">
                      <a:solidFill>
                        <a:srgbClr val="8C4F38"/>
                      </a:solidFill>
                    </a:lnR>
                    <a:lnT w="5715">
                      <a:solidFill>
                        <a:srgbClr val="8C4F38"/>
                      </a:solidFill>
                    </a:lnT>
                    <a:lnB w="5715">
                      <a:solidFill>
                        <a:srgbClr val="8C4F38"/>
                      </a:solidFill>
                    </a:lnB>
                    <a:solidFill>
                      <a:srgbClr val="A52F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检索方式</a:t>
                      </a:r>
                      <a:endParaRPr sz="115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T w="5715">
                      <a:solidFill>
                        <a:srgbClr val="8C4F38"/>
                      </a:solidFill>
                    </a:lnT>
                    <a:lnB w="5715">
                      <a:solidFill>
                        <a:srgbClr val="8C4F38"/>
                      </a:solidFill>
                    </a:lnB>
                    <a:solidFill>
                      <a:srgbClr val="A52F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KG 扩展</a:t>
                      </a:r>
                      <a:endParaRPr sz="115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T w="5715">
                      <a:solidFill>
                        <a:srgbClr val="8C4F38"/>
                      </a:solidFill>
                    </a:lnT>
                    <a:lnB w="5715">
                      <a:solidFill>
                        <a:srgbClr val="8C4F38"/>
                      </a:solidFill>
                    </a:lnB>
                    <a:solidFill>
                      <a:srgbClr val="A52F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任务编排</a:t>
                      </a:r>
                      <a:endParaRPr sz="115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T w="5715">
                      <a:solidFill>
                        <a:srgbClr val="8C4F38"/>
                      </a:solidFill>
                    </a:lnT>
                    <a:lnB w="5715">
                      <a:solidFill>
                        <a:srgbClr val="8C4F38"/>
                      </a:solidFill>
                    </a:lnB>
                    <a:solidFill>
                      <a:srgbClr val="A52F1B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l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完整系统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L w="5715">
                      <a:solidFill>
                        <a:srgbClr val="8C4F38"/>
                      </a:solidFill>
                    </a:lnL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Dense + Sparse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l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仅稠密检索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L w="5715">
                      <a:solidFill>
                        <a:srgbClr val="8C4F38"/>
                      </a:solidFill>
                    </a:lnL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Dense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l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仅稀疏检索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L w="5715">
                      <a:solidFill>
                        <a:srgbClr val="8C4F38"/>
                      </a:solidFill>
                    </a:lnL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Sparse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l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移除图谱扩展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L w="5715">
                      <a:solidFill>
                        <a:srgbClr val="8C4F38"/>
                      </a:solidFill>
                    </a:lnL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Dense + Sparse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移除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l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移除 Agent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L w="5715">
                      <a:solidFill>
                        <a:srgbClr val="8C4F38"/>
                      </a:solidFill>
                    </a:lnL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Dense + Sparse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5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固定工作流</a:t>
                      </a:r>
                      <a:endParaRPr sz="1155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3500" marR="38100" marT="12700" marB="12700" anchor="ctr">
                    <a:lnR w="5715">
                      <a:solidFill>
                        <a:srgbClr val="8C4F38"/>
                      </a:solidFill>
                    </a:lnR>
                    <a:lnB w="5715">
                      <a:solidFill>
                        <a:srgbClr val="8C4F38"/>
                      </a:solidFill>
                    </a:lnB>
                    <a:solidFill>
                      <a:srgbClr val="420301"/>
                    </a:solidFill>
                  </a:tcPr>
                </a:tc>
              </a:tr>
            </a:tbl>
          </a:graphicData>
        </a:graphic>
      </p:graphicFrame>
      <p:sp>
        <p:nvSpPr>
          <p:cNvPr id="2046" name="设计说明"/>
          <p:cNvSpPr>
            <a:spLocks noGrp="1"/>
          </p:cNvSpPr>
          <p:nvPr/>
        </p:nvSpPr>
        <p:spPr>
          <a:xfrm>
            <a:off x="1016000" y="6616700"/>
            <a:ext cx="1016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7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75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已有30条字段核验、12题问答回归；对照与消融实验待执行</a:t>
            </a:r>
            <a:endParaRPr sz="10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实验设计与评价指标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6506845" cy="368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EXPERIMENTAL DESIGN AND EVALUATION METRICS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218" name="直接连接符 217"/>
          <p:cNvCxnSpPr/>
          <p:nvPr/>
        </p:nvCxnSpPr>
        <p:spPr>
          <a:xfrm flipV="1">
            <a:off x="5319395" y="688975"/>
            <a:ext cx="6034405" cy="5715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1" name="文本框 220"/>
          <p:cNvSpPr txBox="1"/>
          <p:nvPr/>
        </p:nvSpPr>
        <p:spPr>
          <a:xfrm>
            <a:off x="45085" y="69850"/>
            <a:ext cx="970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未完成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1" name="Google Shape;1312;p47"/>
          <p:cNvSpPr>
            <a:spLocks noGrp="1"/>
          </p:cNvSpPr>
          <p:nvPr/>
        </p:nvSpPr>
        <p:spPr>
          <a:xfrm>
            <a:off x="990600" y="1497391"/>
            <a:ext cx="232184" cy="46456"/>
          </a:xfrm>
          <a:custGeom>
            <a:avLst/>
            <a:gdLst/>
            <a:ahLst/>
            <a:cxnLst/>
            <a:rect l="l" t="t" r="r" b="b"/>
            <a:pathLst>
              <a:path w="9091" h="1819">
                <a:moveTo>
                  <a:pt x="1" y="1"/>
                </a:moveTo>
                <a:lnTo>
                  <a:pt x="1" y="1819"/>
                </a:lnTo>
                <a:lnTo>
                  <a:pt x="9091" y="1819"/>
                </a:lnTo>
                <a:lnTo>
                  <a:pt x="909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2" name="Google Shape;1313;p47"/>
          <p:cNvSpPr>
            <a:spLocks noGrp="1"/>
          </p:cNvSpPr>
          <p:nvPr/>
        </p:nvSpPr>
        <p:spPr>
          <a:xfrm>
            <a:off x="1243012" y="1384300"/>
            <a:ext cx="89313" cy="59559"/>
          </a:xfrm>
          <a:custGeom>
            <a:avLst/>
            <a:gdLst/>
            <a:ahLst/>
            <a:cxnLst/>
            <a:rect l="l" t="t" r="r" b="b"/>
            <a:pathLst>
              <a:path w="3497" h="2332">
                <a:moveTo>
                  <a:pt x="1399" y="1"/>
                </a:moveTo>
                <a:lnTo>
                  <a:pt x="1072" y="140"/>
                </a:lnTo>
                <a:lnTo>
                  <a:pt x="793" y="280"/>
                </a:lnTo>
                <a:lnTo>
                  <a:pt x="513" y="513"/>
                </a:lnTo>
                <a:lnTo>
                  <a:pt x="280" y="746"/>
                </a:lnTo>
                <a:lnTo>
                  <a:pt x="140" y="1073"/>
                </a:lnTo>
                <a:lnTo>
                  <a:pt x="47" y="1399"/>
                </a:lnTo>
                <a:lnTo>
                  <a:pt x="0" y="1725"/>
                </a:lnTo>
                <a:lnTo>
                  <a:pt x="0" y="2331"/>
                </a:lnTo>
                <a:lnTo>
                  <a:pt x="793" y="2331"/>
                </a:lnTo>
                <a:lnTo>
                  <a:pt x="793" y="1725"/>
                </a:lnTo>
                <a:lnTo>
                  <a:pt x="793" y="1539"/>
                </a:lnTo>
                <a:lnTo>
                  <a:pt x="839" y="1352"/>
                </a:lnTo>
                <a:lnTo>
                  <a:pt x="932" y="1213"/>
                </a:lnTo>
                <a:lnTo>
                  <a:pt x="1072" y="1073"/>
                </a:lnTo>
                <a:lnTo>
                  <a:pt x="1212" y="933"/>
                </a:lnTo>
                <a:lnTo>
                  <a:pt x="1399" y="840"/>
                </a:lnTo>
                <a:lnTo>
                  <a:pt x="1538" y="793"/>
                </a:lnTo>
                <a:lnTo>
                  <a:pt x="1958" y="793"/>
                </a:lnTo>
                <a:lnTo>
                  <a:pt x="2144" y="840"/>
                </a:lnTo>
                <a:lnTo>
                  <a:pt x="2284" y="933"/>
                </a:lnTo>
                <a:lnTo>
                  <a:pt x="2424" y="1073"/>
                </a:lnTo>
                <a:lnTo>
                  <a:pt x="2564" y="1213"/>
                </a:lnTo>
                <a:lnTo>
                  <a:pt x="2657" y="1352"/>
                </a:lnTo>
                <a:lnTo>
                  <a:pt x="2704" y="1539"/>
                </a:lnTo>
                <a:lnTo>
                  <a:pt x="2750" y="1725"/>
                </a:lnTo>
                <a:lnTo>
                  <a:pt x="2750" y="2331"/>
                </a:lnTo>
                <a:lnTo>
                  <a:pt x="3496" y="2331"/>
                </a:lnTo>
                <a:lnTo>
                  <a:pt x="3496" y="1725"/>
                </a:lnTo>
                <a:lnTo>
                  <a:pt x="3496" y="1399"/>
                </a:lnTo>
                <a:lnTo>
                  <a:pt x="3356" y="1073"/>
                </a:lnTo>
                <a:lnTo>
                  <a:pt x="3217" y="746"/>
                </a:lnTo>
                <a:lnTo>
                  <a:pt x="2984" y="513"/>
                </a:lnTo>
                <a:lnTo>
                  <a:pt x="2750" y="280"/>
                </a:lnTo>
                <a:lnTo>
                  <a:pt x="2424" y="140"/>
                </a:lnTo>
                <a:lnTo>
                  <a:pt x="209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3" name="Google Shape;1314;p47"/>
          <p:cNvSpPr>
            <a:spLocks noGrp="1"/>
          </p:cNvSpPr>
          <p:nvPr/>
        </p:nvSpPr>
        <p:spPr>
          <a:xfrm>
            <a:off x="1243012" y="1464061"/>
            <a:ext cx="90488" cy="79787"/>
          </a:xfrm>
          <a:custGeom>
            <a:avLst/>
            <a:gdLst/>
            <a:ahLst/>
            <a:cxnLst/>
            <a:rect l="l" t="t" r="r" b="b"/>
            <a:pathLst>
              <a:path w="3543" h="3124">
                <a:moveTo>
                  <a:pt x="0" y="1"/>
                </a:moveTo>
                <a:lnTo>
                  <a:pt x="0" y="3124"/>
                </a:lnTo>
                <a:lnTo>
                  <a:pt x="1352" y="3124"/>
                </a:lnTo>
                <a:lnTo>
                  <a:pt x="1352" y="1119"/>
                </a:lnTo>
                <a:lnTo>
                  <a:pt x="2144" y="1119"/>
                </a:lnTo>
                <a:lnTo>
                  <a:pt x="2144" y="3124"/>
                </a:lnTo>
                <a:lnTo>
                  <a:pt x="3543" y="3124"/>
                </a:lnTo>
                <a:lnTo>
                  <a:pt x="354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4" name="Google Shape;1315;p47"/>
          <p:cNvSpPr>
            <a:spLocks noGrp="1"/>
          </p:cNvSpPr>
          <p:nvPr/>
        </p:nvSpPr>
        <p:spPr>
          <a:xfrm>
            <a:off x="990600" y="1564076"/>
            <a:ext cx="291717" cy="25028"/>
          </a:xfrm>
          <a:custGeom>
            <a:avLst/>
            <a:gdLst/>
            <a:ahLst/>
            <a:cxnLst/>
            <a:rect l="l" t="t" r="r" b="b"/>
            <a:pathLst>
              <a:path w="11422" h="980">
                <a:moveTo>
                  <a:pt x="1" y="0"/>
                </a:moveTo>
                <a:lnTo>
                  <a:pt x="1" y="979"/>
                </a:lnTo>
                <a:lnTo>
                  <a:pt x="11421" y="979"/>
                </a:lnTo>
                <a:lnTo>
                  <a:pt x="1142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5" name="Google Shape;1316;p47"/>
          <p:cNvSpPr>
            <a:spLocks noGrp="1"/>
          </p:cNvSpPr>
          <p:nvPr/>
        </p:nvSpPr>
        <p:spPr>
          <a:xfrm>
            <a:off x="990600" y="1609308"/>
            <a:ext cx="291717" cy="97664"/>
          </a:xfrm>
          <a:custGeom>
            <a:avLst/>
            <a:gdLst/>
            <a:ahLst/>
            <a:cxnLst/>
            <a:rect l="l" t="t" r="r" b="b"/>
            <a:pathLst>
              <a:path w="11422" h="3824">
                <a:moveTo>
                  <a:pt x="8252" y="2052"/>
                </a:moveTo>
                <a:lnTo>
                  <a:pt x="8252" y="2798"/>
                </a:lnTo>
                <a:lnTo>
                  <a:pt x="7086" y="2798"/>
                </a:lnTo>
                <a:lnTo>
                  <a:pt x="7086" y="2052"/>
                </a:lnTo>
                <a:close/>
                <a:moveTo>
                  <a:pt x="10256" y="2052"/>
                </a:moveTo>
                <a:lnTo>
                  <a:pt x="10256" y="2798"/>
                </a:lnTo>
                <a:lnTo>
                  <a:pt x="9137" y="2798"/>
                </a:lnTo>
                <a:lnTo>
                  <a:pt x="9137" y="2052"/>
                </a:lnTo>
                <a:close/>
                <a:moveTo>
                  <a:pt x="1" y="1"/>
                </a:moveTo>
                <a:lnTo>
                  <a:pt x="1" y="3823"/>
                </a:lnTo>
                <a:lnTo>
                  <a:pt x="11421" y="3823"/>
                </a:lnTo>
                <a:lnTo>
                  <a:pt x="1142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6" name="Google Shape;1530;p47"/>
          <p:cNvSpPr>
            <a:spLocks noGrp="1"/>
          </p:cNvSpPr>
          <p:nvPr/>
        </p:nvSpPr>
        <p:spPr>
          <a:xfrm>
            <a:off x="990600" y="28829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13426" h="13426">
                <a:moveTo>
                  <a:pt x="3590" y="1"/>
                </a:moveTo>
                <a:lnTo>
                  <a:pt x="3590" y="3497"/>
                </a:lnTo>
                <a:lnTo>
                  <a:pt x="6294" y="3497"/>
                </a:lnTo>
                <a:lnTo>
                  <a:pt x="6294" y="5408"/>
                </a:lnTo>
                <a:lnTo>
                  <a:pt x="4616" y="7086"/>
                </a:lnTo>
                <a:lnTo>
                  <a:pt x="1353" y="7086"/>
                </a:lnTo>
                <a:lnTo>
                  <a:pt x="1353" y="9930"/>
                </a:lnTo>
                <a:lnTo>
                  <a:pt x="1" y="9930"/>
                </a:lnTo>
                <a:lnTo>
                  <a:pt x="1" y="13426"/>
                </a:lnTo>
                <a:lnTo>
                  <a:pt x="3497" y="13426"/>
                </a:lnTo>
                <a:lnTo>
                  <a:pt x="3497" y="9930"/>
                </a:lnTo>
                <a:lnTo>
                  <a:pt x="2145" y="9930"/>
                </a:lnTo>
                <a:lnTo>
                  <a:pt x="2145" y="7879"/>
                </a:lnTo>
                <a:lnTo>
                  <a:pt x="4616" y="7879"/>
                </a:lnTo>
                <a:lnTo>
                  <a:pt x="6713" y="9977"/>
                </a:lnTo>
                <a:lnTo>
                  <a:pt x="8764" y="7879"/>
                </a:lnTo>
                <a:lnTo>
                  <a:pt x="11282" y="7879"/>
                </a:lnTo>
                <a:lnTo>
                  <a:pt x="11282" y="9977"/>
                </a:lnTo>
                <a:lnTo>
                  <a:pt x="11002" y="10070"/>
                </a:lnTo>
                <a:lnTo>
                  <a:pt x="10722" y="10210"/>
                </a:lnTo>
                <a:lnTo>
                  <a:pt x="10489" y="10349"/>
                </a:lnTo>
                <a:lnTo>
                  <a:pt x="10303" y="10583"/>
                </a:lnTo>
                <a:lnTo>
                  <a:pt x="10163" y="10816"/>
                </a:lnTo>
                <a:lnTo>
                  <a:pt x="10023" y="11095"/>
                </a:lnTo>
                <a:lnTo>
                  <a:pt x="9930" y="11375"/>
                </a:lnTo>
                <a:lnTo>
                  <a:pt x="9930" y="11655"/>
                </a:lnTo>
                <a:lnTo>
                  <a:pt x="9976" y="12028"/>
                </a:lnTo>
                <a:lnTo>
                  <a:pt x="10070" y="12354"/>
                </a:lnTo>
                <a:lnTo>
                  <a:pt x="10209" y="12634"/>
                </a:lnTo>
                <a:lnTo>
                  <a:pt x="10443" y="12913"/>
                </a:lnTo>
                <a:lnTo>
                  <a:pt x="10676" y="13100"/>
                </a:lnTo>
                <a:lnTo>
                  <a:pt x="11002" y="13286"/>
                </a:lnTo>
                <a:lnTo>
                  <a:pt x="11328" y="13379"/>
                </a:lnTo>
                <a:lnTo>
                  <a:pt x="11655" y="13426"/>
                </a:lnTo>
                <a:lnTo>
                  <a:pt x="12027" y="13379"/>
                </a:lnTo>
                <a:lnTo>
                  <a:pt x="12354" y="13286"/>
                </a:lnTo>
                <a:lnTo>
                  <a:pt x="12633" y="13100"/>
                </a:lnTo>
                <a:lnTo>
                  <a:pt x="12913" y="12913"/>
                </a:lnTo>
                <a:lnTo>
                  <a:pt x="13100" y="12634"/>
                </a:lnTo>
                <a:lnTo>
                  <a:pt x="13286" y="12354"/>
                </a:lnTo>
                <a:lnTo>
                  <a:pt x="13379" y="12028"/>
                </a:lnTo>
                <a:lnTo>
                  <a:pt x="13426" y="11655"/>
                </a:lnTo>
                <a:lnTo>
                  <a:pt x="13379" y="11375"/>
                </a:lnTo>
                <a:lnTo>
                  <a:pt x="13333" y="11095"/>
                </a:lnTo>
                <a:lnTo>
                  <a:pt x="13193" y="10816"/>
                </a:lnTo>
                <a:lnTo>
                  <a:pt x="13006" y="10583"/>
                </a:lnTo>
                <a:lnTo>
                  <a:pt x="12820" y="10349"/>
                </a:lnTo>
                <a:lnTo>
                  <a:pt x="12587" y="10210"/>
                </a:lnTo>
                <a:lnTo>
                  <a:pt x="12354" y="10070"/>
                </a:lnTo>
                <a:lnTo>
                  <a:pt x="12074" y="9977"/>
                </a:lnTo>
                <a:lnTo>
                  <a:pt x="12074" y="7086"/>
                </a:lnTo>
                <a:lnTo>
                  <a:pt x="8764" y="7086"/>
                </a:lnTo>
                <a:lnTo>
                  <a:pt x="7086" y="5408"/>
                </a:lnTo>
                <a:lnTo>
                  <a:pt x="7086" y="3497"/>
                </a:lnTo>
                <a:lnTo>
                  <a:pt x="9790" y="3497"/>
                </a:lnTo>
                <a:lnTo>
                  <a:pt x="979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8" name="Google Shape;1507;p47"/>
          <p:cNvSpPr>
            <a:spLocks noGrp="1"/>
          </p:cNvSpPr>
          <p:nvPr/>
        </p:nvSpPr>
        <p:spPr>
          <a:xfrm>
            <a:off x="4862501" y="1535496"/>
            <a:ext cx="166699" cy="154797"/>
          </a:xfrm>
          <a:custGeom>
            <a:avLst/>
            <a:gdLst/>
            <a:ahLst/>
            <a:cxnLst/>
            <a:rect l="l" t="t" r="r" b="b"/>
            <a:pathLst>
              <a:path w="6527" h="6061">
                <a:moveTo>
                  <a:pt x="2099" y="2145"/>
                </a:moveTo>
                <a:lnTo>
                  <a:pt x="2099" y="2937"/>
                </a:lnTo>
                <a:lnTo>
                  <a:pt x="1306" y="2937"/>
                </a:lnTo>
                <a:lnTo>
                  <a:pt x="1306" y="2145"/>
                </a:lnTo>
                <a:close/>
                <a:moveTo>
                  <a:pt x="3684" y="2145"/>
                </a:moveTo>
                <a:lnTo>
                  <a:pt x="3684" y="2937"/>
                </a:lnTo>
                <a:lnTo>
                  <a:pt x="2891" y="2937"/>
                </a:lnTo>
                <a:lnTo>
                  <a:pt x="2891" y="2145"/>
                </a:lnTo>
                <a:close/>
                <a:moveTo>
                  <a:pt x="5268" y="2145"/>
                </a:moveTo>
                <a:lnTo>
                  <a:pt x="5268" y="2937"/>
                </a:lnTo>
                <a:lnTo>
                  <a:pt x="4476" y="2937"/>
                </a:lnTo>
                <a:lnTo>
                  <a:pt x="4476" y="2145"/>
                </a:lnTo>
                <a:close/>
                <a:moveTo>
                  <a:pt x="3078" y="0"/>
                </a:moveTo>
                <a:lnTo>
                  <a:pt x="3078" y="1119"/>
                </a:lnTo>
                <a:lnTo>
                  <a:pt x="1" y="1119"/>
                </a:lnTo>
                <a:lnTo>
                  <a:pt x="1" y="4662"/>
                </a:lnTo>
                <a:lnTo>
                  <a:pt x="2984" y="4662"/>
                </a:lnTo>
                <a:lnTo>
                  <a:pt x="4942" y="6060"/>
                </a:lnTo>
                <a:lnTo>
                  <a:pt x="4942" y="4662"/>
                </a:lnTo>
                <a:lnTo>
                  <a:pt x="6527" y="4662"/>
                </a:lnTo>
                <a:lnTo>
                  <a:pt x="652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9" name="Google Shape;1508;p47"/>
          <p:cNvSpPr>
            <a:spLocks noGrp="1"/>
          </p:cNvSpPr>
          <p:nvPr/>
        </p:nvSpPr>
        <p:spPr>
          <a:xfrm>
            <a:off x="4826796" y="1460485"/>
            <a:ext cx="94089" cy="83361"/>
          </a:xfrm>
          <a:custGeom>
            <a:avLst/>
            <a:gdLst/>
            <a:ahLst/>
            <a:cxnLst/>
            <a:rect l="l" t="t" r="r" b="b"/>
            <a:pathLst>
              <a:path w="3684" h="3264">
                <a:moveTo>
                  <a:pt x="0" y="1"/>
                </a:moveTo>
                <a:lnTo>
                  <a:pt x="0" y="3264"/>
                </a:lnTo>
                <a:lnTo>
                  <a:pt x="1446" y="3264"/>
                </a:lnTo>
                <a:lnTo>
                  <a:pt x="1446" y="1213"/>
                </a:lnTo>
                <a:lnTo>
                  <a:pt x="2238" y="1213"/>
                </a:lnTo>
                <a:lnTo>
                  <a:pt x="2238" y="3264"/>
                </a:lnTo>
                <a:lnTo>
                  <a:pt x="3683" y="3264"/>
                </a:lnTo>
                <a:lnTo>
                  <a:pt x="36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0" name="Google Shape;1509;p47"/>
          <p:cNvSpPr>
            <a:spLocks noGrp="1"/>
          </p:cNvSpPr>
          <p:nvPr/>
        </p:nvSpPr>
        <p:spPr>
          <a:xfrm>
            <a:off x="4686300" y="1489065"/>
            <a:ext cx="155997" cy="153597"/>
          </a:xfrm>
          <a:custGeom>
            <a:avLst/>
            <a:gdLst/>
            <a:ahLst/>
            <a:cxnLst/>
            <a:rect l="l" t="t" r="r" b="b"/>
            <a:pathLst>
              <a:path w="6108" h="6014">
                <a:moveTo>
                  <a:pt x="1" y="0"/>
                </a:moveTo>
                <a:lnTo>
                  <a:pt x="1" y="4662"/>
                </a:lnTo>
                <a:lnTo>
                  <a:pt x="1586" y="4662"/>
                </a:lnTo>
                <a:lnTo>
                  <a:pt x="1586" y="6014"/>
                </a:lnTo>
                <a:lnTo>
                  <a:pt x="3544" y="4662"/>
                </a:lnTo>
                <a:lnTo>
                  <a:pt x="6107" y="4662"/>
                </a:lnTo>
                <a:lnTo>
                  <a:pt x="6107" y="2937"/>
                </a:lnTo>
                <a:lnTo>
                  <a:pt x="4709" y="2937"/>
                </a:lnTo>
                <a:lnTo>
                  <a:pt x="470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1" name="Google Shape;1510;p47"/>
          <p:cNvSpPr>
            <a:spLocks noGrp="1"/>
          </p:cNvSpPr>
          <p:nvPr/>
        </p:nvSpPr>
        <p:spPr>
          <a:xfrm>
            <a:off x="4831547" y="1384300"/>
            <a:ext cx="82187" cy="55983"/>
          </a:xfrm>
          <a:custGeom>
            <a:avLst/>
            <a:gdLst/>
            <a:ahLst/>
            <a:cxnLst/>
            <a:rect l="l" t="t" r="r" b="b"/>
            <a:pathLst>
              <a:path w="3218" h="2192">
                <a:moveTo>
                  <a:pt x="1586" y="0"/>
                </a:moveTo>
                <a:lnTo>
                  <a:pt x="1260" y="47"/>
                </a:lnTo>
                <a:lnTo>
                  <a:pt x="980" y="140"/>
                </a:lnTo>
                <a:lnTo>
                  <a:pt x="700" y="280"/>
                </a:lnTo>
                <a:lnTo>
                  <a:pt x="467" y="466"/>
                </a:lnTo>
                <a:lnTo>
                  <a:pt x="281" y="699"/>
                </a:lnTo>
                <a:lnTo>
                  <a:pt x="141" y="979"/>
                </a:lnTo>
                <a:lnTo>
                  <a:pt x="48" y="1259"/>
                </a:lnTo>
                <a:lnTo>
                  <a:pt x="1" y="1585"/>
                </a:lnTo>
                <a:lnTo>
                  <a:pt x="1" y="2191"/>
                </a:lnTo>
                <a:lnTo>
                  <a:pt x="793" y="2191"/>
                </a:lnTo>
                <a:lnTo>
                  <a:pt x="793" y="1585"/>
                </a:lnTo>
                <a:lnTo>
                  <a:pt x="793" y="1445"/>
                </a:lnTo>
                <a:lnTo>
                  <a:pt x="840" y="1305"/>
                </a:lnTo>
                <a:lnTo>
                  <a:pt x="933" y="1166"/>
                </a:lnTo>
                <a:lnTo>
                  <a:pt x="1026" y="1026"/>
                </a:lnTo>
                <a:lnTo>
                  <a:pt x="1120" y="933"/>
                </a:lnTo>
                <a:lnTo>
                  <a:pt x="1260" y="839"/>
                </a:lnTo>
                <a:lnTo>
                  <a:pt x="1446" y="793"/>
                </a:lnTo>
                <a:lnTo>
                  <a:pt x="1772" y="793"/>
                </a:lnTo>
                <a:lnTo>
                  <a:pt x="1912" y="839"/>
                </a:lnTo>
                <a:lnTo>
                  <a:pt x="2052" y="933"/>
                </a:lnTo>
                <a:lnTo>
                  <a:pt x="2192" y="1026"/>
                </a:lnTo>
                <a:lnTo>
                  <a:pt x="2285" y="1166"/>
                </a:lnTo>
                <a:lnTo>
                  <a:pt x="2332" y="1305"/>
                </a:lnTo>
                <a:lnTo>
                  <a:pt x="2378" y="1445"/>
                </a:lnTo>
                <a:lnTo>
                  <a:pt x="2425" y="1585"/>
                </a:lnTo>
                <a:lnTo>
                  <a:pt x="2425" y="2191"/>
                </a:lnTo>
                <a:lnTo>
                  <a:pt x="3217" y="2191"/>
                </a:lnTo>
                <a:lnTo>
                  <a:pt x="3217" y="1585"/>
                </a:lnTo>
                <a:lnTo>
                  <a:pt x="3171" y="1259"/>
                </a:lnTo>
                <a:lnTo>
                  <a:pt x="3078" y="979"/>
                </a:lnTo>
                <a:lnTo>
                  <a:pt x="2938" y="699"/>
                </a:lnTo>
                <a:lnTo>
                  <a:pt x="2751" y="466"/>
                </a:lnTo>
                <a:lnTo>
                  <a:pt x="2518" y="280"/>
                </a:lnTo>
                <a:lnTo>
                  <a:pt x="2238" y="140"/>
                </a:lnTo>
                <a:lnTo>
                  <a:pt x="1912" y="47"/>
                </a:lnTo>
                <a:lnTo>
                  <a:pt x="15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5" name="直接连接符 2014"/>
          <p:cNvSpPr>
            <a:spLocks noGrp="1"/>
          </p:cNvSpPr>
          <p:nvPr/>
        </p:nvSpPr>
        <p:spPr>
          <a:xfrm>
            <a:off x="4318000" y="1384300"/>
            <a:ext cx="0" cy="4038600"/>
          </a:xfrm>
          <a:prstGeom prst="line">
            <a:avLst/>
          </a:prstGeom>
          <a:noFill/>
          <a:ln w="9525">
            <a:solidFill>
              <a:srgbClr val="A5684B"/>
            </a:solidFill>
          </a:ln>
        </p:spPr>
        <p:txBody>
          <a:bodyPr/>
          <a:p/>
        </p:txBody>
      </p:sp>
      <p:sp>
        <p:nvSpPr>
          <p:cNvPr id="2016" name="采集头"/>
          <p:cNvSpPr>
            <a:spLocks noGrp="1"/>
          </p:cNvSpPr>
          <p:nvPr/>
        </p:nvSpPr>
        <p:spPr>
          <a:xfrm>
            <a:off x="1447800" y="137160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采集规模</a:t>
            </a:r>
            <a:endParaRPr sz="21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7" name="采集数"/>
          <p:cNvSpPr>
            <a:spLocks noGrp="1"/>
          </p:cNvSpPr>
          <p:nvPr/>
        </p:nvSpPr>
        <p:spPr>
          <a:xfrm>
            <a:off x="1003300" y="1803400"/>
            <a:ext cx="3149600" cy="546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6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6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 / 42</a:t>
            </a:r>
            <a:endParaRPr sz="3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8" name="采集数注"/>
          <p:cNvSpPr>
            <a:spLocks noGrp="1"/>
          </p:cNvSpPr>
          <p:nvPr/>
        </p:nvSpPr>
        <p:spPr>
          <a:xfrm>
            <a:off x="1016000" y="2374900"/>
            <a:ext cx="31750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成功采集源 / 已接入源</a:t>
            </a:r>
            <a:endParaRPr sz="13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9" name="入库"/>
          <p:cNvSpPr>
            <a:spLocks noGrp="1"/>
          </p:cNvSpPr>
          <p:nvPr/>
        </p:nvSpPr>
        <p:spPr>
          <a:xfrm>
            <a:off x="1016000" y="2667000"/>
            <a:ext cx="32385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有效入库 50,277 条   成功率 84%（24h 任务 1006/1197）</a:t>
            </a:r>
            <a:endParaRPr sz="12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0" name="时效头"/>
          <p:cNvSpPr>
            <a:spLocks noGrp="1"/>
          </p:cNvSpPr>
          <p:nvPr/>
        </p:nvSpPr>
        <p:spPr>
          <a:xfrm>
            <a:off x="1447800" y="299720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7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时效与响应</a:t>
            </a:r>
            <a:endParaRPr sz="21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1" name="更新"/>
          <p:cNvSpPr>
            <a:spLocks noGrp="1"/>
          </p:cNvSpPr>
          <p:nvPr/>
        </p:nvSpPr>
        <p:spPr>
          <a:xfrm>
            <a:off x="1016000" y="3505200"/>
            <a:ext cx="3175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更新时效 P95  cvelistV5 增量 p50≈30min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2" name="处理"/>
          <p:cNvSpPr>
            <a:spLocks noGrp="1"/>
          </p:cNvSpPr>
          <p:nvPr/>
        </p:nvSpPr>
        <p:spPr>
          <a:xfrm>
            <a:off x="1016000" y="3886200"/>
            <a:ext cx="3175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采集至可检索 P95  43.7 s（金丝雀端到端实测）</a:t>
            </a:r>
            <a:endParaRPr sz="13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3" name="快"/>
          <p:cNvSpPr>
            <a:spLocks noGrp="1"/>
          </p:cNvSpPr>
          <p:nvPr/>
        </p:nvSpPr>
        <p:spPr>
          <a:xfrm>
            <a:off x="1016000" y="4381500"/>
            <a:ext cx="15240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问答整体 12题</a:t>
            </a:r>
            <a:endParaRPr sz="16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4" name="快数"/>
          <p:cNvSpPr>
            <a:spLocks noGrp="1"/>
          </p:cNvSpPr>
          <p:nvPr/>
        </p:nvSpPr>
        <p:spPr>
          <a:xfrm>
            <a:off x="1016000" y="4711700"/>
            <a:ext cx="3175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P50 8600 ms / P95 18170 ms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5" name="慢"/>
          <p:cNvSpPr>
            <a:spLocks noGrp="1"/>
          </p:cNvSpPr>
          <p:nvPr/>
        </p:nvSpPr>
        <p:spPr>
          <a:xfrm>
            <a:off x="1016000" y="5080000"/>
            <a:ext cx="16510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多跳问题（6题）</a:t>
            </a:r>
            <a:endParaRPr sz="16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6" name="慢数"/>
          <p:cNvSpPr>
            <a:spLocks noGrp="1"/>
          </p:cNvSpPr>
          <p:nvPr/>
        </p:nvSpPr>
        <p:spPr>
          <a:xfrm>
            <a:off x="1016000" y="5410200"/>
            <a:ext cx="3175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P50 16.85 s / P95 18.35 s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7" name="质量标题"/>
          <p:cNvSpPr>
            <a:spLocks noGrp="1"/>
          </p:cNvSpPr>
          <p:nvPr/>
        </p:nvSpPr>
        <p:spPr>
          <a:xfrm>
            <a:off x="5181600" y="1384300"/>
            <a:ext cx="59690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质量验证</a:t>
            </a:r>
            <a:endParaRPr sz="23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8" name="去重"/>
          <p:cNvSpPr>
            <a:spLocks noGrp="1"/>
          </p:cNvSpPr>
          <p:nvPr/>
        </p:nvSpPr>
        <p:spPr>
          <a:xfrm>
            <a:off x="4699000" y="1917700"/>
            <a:ext cx="1524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去重准确性</a:t>
            </a:r>
            <a:endParaRPr sz="15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9" name="去重值"/>
          <p:cNvSpPr>
            <a:spLocks noGrp="1"/>
          </p:cNvSpPr>
          <p:nvPr/>
        </p:nvSpPr>
        <p:spPr>
          <a:xfrm>
            <a:off x="6350000" y="1917700"/>
            <a:ext cx="48641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—%   R —%   F1 —%（确定性规则去重为主，未独立评测）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0" name="富化"/>
          <p:cNvSpPr>
            <a:spLocks noGrp="1"/>
          </p:cNvSpPr>
          <p:nvPr/>
        </p:nvSpPr>
        <p:spPr>
          <a:xfrm>
            <a:off x="4699000" y="2324100"/>
            <a:ext cx="1524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结构化字段核验</a:t>
            </a:r>
            <a:endParaRPr sz="15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1" name="富化值"/>
          <p:cNvSpPr>
            <a:spLocks noGrp="1"/>
          </p:cNvSpPr>
          <p:nvPr/>
        </p:nvSpPr>
        <p:spPr>
          <a:xfrm>
            <a:off x="6350000" y="2324100"/>
            <a:ext cx="48641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 99.17%   覆盖 100%   错误 0.83%</a:t>
            </a:r>
            <a:endParaRPr sz="13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2" name="问答"/>
          <p:cNvSpPr>
            <a:spLocks noGrp="1"/>
          </p:cNvSpPr>
          <p:nvPr/>
        </p:nvSpPr>
        <p:spPr>
          <a:xfrm>
            <a:off x="4699000" y="2730500"/>
            <a:ext cx="1524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关键词命中率</a:t>
            </a:r>
            <a:endParaRPr sz="15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3" name="问答值"/>
          <p:cNvSpPr>
            <a:spLocks noGrp="1"/>
          </p:cNvSpPr>
          <p:nvPr/>
        </p:nvSpPr>
        <p:spPr>
          <a:xfrm>
            <a:off x="6350000" y="2730500"/>
            <a:ext cx="48641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0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单跳 100%   多跳 95.8%   整体 97.9%（12 题）</a:t>
            </a:r>
            <a:endParaRPr sz="13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4" name="引用"/>
          <p:cNvSpPr>
            <a:spLocks noGrp="1"/>
          </p:cNvSpPr>
          <p:nvPr/>
        </p:nvSpPr>
        <p:spPr>
          <a:xfrm>
            <a:off x="4699000" y="3136900"/>
            <a:ext cx="15240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引用编号检查</a:t>
            </a:r>
            <a:endParaRPr sz="15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5" name="引用值"/>
          <p:cNvSpPr>
            <a:spLocks noGrp="1"/>
          </p:cNvSpPr>
          <p:nvPr/>
        </p:nvSpPr>
        <p:spPr>
          <a:xfrm>
            <a:off x="6350000" y="3136900"/>
            <a:ext cx="4864100" cy="2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编号有效率 83.3%   内容支持率 未测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6" name="直接连接符 2035"/>
          <p:cNvSpPr>
            <a:spLocks noGrp="1"/>
          </p:cNvSpPr>
          <p:nvPr/>
        </p:nvSpPr>
        <p:spPr>
          <a:xfrm>
            <a:off x="4699000" y="3543300"/>
            <a:ext cx="6527800" cy="0"/>
          </a:xfrm>
          <a:prstGeom prst="line">
            <a:avLst/>
          </a:prstGeom>
          <a:noFill/>
          <a:ln w="9525">
            <a:solidFill>
              <a:srgbClr val="A5684B"/>
            </a:solidFill>
          </a:ln>
        </p:spPr>
        <p:txBody>
          <a:bodyPr/>
          <a:p/>
        </p:txBody>
      </p:sp>
      <p:sp>
        <p:nvSpPr>
          <p:cNvPr id="2037" name="对比标题"/>
          <p:cNvSpPr>
            <a:spLocks noGrp="1"/>
          </p:cNvSpPr>
          <p:nvPr/>
        </p:nvSpPr>
        <p:spPr>
          <a:xfrm>
            <a:off x="4699000" y="3670300"/>
            <a:ext cx="65278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基线与组件贡献</a:t>
            </a:r>
            <a:endParaRPr sz="23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38" name="表格 2037"/>
          <p:cNvGraphicFramePr/>
          <p:nvPr/>
        </p:nvGraphicFramePr>
        <p:xfrm>
          <a:off x="4699000" y="4152900"/>
          <a:ext cx="6527800" cy="1270000"/>
        </p:xfrm>
        <a:graphic>
          <a:graphicData uri="http://schemas.openxmlformats.org/drawingml/2006/table">
            <a:tbl>
              <a:tblPr/>
              <a:tblGrid>
                <a:gridCol w="2260600"/>
                <a:gridCol w="1422400"/>
                <a:gridCol w="1422400"/>
                <a:gridCol w="1422400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4763">
                      <a:solidFill>
                        <a:srgbClr val="87533C"/>
                      </a:solidFill>
                    </a:lnL>
                    <a:lnR w="4763">
                      <a:solidFill>
                        <a:srgbClr val="87533C"/>
                      </a:solidFill>
                    </a:lnR>
                    <a:lnT w="4763">
                      <a:solidFill>
                        <a:srgbClr val="87533C"/>
                      </a:solidFill>
                    </a:lnT>
                    <a:lnB w="4763">
                      <a:solidFill>
                        <a:srgbClr val="87533C"/>
                      </a:solidFill>
                    </a:lnB>
                    <a:solidFill>
                      <a:srgbClr val="A52F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关键词命中率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T w="4763">
                      <a:solidFill>
                        <a:srgbClr val="87533C"/>
                      </a:solidFill>
                    </a:lnT>
                    <a:lnB w="4763">
                      <a:solidFill>
                        <a:srgbClr val="87533C"/>
                      </a:solidFill>
                    </a:lnB>
                    <a:solidFill>
                      <a:srgbClr val="A52F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多跳命中率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T w="4763">
                      <a:solidFill>
                        <a:srgbClr val="87533C"/>
                      </a:solidFill>
                    </a:lnT>
                    <a:lnB w="4763">
                      <a:solidFill>
                        <a:srgbClr val="87533C"/>
                      </a:solidFill>
                    </a:lnB>
                    <a:solidFill>
                      <a:srgbClr val="A52F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P95 时延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T w="4763">
                      <a:solidFill>
                        <a:srgbClr val="87533C"/>
                      </a:solidFill>
                    </a:lnT>
                    <a:lnB w="4763">
                      <a:solidFill>
                        <a:srgbClr val="87533C"/>
                      </a:solidFill>
                    </a:lnB>
                    <a:solidFill>
                      <a:srgbClr val="A52F1B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完整系统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4763">
                      <a:solidFill>
                        <a:srgbClr val="87533C"/>
                      </a:solidFill>
                    </a:lnL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97.9%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95.8%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18.17 s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传统固定工作流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4763">
                      <a:solidFill>
                        <a:srgbClr val="87533C"/>
                      </a:solidFill>
                    </a:lnL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 Dense / 仅 Sparse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4763">
                      <a:solidFill>
                        <a:srgbClr val="87533C"/>
                      </a:solidFill>
                    </a:lnL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 / 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 / 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 / 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移除 KG 扩展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4763">
                      <a:solidFill>
                        <a:srgbClr val="87533C"/>
                      </a:solidFill>
                    </a:lnL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R w="4763">
                      <a:solidFill>
                        <a:srgbClr val="87533C"/>
                      </a:solidFill>
                    </a:lnR>
                    <a:lnB w="4763">
                      <a:solidFill>
                        <a:srgbClr val="87533C"/>
                      </a:solidFill>
                    </a:lnB>
                    <a:solidFill>
                      <a:srgbClr val="420301"/>
                    </a:solidFill>
                  </a:tcPr>
                </a:tc>
              </a:tr>
            </a:tbl>
          </a:graphicData>
        </a:graphic>
      </p:graphicFrame>
      <p:sp>
        <p:nvSpPr>
          <p:cNvPr id="2039" name="对照结论"/>
          <p:cNvSpPr>
            <a:spLocks noGrp="1"/>
          </p:cNvSpPr>
          <p:nvPr/>
        </p:nvSpPr>
        <p:spPr>
          <a:xfrm>
            <a:off x="4699000" y="5499100"/>
            <a:ext cx="6527800" cy="25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6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86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字段核验30条；问答12题，非盲评；P95按线性分位数计算</a:t>
            </a:r>
            <a:endParaRPr sz="1155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0" name="直接连接符 2039"/>
          <p:cNvSpPr>
            <a:spLocks noGrp="1"/>
          </p:cNvSpPr>
          <p:nvPr/>
        </p:nvSpPr>
        <p:spPr>
          <a:xfrm>
            <a:off x="1016000" y="5918200"/>
            <a:ext cx="10210800" cy="0"/>
          </a:xfrm>
          <a:prstGeom prst="line">
            <a:avLst/>
          </a:prstGeom>
          <a:noFill/>
          <a:ln w="9525">
            <a:solidFill>
              <a:srgbClr val="C58866"/>
            </a:solidFill>
          </a:ln>
        </p:spPr>
        <p:txBody>
          <a:bodyPr/>
          <a:p/>
        </p:txBody>
      </p:sp>
      <p:sp>
        <p:nvSpPr>
          <p:cNvPr id="2041" name="稳定标题"/>
          <p:cNvSpPr>
            <a:spLocks noGrp="1"/>
          </p:cNvSpPr>
          <p:nvPr/>
        </p:nvSpPr>
        <p:spPr>
          <a:xfrm>
            <a:off x="1016000" y="6057900"/>
            <a:ext cx="2921000" cy="31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FF582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稳定性与边界</a:t>
            </a:r>
            <a:endParaRPr sz="2000" b="1">
              <a:solidFill>
                <a:srgbClr val="FF582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2" name="吞吐"/>
          <p:cNvSpPr>
            <a:spLocks noGrp="1"/>
          </p:cNvSpPr>
          <p:nvPr/>
        </p:nvSpPr>
        <p:spPr>
          <a:xfrm>
            <a:off x="5334000" y="6057900"/>
            <a:ext cx="59055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吞吐 单机部署未压测   持续运行 &gt;72h（systemd 自愈）   失败率 0%</a:t>
            </a:r>
            <a:endParaRPr sz="125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3" name="案例"/>
          <p:cNvSpPr>
            <a:spLocks noGrp="1"/>
          </p:cNvSpPr>
          <p:nvPr/>
        </p:nvSpPr>
        <p:spPr>
          <a:xfrm>
            <a:off x="1016000" y="6477000"/>
            <a:ext cx="1022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失败案例：个别答案 [n] 编号超出引用集    原因：生成侧引用噪声    改进：前端口径校验+未引用候选折叠（已上线）</a:t>
            </a:r>
            <a:endParaRPr sz="1300" b="0">
              <a:solidFill>
                <a:srgbClr val="E8CC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性能测试与结果分析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4864100" cy="292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PERFORMANCE TESTING AND RESULT ANALYSIS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218" name="直接连接符 217"/>
          <p:cNvCxnSpPr/>
          <p:nvPr/>
        </p:nvCxnSpPr>
        <p:spPr>
          <a:xfrm flipV="1">
            <a:off x="5319395" y="688975"/>
            <a:ext cx="6034405" cy="5715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1" name="文本框 220"/>
          <p:cNvSpPr txBox="1"/>
          <p:nvPr/>
        </p:nvSpPr>
        <p:spPr>
          <a:xfrm>
            <a:off x="45085" y="69850"/>
            <a:ext cx="970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未完成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1" name="标题"/>
          <p:cNvSpPr>
            <a:spLocks noGrp="1"/>
          </p:cNvSpPr>
          <p:nvPr/>
        </p:nvSpPr>
        <p:spPr>
          <a:xfrm>
            <a:off x="2401570" y="1108710"/>
            <a:ext cx="10160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0" kern="0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贯通 AI 安全情报采集与智能研判</a:t>
            </a:r>
            <a:endParaRPr sz="4000" b="0" kern="0">
              <a:solidFill>
                <a:srgbClr val="FFFFFF"/>
              </a:soli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  <p:sp>
        <p:nvSpPr>
          <p:cNvPr id="2033" name="技术层侧面0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40000" y="1917700"/>
            <a:ext cx="8763000" cy="812800"/>
          </a:xfrm>
          <a:prstGeom prst="parallelogram">
            <a:avLst/>
          </a:prstGeom>
          <a:solidFill>
            <a:srgbClr val="160B04"/>
          </a:solidFill>
          <a:ln w="7620">
            <a:solidFill>
              <a:srgbClr val="A05D41"/>
            </a:solidFill>
          </a:ln>
        </p:spPr>
      </p:sp>
      <p:sp>
        <p:nvSpPr>
          <p:cNvPr id="2034" name="创新技术层0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540000" y="1816100"/>
            <a:ext cx="8763000" cy="812800"/>
          </a:xfrm>
          <a:prstGeom prst="parallelogram">
            <a:avLst/>
          </a:prstGeom>
          <a:solidFill>
            <a:srgbClr val="5C1100"/>
          </a:solidFill>
          <a:ln w="9525">
            <a:solidFill>
              <a:srgbClr val="FF9502"/>
            </a:solidFill>
          </a:ln>
        </p:spPr>
      </p:sp>
      <p:sp>
        <p:nvSpPr>
          <p:cNvPr id="2035" name="序号0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870200" y="1917700"/>
            <a:ext cx="889000" cy="5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36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6" name="创新标题0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45000" y="1879600"/>
            <a:ext cx="63246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人工复核与标准化情报输出</a:t>
            </a:r>
            <a:endParaRPr sz="2300" b="1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37" name="创新说明0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445000" y="2273300"/>
            <a:ext cx="62865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1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1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低置信结果进入人工复核，分析成果支持报告与 STIX 2.1 导出</a:t>
            </a:r>
            <a:endParaRPr sz="1400" kern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38" name="技术层侧面0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095500" y="2857500"/>
            <a:ext cx="8763000" cy="812800"/>
          </a:xfrm>
          <a:prstGeom prst="parallelogram">
            <a:avLst/>
          </a:prstGeom>
          <a:solidFill>
            <a:srgbClr val="160B04"/>
          </a:solidFill>
          <a:ln w="7620">
            <a:solidFill>
              <a:srgbClr val="A05D41"/>
            </a:solidFill>
          </a:ln>
        </p:spPr>
      </p:sp>
      <p:sp>
        <p:nvSpPr>
          <p:cNvPr id="2039" name="创新技术层0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095500" y="2755900"/>
            <a:ext cx="8763000" cy="812800"/>
          </a:xfrm>
          <a:prstGeom prst="parallelogram">
            <a:avLst/>
          </a:prstGeom>
          <a:solidFill>
            <a:srgbClr val="832A02"/>
          </a:solidFill>
          <a:ln w="9525">
            <a:solidFill>
              <a:srgbClr val="FF9502"/>
            </a:solidFill>
          </a:ln>
        </p:spPr>
      </p:sp>
      <p:sp>
        <p:nvSpPr>
          <p:cNvPr id="2040" name="序号0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425700" y="2857500"/>
            <a:ext cx="889000" cy="5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6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1" name="创新标题0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000500" y="2819400"/>
            <a:ext cx="63246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持续监测与按需分析协同</a:t>
            </a:r>
            <a:endParaRPr sz="2300" b="1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42" name="创新说明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000500" y="3213100"/>
            <a:ext cx="62865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1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1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固定流水线持续更新知识库，复杂查询按需调用分析工具</a:t>
            </a:r>
            <a:endParaRPr sz="1400" kern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43" name="技术层侧面0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651000" y="3797300"/>
            <a:ext cx="8763000" cy="812800"/>
          </a:xfrm>
          <a:prstGeom prst="parallelogram">
            <a:avLst/>
          </a:prstGeom>
          <a:solidFill>
            <a:srgbClr val="160B04"/>
          </a:solidFill>
          <a:ln w="7620">
            <a:solidFill>
              <a:srgbClr val="A05D41"/>
            </a:solidFill>
          </a:ln>
        </p:spPr>
      </p:sp>
      <p:sp>
        <p:nvSpPr>
          <p:cNvPr id="2044" name="创新技术层0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651000" y="3695700"/>
            <a:ext cx="8763000" cy="812800"/>
          </a:xfrm>
          <a:prstGeom prst="parallelogram">
            <a:avLst/>
          </a:prstGeom>
          <a:solidFill>
            <a:srgbClr val="A52F1B"/>
          </a:solidFill>
          <a:ln w="9525">
            <a:solidFill>
              <a:srgbClr val="FF9502"/>
            </a:solidFill>
          </a:ln>
        </p:spPr>
      </p:sp>
      <p:sp>
        <p:nvSpPr>
          <p:cNvPr id="2045" name="序号0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981200" y="3797300"/>
            <a:ext cx="889000" cy="5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6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6" name="创新标题0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556000" y="3759200"/>
            <a:ext cx="63246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面向 AI 安全的跨源知识关联</a:t>
            </a:r>
            <a:endParaRPr sz="2300" b="1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47" name="创新说明0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3556000" y="4152900"/>
            <a:ext cx="62865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1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1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按 AI 安全领域组织情报，关联产品、漏洞弱点与攻击技术</a:t>
            </a:r>
            <a:endParaRPr sz="1400" kern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48" name="技术层侧面02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1206500" y="4737100"/>
            <a:ext cx="8763000" cy="812800"/>
          </a:xfrm>
          <a:prstGeom prst="parallelogram">
            <a:avLst/>
          </a:prstGeom>
          <a:solidFill>
            <a:srgbClr val="160B04"/>
          </a:solidFill>
          <a:ln w="7620">
            <a:solidFill>
              <a:srgbClr val="A05D41"/>
            </a:solidFill>
          </a:ln>
        </p:spPr>
      </p:sp>
      <p:sp>
        <p:nvSpPr>
          <p:cNvPr id="2049" name="创新技术层0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206500" y="4635500"/>
            <a:ext cx="8763000" cy="812800"/>
          </a:xfrm>
          <a:prstGeom prst="parallelogram">
            <a:avLst/>
          </a:prstGeom>
          <a:solidFill>
            <a:srgbClr val="5C1100"/>
          </a:solidFill>
          <a:ln w="9525">
            <a:solidFill>
              <a:srgbClr val="FF9502"/>
            </a:solidFill>
          </a:ln>
        </p:spPr>
      </p:sp>
      <p:sp>
        <p:nvSpPr>
          <p:cNvPr id="2050" name="序号0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1536700" y="4737100"/>
            <a:ext cx="889000" cy="5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6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1" name="创新标题0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3111500" y="4699000"/>
            <a:ext cx="63246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工具驱动的可追溯安全研判</a:t>
            </a:r>
            <a:endParaRPr sz="2300" b="1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2" name="创新说明0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3111500" y="5092700"/>
            <a:ext cx="62865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1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按问题组织检索与图谱扩展，展示工具调用过程和回答引用</a:t>
            </a:r>
            <a:endParaRPr sz="1400" kern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3" name="技术层侧面01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762000" y="5676900"/>
            <a:ext cx="8763000" cy="812800"/>
          </a:xfrm>
          <a:prstGeom prst="parallelogram">
            <a:avLst/>
          </a:prstGeom>
          <a:solidFill>
            <a:srgbClr val="160B04"/>
          </a:solidFill>
          <a:ln w="7620">
            <a:solidFill>
              <a:srgbClr val="A05D41"/>
            </a:solidFill>
          </a:ln>
        </p:spPr>
      </p:sp>
      <p:sp>
        <p:nvSpPr>
          <p:cNvPr id="2054" name="创新技术层01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762000" y="5575300"/>
            <a:ext cx="8763000" cy="812800"/>
          </a:xfrm>
          <a:prstGeom prst="parallelogram">
            <a:avLst/>
          </a:prstGeom>
          <a:solidFill>
            <a:srgbClr val="FF5825"/>
          </a:solidFill>
          <a:ln w="9525">
            <a:solidFill>
              <a:srgbClr val="FF9502"/>
            </a:solidFill>
          </a:ln>
        </p:spPr>
      </p:sp>
      <p:sp>
        <p:nvSpPr>
          <p:cNvPr id="2055" name="序号01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1092200" y="5676900"/>
            <a:ext cx="889000" cy="58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600" b="1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6" name="创新标题01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2667000" y="5638800"/>
            <a:ext cx="6324600" cy="36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00" b="1" kern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资产画像驱动的个性化情报推荐</a:t>
            </a:r>
            <a:endParaRPr sz="2300" b="1" kern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57" name="创新说明01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2667000" y="6032500"/>
            <a:ext cx="6286500" cy="29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1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915" b="0">
                <a:solidFill>
                  <a:srgbClr val="E8CC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kern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匹配关注产品与风险信号，解释推荐理由，并根据用户反馈调整排序</a:t>
            </a:r>
            <a:endParaRPr sz="1400" kern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sp>
        <p:nvSpPr>
          <p:cNvPr id="2001" name="Google Shape;1546;p47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3937000" y="2164960"/>
            <a:ext cx="342900" cy="108340"/>
          </a:xfrm>
          <a:custGeom>
            <a:avLst/>
            <a:gdLst/>
            <a:ahLst/>
            <a:cxnLst/>
            <a:rect l="l" t="t" r="r" b="b"/>
            <a:pathLst>
              <a:path w="13426" h="4242">
                <a:moveTo>
                  <a:pt x="0" y="0"/>
                </a:moveTo>
                <a:lnTo>
                  <a:pt x="0" y="1865"/>
                </a:lnTo>
                <a:lnTo>
                  <a:pt x="5501" y="1865"/>
                </a:lnTo>
                <a:lnTo>
                  <a:pt x="5501" y="2471"/>
                </a:lnTo>
                <a:lnTo>
                  <a:pt x="5454" y="2657"/>
                </a:lnTo>
                <a:lnTo>
                  <a:pt x="5408" y="2844"/>
                </a:lnTo>
                <a:lnTo>
                  <a:pt x="5314" y="3030"/>
                </a:lnTo>
                <a:lnTo>
                  <a:pt x="5221" y="3170"/>
                </a:lnTo>
                <a:lnTo>
                  <a:pt x="5081" y="3263"/>
                </a:lnTo>
                <a:lnTo>
                  <a:pt x="4895" y="3356"/>
                </a:lnTo>
                <a:lnTo>
                  <a:pt x="4708" y="3450"/>
                </a:lnTo>
                <a:lnTo>
                  <a:pt x="3450" y="3450"/>
                </a:lnTo>
                <a:lnTo>
                  <a:pt x="3450" y="4242"/>
                </a:lnTo>
                <a:lnTo>
                  <a:pt x="9976" y="4242"/>
                </a:lnTo>
                <a:lnTo>
                  <a:pt x="9976" y="3450"/>
                </a:lnTo>
                <a:lnTo>
                  <a:pt x="8717" y="3450"/>
                </a:lnTo>
                <a:lnTo>
                  <a:pt x="8531" y="3356"/>
                </a:lnTo>
                <a:lnTo>
                  <a:pt x="8344" y="3263"/>
                </a:lnTo>
                <a:lnTo>
                  <a:pt x="8205" y="3170"/>
                </a:lnTo>
                <a:lnTo>
                  <a:pt x="8111" y="3030"/>
                </a:lnTo>
                <a:lnTo>
                  <a:pt x="8018" y="2844"/>
                </a:lnTo>
                <a:lnTo>
                  <a:pt x="7925" y="2657"/>
                </a:lnTo>
                <a:lnTo>
                  <a:pt x="7925" y="2471"/>
                </a:lnTo>
                <a:lnTo>
                  <a:pt x="7925" y="1865"/>
                </a:lnTo>
                <a:lnTo>
                  <a:pt x="13425" y="1865"/>
                </a:lnTo>
                <a:lnTo>
                  <a:pt x="1342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2" name="Google Shape;1547;p47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4094147" y="2022089"/>
            <a:ext cx="28604" cy="28604"/>
          </a:xfrm>
          <a:custGeom>
            <a:avLst/>
            <a:gdLst/>
            <a:ahLst/>
            <a:cxnLst/>
            <a:rect l="l" t="t" r="r" b="b"/>
            <a:pathLst>
              <a:path w="1120" h="1120">
                <a:moveTo>
                  <a:pt x="560" y="0"/>
                </a:moveTo>
                <a:lnTo>
                  <a:pt x="327" y="47"/>
                </a:lnTo>
                <a:lnTo>
                  <a:pt x="140" y="187"/>
                </a:lnTo>
                <a:lnTo>
                  <a:pt x="47" y="327"/>
                </a:lnTo>
                <a:lnTo>
                  <a:pt x="0" y="560"/>
                </a:lnTo>
                <a:lnTo>
                  <a:pt x="47" y="793"/>
                </a:lnTo>
                <a:lnTo>
                  <a:pt x="140" y="979"/>
                </a:lnTo>
                <a:lnTo>
                  <a:pt x="327" y="1072"/>
                </a:lnTo>
                <a:lnTo>
                  <a:pt x="560" y="1119"/>
                </a:lnTo>
                <a:lnTo>
                  <a:pt x="793" y="1072"/>
                </a:lnTo>
                <a:lnTo>
                  <a:pt x="979" y="979"/>
                </a:lnTo>
                <a:lnTo>
                  <a:pt x="1073" y="793"/>
                </a:lnTo>
                <a:lnTo>
                  <a:pt x="1119" y="560"/>
                </a:lnTo>
                <a:lnTo>
                  <a:pt x="1073" y="327"/>
                </a:lnTo>
                <a:lnTo>
                  <a:pt x="979" y="187"/>
                </a:lnTo>
                <a:lnTo>
                  <a:pt x="793" y="47"/>
                </a:lnTo>
                <a:lnTo>
                  <a:pt x="5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3" name="Google Shape;1548;p47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3937000" y="1930400"/>
            <a:ext cx="342900" cy="214331"/>
          </a:xfrm>
          <a:custGeom>
            <a:avLst/>
            <a:gdLst/>
            <a:ahLst/>
            <a:cxnLst/>
            <a:rect l="l" t="t" r="r" b="b"/>
            <a:pathLst>
              <a:path w="13426" h="8392">
                <a:moveTo>
                  <a:pt x="7039" y="1120"/>
                </a:moveTo>
                <a:lnTo>
                  <a:pt x="7319" y="1166"/>
                </a:lnTo>
                <a:lnTo>
                  <a:pt x="7599" y="1260"/>
                </a:lnTo>
                <a:lnTo>
                  <a:pt x="7878" y="1353"/>
                </a:lnTo>
                <a:lnTo>
                  <a:pt x="8158" y="1493"/>
                </a:lnTo>
                <a:lnTo>
                  <a:pt x="8391" y="1632"/>
                </a:lnTo>
                <a:lnTo>
                  <a:pt x="8857" y="2005"/>
                </a:lnTo>
                <a:lnTo>
                  <a:pt x="9230" y="2472"/>
                </a:lnTo>
                <a:lnTo>
                  <a:pt x="9370" y="2705"/>
                </a:lnTo>
                <a:lnTo>
                  <a:pt x="9510" y="2984"/>
                </a:lnTo>
                <a:lnTo>
                  <a:pt x="9603" y="3264"/>
                </a:lnTo>
                <a:lnTo>
                  <a:pt x="9696" y="3544"/>
                </a:lnTo>
                <a:lnTo>
                  <a:pt x="9743" y="3870"/>
                </a:lnTo>
                <a:lnTo>
                  <a:pt x="9743" y="4150"/>
                </a:lnTo>
                <a:lnTo>
                  <a:pt x="9743" y="5129"/>
                </a:lnTo>
                <a:lnTo>
                  <a:pt x="9743" y="5362"/>
                </a:lnTo>
                <a:lnTo>
                  <a:pt x="9650" y="5595"/>
                </a:lnTo>
                <a:lnTo>
                  <a:pt x="9556" y="5828"/>
                </a:lnTo>
                <a:lnTo>
                  <a:pt x="9370" y="6014"/>
                </a:lnTo>
                <a:lnTo>
                  <a:pt x="9183" y="6154"/>
                </a:lnTo>
                <a:lnTo>
                  <a:pt x="8997" y="6247"/>
                </a:lnTo>
                <a:lnTo>
                  <a:pt x="8764" y="6341"/>
                </a:lnTo>
                <a:lnTo>
                  <a:pt x="8298" y="6341"/>
                </a:lnTo>
                <a:lnTo>
                  <a:pt x="8065" y="6294"/>
                </a:lnTo>
                <a:lnTo>
                  <a:pt x="7878" y="6201"/>
                </a:lnTo>
                <a:lnTo>
                  <a:pt x="7738" y="6061"/>
                </a:lnTo>
                <a:lnTo>
                  <a:pt x="7599" y="5921"/>
                </a:lnTo>
                <a:lnTo>
                  <a:pt x="7459" y="5781"/>
                </a:lnTo>
                <a:lnTo>
                  <a:pt x="7365" y="5595"/>
                </a:lnTo>
                <a:lnTo>
                  <a:pt x="7319" y="5362"/>
                </a:lnTo>
                <a:lnTo>
                  <a:pt x="7039" y="5455"/>
                </a:lnTo>
                <a:lnTo>
                  <a:pt x="6713" y="5502"/>
                </a:lnTo>
                <a:lnTo>
                  <a:pt x="6433" y="5502"/>
                </a:lnTo>
                <a:lnTo>
                  <a:pt x="6200" y="5408"/>
                </a:lnTo>
                <a:lnTo>
                  <a:pt x="5967" y="5268"/>
                </a:lnTo>
                <a:lnTo>
                  <a:pt x="5734" y="5129"/>
                </a:lnTo>
                <a:lnTo>
                  <a:pt x="5594" y="4896"/>
                </a:lnTo>
                <a:lnTo>
                  <a:pt x="5454" y="4662"/>
                </a:lnTo>
                <a:lnTo>
                  <a:pt x="5408" y="4429"/>
                </a:lnTo>
                <a:lnTo>
                  <a:pt x="5361" y="4150"/>
                </a:lnTo>
                <a:lnTo>
                  <a:pt x="5408" y="3870"/>
                </a:lnTo>
                <a:lnTo>
                  <a:pt x="5454" y="3637"/>
                </a:lnTo>
                <a:lnTo>
                  <a:pt x="5594" y="3404"/>
                </a:lnTo>
                <a:lnTo>
                  <a:pt x="5734" y="3217"/>
                </a:lnTo>
                <a:lnTo>
                  <a:pt x="5967" y="3031"/>
                </a:lnTo>
                <a:lnTo>
                  <a:pt x="6200" y="2891"/>
                </a:lnTo>
                <a:lnTo>
                  <a:pt x="6433" y="2844"/>
                </a:lnTo>
                <a:lnTo>
                  <a:pt x="6713" y="2798"/>
                </a:lnTo>
                <a:lnTo>
                  <a:pt x="6993" y="2844"/>
                </a:lnTo>
                <a:lnTo>
                  <a:pt x="7226" y="2891"/>
                </a:lnTo>
                <a:lnTo>
                  <a:pt x="7459" y="3031"/>
                </a:lnTo>
                <a:lnTo>
                  <a:pt x="7645" y="3217"/>
                </a:lnTo>
                <a:lnTo>
                  <a:pt x="7832" y="3404"/>
                </a:lnTo>
                <a:lnTo>
                  <a:pt x="7971" y="3637"/>
                </a:lnTo>
                <a:lnTo>
                  <a:pt x="8018" y="3870"/>
                </a:lnTo>
                <a:lnTo>
                  <a:pt x="8065" y="4150"/>
                </a:lnTo>
                <a:lnTo>
                  <a:pt x="8065" y="5129"/>
                </a:lnTo>
                <a:lnTo>
                  <a:pt x="8111" y="5315"/>
                </a:lnTo>
                <a:lnTo>
                  <a:pt x="8205" y="5455"/>
                </a:lnTo>
                <a:lnTo>
                  <a:pt x="8344" y="5548"/>
                </a:lnTo>
                <a:lnTo>
                  <a:pt x="8671" y="5548"/>
                </a:lnTo>
                <a:lnTo>
                  <a:pt x="8811" y="5455"/>
                </a:lnTo>
                <a:lnTo>
                  <a:pt x="8904" y="5315"/>
                </a:lnTo>
                <a:lnTo>
                  <a:pt x="8950" y="5129"/>
                </a:lnTo>
                <a:lnTo>
                  <a:pt x="8950" y="4150"/>
                </a:lnTo>
                <a:lnTo>
                  <a:pt x="8904" y="3684"/>
                </a:lnTo>
                <a:lnTo>
                  <a:pt x="8764" y="3264"/>
                </a:lnTo>
                <a:lnTo>
                  <a:pt x="8577" y="2891"/>
                </a:lnTo>
                <a:lnTo>
                  <a:pt x="8298" y="2565"/>
                </a:lnTo>
                <a:lnTo>
                  <a:pt x="7971" y="2285"/>
                </a:lnTo>
                <a:lnTo>
                  <a:pt x="7599" y="2099"/>
                </a:lnTo>
                <a:lnTo>
                  <a:pt x="7179" y="1959"/>
                </a:lnTo>
                <a:lnTo>
                  <a:pt x="6713" y="1912"/>
                </a:lnTo>
                <a:lnTo>
                  <a:pt x="6247" y="1959"/>
                </a:lnTo>
                <a:lnTo>
                  <a:pt x="5827" y="2099"/>
                </a:lnTo>
                <a:lnTo>
                  <a:pt x="5454" y="2285"/>
                </a:lnTo>
                <a:lnTo>
                  <a:pt x="5128" y="2565"/>
                </a:lnTo>
                <a:lnTo>
                  <a:pt x="4848" y="2891"/>
                </a:lnTo>
                <a:lnTo>
                  <a:pt x="4662" y="3264"/>
                </a:lnTo>
                <a:lnTo>
                  <a:pt x="4522" y="3684"/>
                </a:lnTo>
                <a:lnTo>
                  <a:pt x="4475" y="4150"/>
                </a:lnTo>
                <a:lnTo>
                  <a:pt x="4522" y="4616"/>
                </a:lnTo>
                <a:lnTo>
                  <a:pt x="4662" y="5035"/>
                </a:lnTo>
                <a:lnTo>
                  <a:pt x="4848" y="5408"/>
                </a:lnTo>
                <a:lnTo>
                  <a:pt x="5128" y="5735"/>
                </a:lnTo>
                <a:lnTo>
                  <a:pt x="5454" y="6014"/>
                </a:lnTo>
                <a:lnTo>
                  <a:pt x="5827" y="6247"/>
                </a:lnTo>
                <a:lnTo>
                  <a:pt x="6247" y="6341"/>
                </a:lnTo>
                <a:lnTo>
                  <a:pt x="6713" y="6387"/>
                </a:lnTo>
                <a:lnTo>
                  <a:pt x="6713" y="7180"/>
                </a:lnTo>
                <a:lnTo>
                  <a:pt x="6387" y="7180"/>
                </a:lnTo>
                <a:lnTo>
                  <a:pt x="6107" y="7133"/>
                </a:lnTo>
                <a:lnTo>
                  <a:pt x="5827" y="7040"/>
                </a:lnTo>
                <a:lnTo>
                  <a:pt x="5547" y="6947"/>
                </a:lnTo>
                <a:lnTo>
                  <a:pt x="5268" y="6807"/>
                </a:lnTo>
                <a:lnTo>
                  <a:pt x="5035" y="6667"/>
                </a:lnTo>
                <a:lnTo>
                  <a:pt x="4569" y="6294"/>
                </a:lnTo>
                <a:lnTo>
                  <a:pt x="4196" y="5874"/>
                </a:lnTo>
                <a:lnTo>
                  <a:pt x="4056" y="5595"/>
                </a:lnTo>
                <a:lnTo>
                  <a:pt x="3916" y="5315"/>
                </a:lnTo>
                <a:lnTo>
                  <a:pt x="3823" y="5035"/>
                </a:lnTo>
                <a:lnTo>
                  <a:pt x="3730" y="4756"/>
                </a:lnTo>
                <a:lnTo>
                  <a:pt x="3683" y="4476"/>
                </a:lnTo>
                <a:lnTo>
                  <a:pt x="3683" y="4150"/>
                </a:lnTo>
                <a:lnTo>
                  <a:pt x="3683" y="3870"/>
                </a:lnTo>
                <a:lnTo>
                  <a:pt x="3730" y="3544"/>
                </a:lnTo>
                <a:lnTo>
                  <a:pt x="3823" y="3264"/>
                </a:lnTo>
                <a:lnTo>
                  <a:pt x="3916" y="2984"/>
                </a:lnTo>
                <a:lnTo>
                  <a:pt x="4056" y="2705"/>
                </a:lnTo>
                <a:lnTo>
                  <a:pt x="4196" y="2472"/>
                </a:lnTo>
                <a:lnTo>
                  <a:pt x="4569" y="2005"/>
                </a:lnTo>
                <a:lnTo>
                  <a:pt x="5035" y="1632"/>
                </a:lnTo>
                <a:lnTo>
                  <a:pt x="5268" y="1493"/>
                </a:lnTo>
                <a:lnTo>
                  <a:pt x="5547" y="1353"/>
                </a:lnTo>
                <a:lnTo>
                  <a:pt x="5827" y="1260"/>
                </a:lnTo>
                <a:lnTo>
                  <a:pt x="6107" y="1166"/>
                </a:lnTo>
                <a:lnTo>
                  <a:pt x="6387" y="1120"/>
                </a:lnTo>
                <a:close/>
                <a:moveTo>
                  <a:pt x="0" y="1"/>
                </a:moveTo>
                <a:lnTo>
                  <a:pt x="0" y="8392"/>
                </a:lnTo>
                <a:lnTo>
                  <a:pt x="13425" y="8392"/>
                </a:lnTo>
                <a:lnTo>
                  <a:pt x="1342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5" name="Google Shape;1397;p47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3679428" y="2994019"/>
            <a:ext cx="39305" cy="39305"/>
          </a:xfrm>
          <a:custGeom>
            <a:avLst/>
            <a:gdLst/>
            <a:ahLst/>
            <a:cxnLst/>
            <a:rect l="l" t="t" r="r" b="b"/>
            <a:pathLst>
              <a:path w="1539" h="1539">
                <a:moveTo>
                  <a:pt x="560" y="0"/>
                </a:moveTo>
                <a:lnTo>
                  <a:pt x="327" y="280"/>
                </a:lnTo>
                <a:lnTo>
                  <a:pt x="0" y="513"/>
                </a:lnTo>
                <a:lnTo>
                  <a:pt x="933" y="1445"/>
                </a:lnTo>
                <a:lnTo>
                  <a:pt x="1026" y="1492"/>
                </a:lnTo>
                <a:lnTo>
                  <a:pt x="1166" y="1539"/>
                </a:lnTo>
                <a:lnTo>
                  <a:pt x="1306" y="1492"/>
                </a:lnTo>
                <a:lnTo>
                  <a:pt x="1446" y="1445"/>
                </a:lnTo>
                <a:lnTo>
                  <a:pt x="1539" y="1305"/>
                </a:lnTo>
                <a:lnTo>
                  <a:pt x="1539" y="1166"/>
                </a:lnTo>
                <a:lnTo>
                  <a:pt x="1539" y="1026"/>
                </a:lnTo>
                <a:lnTo>
                  <a:pt x="1446" y="886"/>
                </a:lnTo>
                <a:lnTo>
                  <a:pt x="5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6" name="Google Shape;1398;p47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3607992" y="2922583"/>
            <a:ext cx="76211" cy="76211"/>
          </a:xfrm>
          <a:custGeom>
            <a:avLst/>
            <a:gdLst/>
            <a:ahLst/>
            <a:cxnLst/>
            <a:rect l="l" t="t" r="r" b="b"/>
            <a:pathLst>
              <a:path w="2984" h="2984">
                <a:moveTo>
                  <a:pt x="1213" y="0"/>
                </a:moveTo>
                <a:lnTo>
                  <a:pt x="933" y="94"/>
                </a:lnTo>
                <a:lnTo>
                  <a:pt x="653" y="233"/>
                </a:lnTo>
                <a:lnTo>
                  <a:pt x="420" y="420"/>
                </a:lnTo>
                <a:lnTo>
                  <a:pt x="234" y="653"/>
                </a:lnTo>
                <a:lnTo>
                  <a:pt x="140" y="933"/>
                </a:lnTo>
                <a:lnTo>
                  <a:pt x="47" y="1212"/>
                </a:lnTo>
                <a:lnTo>
                  <a:pt x="1" y="1492"/>
                </a:lnTo>
                <a:lnTo>
                  <a:pt x="47" y="1772"/>
                </a:lnTo>
                <a:lnTo>
                  <a:pt x="140" y="2051"/>
                </a:lnTo>
                <a:lnTo>
                  <a:pt x="234" y="2285"/>
                </a:lnTo>
                <a:lnTo>
                  <a:pt x="420" y="2518"/>
                </a:lnTo>
                <a:lnTo>
                  <a:pt x="653" y="2704"/>
                </a:lnTo>
                <a:lnTo>
                  <a:pt x="933" y="2844"/>
                </a:lnTo>
                <a:lnTo>
                  <a:pt x="1213" y="2937"/>
                </a:lnTo>
                <a:lnTo>
                  <a:pt x="1492" y="2984"/>
                </a:lnTo>
                <a:lnTo>
                  <a:pt x="1772" y="2937"/>
                </a:lnTo>
                <a:lnTo>
                  <a:pt x="2052" y="2844"/>
                </a:lnTo>
                <a:lnTo>
                  <a:pt x="2331" y="2704"/>
                </a:lnTo>
                <a:lnTo>
                  <a:pt x="2564" y="2518"/>
                </a:lnTo>
                <a:lnTo>
                  <a:pt x="2751" y="2285"/>
                </a:lnTo>
                <a:lnTo>
                  <a:pt x="2891" y="2051"/>
                </a:lnTo>
                <a:lnTo>
                  <a:pt x="2937" y="1772"/>
                </a:lnTo>
                <a:lnTo>
                  <a:pt x="2984" y="1492"/>
                </a:lnTo>
                <a:lnTo>
                  <a:pt x="2937" y="1212"/>
                </a:lnTo>
                <a:lnTo>
                  <a:pt x="2891" y="933"/>
                </a:lnTo>
                <a:lnTo>
                  <a:pt x="2751" y="653"/>
                </a:lnTo>
                <a:lnTo>
                  <a:pt x="2564" y="420"/>
                </a:lnTo>
                <a:lnTo>
                  <a:pt x="2331" y="233"/>
                </a:lnTo>
                <a:lnTo>
                  <a:pt x="2052" y="94"/>
                </a:lnTo>
                <a:lnTo>
                  <a:pt x="177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7" name="Google Shape;1399;p47"/>
          <p:cNvSpPr>
            <a:spLocks noGrp="1"/>
          </p:cNvSpPr>
          <p:nvPr>
            <p:custDataLst>
              <p:tags r:id="rId31"/>
            </p:custDataLst>
          </p:nvPr>
        </p:nvSpPr>
        <p:spPr>
          <a:xfrm>
            <a:off x="3492500" y="3104735"/>
            <a:ext cx="342900" cy="108365"/>
          </a:xfrm>
          <a:custGeom>
            <a:avLst/>
            <a:gdLst/>
            <a:ahLst/>
            <a:cxnLst/>
            <a:rect l="l" t="t" r="r" b="b"/>
            <a:pathLst>
              <a:path w="13426" h="4243">
                <a:moveTo>
                  <a:pt x="1" y="0"/>
                </a:moveTo>
                <a:lnTo>
                  <a:pt x="1" y="1865"/>
                </a:lnTo>
                <a:lnTo>
                  <a:pt x="5501" y="1865"/>
                </a:lnTo>
                <a:lnTo>
                  <a:pt x="5501" y="2471"/>
                </a:lnTo>
                <a:lnTo>
                  <a:pt x="5455" y="2657"/>
                </a:lnTo>
                <a:lnTo>
                  <a:pt x="5408" y="2844"/>
                </a:lnTo>
                <a:lnTo>
                  <a:pt x="5315" y="3030"/>
                </a:lnTo>
                <a:lnTo>
                  <a:pt x="5222" y="3170"/>
                </a:lnTo>
                <a:lnTo>
                  <a:pt x="5035" y="3263"/>
                </a:lnTo>
                <a:lnTo>
                  <a:pt x="4895" y="3357"/>
                </a:lnTo>
                <a:lnTo>
                  <a:pt x="4709" y="3450"/>
                </a:lnTo>
                <a:lnTo>
                  <a:pt x="3450" y="3450"/>
                </a:lnTo>
                <a:lnTo>
                  <a:pt x="3450" y="4242"/>
                </a:lnTo>
                <a:lnTo>
                  <a:pt x="9930" y="4242"/>
                </a:lnTo>
                <a:lnTo>
                  <a:pt x="9930" y="3450"/>
                </a:lnTo>
                <a:lnTo>
                  <a:pt x="8671" y="3450"/>
                </a:lnTo>
                <a:lnTo>
                  <a:pt x="8531" y="3357"/>
                </a:lnTo>
                <a:lnTo>
                  <a:pt x="8345" y="3263"/>
                </a:lnTo>
                <a:lnTo>
                  <a:pt x="8205" y="3170"/>
                </a:lnTo>
                <a:lnTo>
                  <a:pt x="8065" y="3030"/>
                </a:lnTo>
                <a:lnTo>
                  <a:pt x="7972" y="2844"/>
                </a:lnTo>
                <a:lnTo>
                  <a:pt x="7925" y="2657"/>
                </a:lnTo>
                <a:lnTo>
                  <a:pt x="7925" y="2471"/>
                </a:lnTo>
                <a:lnTo>
                  <a:pt x="7925" y="1865"/>
                </a:lnTo>
                <a:lnTo>
                  <a:pt x="13426" y="1865"/>
                </a:lnTo>
                <a:lnTo>
                  <a:pt x="134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08" name="Google Shape;1400;p47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3492500" y="2870200"/>
            <a:ext cx="342900" cy="214305"/>
          </a:xfrm>
          <a:custGeom>
            <a:avLst/>
            <a:gdLst/>
            <a:ahLst/>
            <a:cxnLst/>
            <a:rect l="l" t="t" r="r" b="b"/>
            <a:pathLst>
              <a:path w="13426" h="8391">
                <a:moveTo>
                  <a:pt x="6014" y="1259"/>
                </a:moveTo>
                <a:lnTo>
                  <a:pt x="6434" y="1306"/>
                </a:lnTo>
                <a:lnTo>
                  <a:pt x="6853" y="1445"/>
                </a:lnTo>
                <a:lnTo>
                  <a:pt x="7273" y="1632"/>
                </a:lnTo>
                <a:lnTo>
                  <a:pt x="7646" y="1912"/>
                </a:lnTo>
                <a:lnTo>
                  <a:pt x="7832" y="2145"/>
                </a:lnTo>
                <a:lnTo>
                  <a:pt x="7972" y="2424"/>
                </a:lnTo>
                <a:lnTo>
                  <a:pt x="8112" y="2657"/>
                </a:lnTo>
                <a:lnTo>
                  <a:pt x="8205" y="2937"/>
                </a:lnTo>
                <a:lnTo>
                  <a:pt x="8252" y="3217"/>
                </a:lnTo>
                <a:lnTo>
                  <a:pt x="8298" y="3543"/>
                </a:lnTo>
                <a:lnTo>
                  <a:pt x="8252" y="3823"/>
                </a:lnTo>
                <a:lnTo>
                  <a:pt x="8205" y="4102"/>
                </a:lnTo>
                <a:lnTo>
                  <a:pt x="9324" y="5175"/>
                </a:lnTo>
                <a:lnTo>
                  <a:pt x="9464" y="5361"/>
                </a:lnTo>
                <a:lnTo>
                  <a:pt x="9557" y="5594"/>
                </a:lnTo>
                <a:lnTo>
                  <a:pt x="9650" y="5781"/>
                </a:lnTo>
                <a:lnTo>
                  <a:pt x="9650" y="6014"/>
                </a:lnTo>
                <a:lnTo>
                  <a:pt x="9650" y="6247"/>
                </a:lnTo>
                <a:lnTo>
                  <a:pt x="9557" y="6433"/>
                </a:lnTo>
                <a:lnTo>
                  <a:pt x="9464" y="6666"/>
                </a:lnTo>
                <a:lnTo>
                  <a:pt x="9324" y="6853"/>
                </a:lnTo>
                <a:lnTo>
                  <a:pt x="9137" y="6993"/>
                </a:lnTo>
                <a:lnTo>
                  <a:pt x="8951" y="7086"/>
                </a:lnTo>
                <a:lnTo>
                  <a:pt x="8718" y="7132"/>
                </a:lnTo>
                <a:lnTo>
                  <a:pt x="8485" y="7179"/>
                </a:lnTo>
                <a:lnTo>
                  <a:pt x="8298" y="7132"/>
                </a:lnTo>
                <a:lnTo>
                  <a:pt x="8065" y="7086"/>
                </a:lnTo>
                <a:lnTo>
                  <a:pt x="7879" y="6993"/>
                </a:lnTo>
                <a:lnTo>
                  <a:pt x="7692" y="6853"/>
                </a:lnTo>
                <a:lnTo>
                  <a:pt x="6574" y="5734"/>
                </a:lnTo>
                <a:lnTo>
                  <a:pt x="6294" y="5781"/>
                </a:lnTo>
                <a:lnTo>
                  <a:pt x="5595" y="5781"/>
                </a:lnTo>
                <a:lnTo>
                  <a:pt x="5175" y="5641"/>
                </a:lnTo>
                <a:lnTo>
                  <a:pt x="4756" y="5408"/>
                </a:lnTo>
                <a:lnTo>
                  <a:pt x="4429" y="5128"/>
                </a:lnTo>
                <a:lnTo>
                  <a:pt x="4103" y="4802"/>
                </a:lnTo>
                <a:lnTo>
                  <a:pt x="3917" y="4382"/>
                </a:lnTo>
                <a:lnTo>
                  <a:pt x="3777" y="3963"/>
                </a:lnTo>
                <a:lnTo>
                  <a:pt x="3730" y="3543"/>
                </a:lnTo>
                <a:lnTo>
                  <a:pt x="3777" y="3077"/>
                </a:lnTo>
                <a:lnTo>
                  <a:pt x="3917" y="2657"/>
                </a:lnTo>
                <a:lnTo>
                  <a:pt x="4103" y="2284"/>
                </a:lnTo>
                <a:lnTo>
                  <a:pt x="4429" y="1912"/>
                </a:lnTo>
                <a:lnTo>
                  <a:pt x="4756" y="1632"/>
                </a:lnTo>
                <a:lnTo>
                  <a:pt x="5175" y="1445"/>
                </a:lnTo>
                <a:lnTo>
                  <a:pt x="5595" y="1306"/>
                </a:lnTo>
                <a:lnTo>
                  <a:pt x="6014" y="1259"/>
                </a:lnTo>
                <a:close/>
                <a:moveTo>
                  <a:pt x="1" y="0"/>
                </a:moveTo>
                <a:lnTo>
                  <a:pt x="1" y="8391"/>
                </a:lnTo>
                <a:lnTo>
                  <a:pt x="13426" y="8391"/>
                </a:lnTo>
                <a:lnTo>
                  <a:pt x="134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0" name="Google Shape;1351;p47"/>
          <p:cNvSpPr>
            <a:spLocks noGrp="1"/>
          </p:cNvSpPr>
          <p:nvPr>
            <p:custDataLst>
              <p:tags r:id="rId33"/>
            </p:custDataLst>
          </p:nvPr>
        </p:nvSpPr>
        <p:spPr>
          <a:xfrm>
            <a:off x="3125385" y="3963572"/>
            <a:ext cx="97639" cy="133369"/>
          </a:xfrm>
          <a:custGeom>
            <a:avLst/>
            <a:gdLst/>
            <a:ahLst/>
            <a:cxnLst/>
            <a:rect l="l" t="t" r="r" b="b"/>
            <a:pathLst>
              <a:path w="3823" h="5222">
                <a:moveTo>
                  <a:pt x="2657" y="1679"/>
                </a:moveTo>
                <a:lnTo>
                  <a:pt x="3217" y="2238"/>
                </a:lnTo>
                <a:lnTo>
                  <a:pt x="1678" y="3776"/>
                </a:lnTo>
                <a:lnTo>
                  <a:pt x="606" y="2658"/>
                </a:lnTo>
                <a:lnTo>
                  <a:pt x="1166" y="2098"/>
                </a:lnTo>
                <a:lnTo>
                  <a:pt x="1678" y="2658"/>
                </a:lnTo>
                <a:lnTo>
                  <a:pt x="2657" y="1679"/>
                </a:lnTo>
                <a:close/>
                <a:moveTo>
                  <a:pt x="1911" y="1"/>
                </a:moveTo>
                <a:lnTo>
                  <a:pt x="0" y="980"/>
                </a:lnTo>
                <a:lnTo>
                  <a:pt x="0" y="2704"/>
                </a:lnTo>
                <a:lnTo>
                  <a:pt x="47" y="3124"/>
                </a:lnTo>
                <a:lnTo>
                  <a:pt x="140" y="3543"/>
                </a:lnTo>
                <a:lnTo>
                  <a:pt x="327" y="3916"/>
                </a:lnTo>
                <a:lnTo>
                  <a:pt x="560" y="4289"/>
                </a:lnTo>
                <a:lnTo>
                  <a:pt x="839" y="4569"/>
                </a:lnTo>
                <a:lnTo>
                  <a:pt x="1119" y="4849"/>
                </a:lnTo>
                <a:lnTo>
                  <a:pt x="1492" y="5035"/>
                </a:lnTo>
                <a:lnTo>
                  <a:pt x="1911" y="5221"/>
                </a:lnTo>
                <a:lnTo>
                  <a:pt x="2331" y="5035"/>
                </a:lnTo>
                <a:lnTo>
                  <a:pt x="2704" y="4849"/>
                </a:lnTo>
                <a:lnTo>
                  <a:pt x="3030" y="4569"/>
                </a:lnTo>
                <a:lnTo>
                  <a:pt x="3310" y="4289"/>
                </a:lnTo>
                <a:lnTo>
                  <a:pt x="3496" y="3916"/>
                </a:lnTo>
                <a:lnTo>
                  <a:pt x="3683" y="3543"/>
                </a:lnTo>
                <a:lnTo>
                  <a:pt x="3776" y="3124"/>
                </a:lnTo>
                <a:lnTo>
                  <a:pt x="3823" y="2704"/>
                </a:lnTo>
                <a:lnTo>
                  <a:pt x="3823" y="980"/>
                </a:lnTo>
                <a:lnTo>
                  <a:pt x="19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1" name="Google Shape;1352;p47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3238477" y="3810000"/>
            <a:ext cx="61933" cy="63108"/>
          </a:xfrm>
          <a:custGeom>
            <a:avLst/>
            <a:gdLst/>
            <a:ahLst/>
            <a:cxnLst/>
            <a:rect l="l" t="t" r="r" b="b"/>
            <a:pathLst>
              <a:path w="2425" h="2471">
                <a:moveTo>
                  <a:pt x="1" y="0"/>
                </a:moveTo>
                <a:lnTo>
                  <a:pt x="1" y="2471"/>
                </a:lnTo>
                <a:lnTo>
                  <a:pt x="2425" y="2471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2" name="Google Shape;1353;p47"/>
          <p:cNvSpPr>
            <a:spLocks noGrp="1"/>
          </p:cNvSpPr>
          <p:nvPr>
            <p:custDataLst>
              <p:tags r:id="rId35"/>
            </p:custDataLst>
          </p:nvPr>
        </p:nvSpPr>
        <p:spPr>
          <a:xfrm>
            <a:off x="3048000" y="3810000"/>
            <a:ext cx="252412" cy="342900"/>
          </a:xfrm>
          <a:custGeom>
            <a:avLst/>
            <a:gdLst/>
            <a:ahLst/>
            <a:cxnLst/>
            <a:rect l="l" t="t" r="r" b="b"/>
            <a:pathLst>
              <a:path w="9883" h="13426">
                <a:moveTo>
                  <a:pt x="5314" y="1492"/>
                </a:moveTo>
                <a:lnTo>
                  <a:pt x="5314" y="2238"/>
                </a:lnTo>
                <a:lnTo>
                  <a:pt x="2005" y="2238"/>
                </a:lnTo>
                <a:lnTo>
                  <a:pt x="2005" y="1492"/>
                </a:lnTo>
                <a:close/>
                <a:moveTo>
                  <a:pt x="5314" y="3077"/>
                </a:moveTo>
                <a:lnTo>
                  <a:pt x="5314" y="3869"/>
                </a:lnTo>
                <a:lnTo>
                  <a:pt x="2005" y="3869"/>
                </a:lnTo>
                <a:lnTo>
                  <a:pt x="2005" y="3077"/>
                </a:lnTo>
                <a:close/>
                <a:moveTo>
                  <a:pt x="4941" y="5128"/>
                </a:moveTo>
                <a:lnTo>
                  <a:pt x="7645" y="6526"/>
                </a:lnTo>
                <a:lnTo>
                  <a:pt x="7645" y="8717"/>
                </a:lnTo>
                <a:lnTo>
                  <a:pt x="7599" y="9277"/>
                </a:lnTo>
                <a:lnTo>
                  <a:pt x="7459" y="9836"/>
                </a:lnTo>
                <a:lnTo>
                  <a:pt x="7226" y="10349"/>
                </a:lnTo>
                <a:lnTo>
                  <a:pt x="6899" y="10815"/>
                </a:lnTo>
                <a:lnTo>
                  <a:pt x="6526" y="11234"/>
                </a:lnTo>
                <a:lnTo>
                  <a:pt x="6060" y="11561"/>
                </a:lnTo>
                <a:lnTo>
                  <a:pt x="5594" y="11840"/>
                </a:lnTo>
                <a:lnTo>
                  <a:pt x="5035" y="12027"/>
                </a:lnTo>
                <a:lnTo>
                  <a:pt x="4848" y="12027"/>
                </a:lnTo>
                <a:lnTo>
                  <a:pt x="4335" y="11840"/>
                </a:lnTo>
                <a:lnTo>
                  <a:pt x="3823" y="11561"/>
                </a:lnTo>
                <a:lnTo>
                  <a:pt x="3357" y="11234"/>
                </a:lnTo>
                <a:lnTo>
                  <a:pt x="2984" y="10815"/>
                </a:lnTo>
                <a:lnTo>
                  <a:pt x="2657" y="10349"/>
                </a:lnTo>
                <a:lnTo>
                  <a:pt x="2424" y="9836"/>
                </a:lnTo>
                <a:lnTo>
                  <a:pt x="2284" y="9277"/>
                </a:lnTo>
                <a:lnTo>
                  <a:pt x="2238" y="8717"/>
                </a:lnTo>
                <a:lnTo>
                  <a:pt x="2238" y="6526"/>
                </a:lnTo>
                <a:lnTo>
                  <a:pt x="4941" y="5128"/>
                </a:lnTo>
                <a:close/>
                <a:moveTo>
                  <a:pt x="0" y="0"/>
                </a:moveTo>
                <a:lnTo>
                  <a:pt x="0" y="13425"/>
                </a:lnTo>
                <a:lnTo>
                  <a:pt x="9883" y="13425"/>
                </a:lnTo>
                <a:lnTo>
                  <a:pt x="9883" y="3263"/>
                </a:lnTo>
                <a:lnTo>
                  <a:pt x="6666" y="3263"/>
                </a:lnTo>
                <a:lnTo>
                  <a:pt x="66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3" name="Google Shape;1530;p47"/>
          <p:cNvSpPr>
            <a:spLocks noGrp="1"/>
          </p:cNvSpPr>
          <p:nvPr>
            <p:custDataLst>
              <p:tags r:id="rId36"/>
            </p:custDataLst>
          </p:nvPr>
        </p:nvSpPr>
        <p:spPr>
          <a:xfrm>
            <a:off x="2603500" y="47498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13426" h="13426">
                <a:moveTo>
                  <a:pt x="3590" y="1"/>
                </a:moveTo>
                <a:lnTo>
                  <a:pt x="3590" y="3497"/>
                </a:lnTo>
                <a:lnTo>
                  <a:pt x="6294" y="3497"/>
                </a:lnTo>
                <a:lnTo>
                  <a:pt x="6294" y="5408"/>
                </a:lnTo>
                <a:lnTo>
                  <a:pt x="4616" y="7086"/>
                </a:lnTo>
                <a:lnTo>
                  <a:pt x="1353" y="7086"/>
                </a:lnTo>
                <a:lnTo>
                  <a:pt x="1353" y="9930"/>
                </a:lnTo>
                <a:lnTo>
                  <a:pt x="1" y="9930"/>
                </a:lnTo>
                <a:lnTo>
                  <a:pt x="1" y="13426"/>
                </a:lnTo>
                <a:lnTo>
                  <a:pt x="3497" y="13426"/>
                </a:lnTo>
                <a:lnTo>
                  <a:pt x="3497" y="9930"/>
                </a:lnTo>
                <a:lnTo>
                  <a:pt x="2145" y="9930"/>
                </a:lnTo>
                <a:lnTo>
                  <a:pt x="2145" y="7879"/>
                </a:lnTo>
                <a:lnTo>
                  <a:pt x="4616" y="7879"/>
                </a:lnTo>
                <a:lnTo>
                  <a:pt x="6713" y="9977"/>
                </a:lnTo>
                <a:lnTo>
                  <a:pt x="8764" y="7879"/>
                </a:lnTo>
                <a:lnTo>
                  <a:pt x="11282" y="7879"/>
                </a:lnTo>
                <a:lnTo>
                  <a:pt x="11282" y="9977"/>
                </a:lnTo>
                <a:lnTo>
                  <a:pt x="11002" y="10070"/>
                </a:lnTo>
                <a:lnTo>
                  <a:pt x="10722" y="10210"/>
                </a:lnTo>
                <a:lnTo>
                  <a:pt x="10489" y="10349"/>
                </a:lnTo>
                <a:lnTo>
                  <a:pt x="10303" y="10583"/>
                </a:lnTo>
                <a:lnTo>
                  <a:pt x="10163" y="10816"/>
                </a:lnTo>
                <a:lnTo>
                  <a:pt x="10023" y="11095"/>
                </a:lnTo>
                <a:lnTo>
                  <a:pt x="9930" y="11375"/>
                </a:lnTo>
                <a:lnTo>
                  <a:pt x="9930" y="11655"/>
                </a:lnTo>
                <a:lnTo>
                  <a:pt x="9976" y="12028"/>
                </a:lnTo>
                <a:lnTo>
                  <a:pt x="10070" y="12354"/>
                </a:lnTo>
                <a:lnTo>
                  <a:pt x="10209" y="12634"/>
                </a:lnTo>
                <a:lnTo>
                  <a:pt x="10443" y="12913"/>
                </a:lnTo>
                <a:lnTo>
                  <a:pt x="10676" y="13100"/>
                </a:lnTo>
                <a:lnTo>
                  <a:pt x="11002" y="13286"/>
                </a:lnTo>
                <a:lnTo>
                  <a:pt x="11328" y="13379"/>
                </a:lnTo>
                <a:lnTo>
                  <a:pt x="11655" y="13426"/>
                </a:lnTo>
                <a:lnTo>
                  <a:pt x="12027" y="13379"/>
                </a:lnTo>
                <a:lnTo>
                  <a:pt x="12354" y="13286"/>
                </a:lnTo>
                <a:lnTo>
                  <a:pt x="12633" y="13100"/>
                </a:lnTo>
                <a:lnTo>
                  <a:pt x="12913" y="12913"/>
                </a:lnTo>
                <a:lnTo>
                  <a:pt x="13100" y="12634"/>
                </a:lnTo>
                <a:lnTo>
                  <a:pt x="13286" y="12354"/>
                </a:lnTo>
                <a:lnTo>
                  <a:pt x="13379" y="12028"/>
                </a:lnTo>
                <a:lnTo>
                  <a:pt x="13426" y="11655"/>
                </a:lnTo>
                <a:lnTo>
                  <a:pt x="13379" y="11375"/>
                </a:lnTo>
                <a:lnTo>
                  <a:pt x="13333" y="11095"/>
                </a:lnTo>
                <a:lnTo>
                  <a:pt x="13193" y="10816"/>
                </a:lnTo>
                <a:lnTo>
                  <a:pt x="13006" y="10583"/>
                </a:lnTo>
                <a:lnTo>
                  <a:pt x="12820" y="10349"/>
                </a:lnTo>
                <a:lnTo>
                  <a:pt x="12587" y="10210"/>
                </a:lnTo>
                <a:lnTo>
                  <a:pt x="12354" y="10070"/>
                </a:lnTo>
                <a:lnTo>
                  <a:pt x="12074" y="9977"/>
                </a:lnTo>
                <a:lnTo>
                  <a:pt x="12074" y="7086"/>
                </a:lnTo>
                <a:lnTo>
                  <a:pt x="8764" y="7086"/>
                </a:lnTo>
                <a:lnTo>
                  <a:pt x="7086" y="5408"/>
                </a:lnTo>
                <a:lnTo>
                  <a:pt x="7086" y="3497"/>
                </a:lnTo>
                <a:lnTo>
                  <a:pt x="9790" y="3497"/>
                </a:lnTo>
                <a:lnTo>
                  <a:pt x="979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5" name="Google Shape;1422;p47"/>
          <p:cNvSpPr>
            <a:spLocks noGrp="1"/>
          </p:cNvSpPr>
          <p:nvPr>
            <p:custDataLst>
              <p:tags r:id="rId37"/>
            </p:custDataLst>
          </p:nvPr>
        </p:nvSpPr>
        <p:spPr>
          <a:xfrm>
            <a:off x="2159000" y="5832471"/>
            <a:ext cx="55983" cy="55957"/>
          </a:xfrm>
          <a:custGeom>
            <a:avLst/>
            <a:gdLst/>
            <a:ahLst/>
            <a:cxnLst/>
            <a:rect l="l" t="t" r="r" b="b"/>
            <a:pathLst>
              <a:path w="2192" h="2191">
                <a:moveTo>
                  <a:pt x="933" y="0"/>
                </a:moveTo>
                <a:lnTo>
                  <a:pt x="700" y="47"/>
                </a:lnTo>
                <a:lnTo>
                  <a:pt x="513" y="187"/>
                </a:lnTo>
                <a:lnTo>
                  <a:pt x="373" y="280"/>
                </a:lnTo>
                <a:lnTo>
                  <a:pt x="234" y="466"/>
                </a:lnTo>
                <a:lnTo>
                  <a:pt x="94" y="653"/>
                </a:lnTo>
                <a:lnTo>
                  <a:pt x="47" y="839"/>
                </a:lnTo>
                <a:lnTo>
                  <a:pt x="0" y="1026"/>
                </a:lnTo>
                <a:lnTo>
                  <a:pt x="47" y="1259"/>
                </a:lnTo>
                <a:lnTo>
                  <a:pt x="94" y="1492"/>
                </a:lnTo>
                <a:lnTo>
                  <a:pt x="187" y="1678"/>
                </a:lnTo>
                <a:lnTo>
                  <a:pt x="327" y="1865"/>
                </a:lnTo>
                <a:lnTo>
                  <a:pt x="467" y="2004"/>
                </a:lnTo>
                <a:lnTo>
                  <a:pt x="653" y="2098"/>
                </a:lnTo>
                <a:lnTo>
                  <a:pt x="840" y="2144"/>
                </a:lnTo>
                <a:lnTo>
                  <a:pt x="1073" y="2191"/>
                </a:lnTo>
                <a:lnTo>
                  <a:pt x="1306" y="2191"/>
                </a:lnTo>
                <a:lnTo>
                  <a:pt x="1492" y="2098"/>
                </a:lnTo>
                <a:lnTo>
                  <a:pt x="1679" y="2004"/>
                </a:lnTo>
                <a:lnTo>
                  <a:pt x="1865" y="1911"/>
                </a:lnTo>
                <a:lnTo>
                  <a:pt x="2005" y="1725"/>
                </a:lnTo>
                <a:lnTo>
                  <a:pt x="2098" y="1538"/>
                </a:lnTo>
                <a:lnTo>
                  <a:pt x="2191" y="1352"/>
                </a:lnTo>
                <a:lnTo>
                  <a:pt x="2191" y="1119"/>
                </a:lnTo>
                <a:lnTo>
                  <a:pt x="2191" y="932"/>
                </a:lnTo>
                <a:lnTo>
                  <a:pt x="2145" y="699"/>
                </a:lnTo>
                <a:lnTo>
                  <a:pt x="2052" y="513"/>
                </a:lnTo>
                <a:lnTo>
                  <a:pt x="1912" y="326"/>
                </a:lnTo>
                <a:lnTo>
                  <a:pt x="1772" y="187"/>
                </a:lnTo>
                <a:lnTo>
                  <a:pt x="1585" y="93"/>
                </a:lnTo>
                <a:lnTo>
                  <a:pt x="1352" y="47"/>
                </a:lnTo>
                <a:lnTo>
                  <a:pt x="11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6" name="Google Shape;1423;p47"/>
          <p:cNvSpPr>
            <a:spLocks noGrp="1"/>
          </p:cNvSpPr>
          <p:nvPr>
            <p:custDataLst>
              <p:tags r:id="rId38"/>
            </p:custDataLst>
          </p:nvPr>
        </p:nvSpPr>
        <p:spPr>
          <a:xfrm>
            <a:off x="2445916" y="5832471"/>
            <a:ext cx="55983" cy="55957"/>
          </a:xfrm>
          <a:custGeom>
            <a:avLst/>
            <a:gdLst/>
            <a:ahLst/>
            <a:cxnLst/>
            <a:rect l="l" t="t" r="r" b="b"/>
            <a:pathLst>
              <a:path w="2192" h="2191">
                <a:moveTo>
                  <a:pt x="886" y="0"/>
                </a:moveTo>
                <a:lnTo>
                  <a:pt x="700" y="93"/>
                </a:lnTo>
                <a:lnTo>
                  <a:pt x="513" y="187"/>
                </a:lnTo>
                <a:lnTo>
                  <a:pt x="327" y="326"/>
                </a:lnTo>
                <a:lnTo>
                  <a:pt x="187" y="466"/>
                </a:lnTo>
                <a:lnTo>
                  <a:pt x="94" y="653"/>
                </a:lnTo>
                <a:lnTo>
                  <a:pt x="47" y="886"/>
                </a:lnTo>
                <a:lnTo>
                  <a:pt x="1" y="1072"/>
                </a:lnTo>
                <a:lnTo>
                  <a:pt x="47" y="1305"/>
                </a:lnTo>
                <a:lnTo>
                  <a:pt x="94" y="1538"/>
                </a:lnTo>
                <a:lnTo>
                  <a:pt x="187" y="1725"/>
                </a:lnTo>
                <a:lnTo>
                  <a:pt x="327" y="1865"/>
                </a:lnTo>
                <a:lnTo>
                  <a:pt x="513" y="2004"/>
                </a:lnTo>
                <a:lnTo>
                  <a:pt x="700" y="2098"/>
                </a:lnTo>
                <a:lnTo>
                  <a:pt x="886" y="2191"/>
                </a:lnTo>
                <a:lnTo>
                  <a:pt x="1353" y="2191"/>
                </a:lnTo>
                <a:lnTo>
                  <a:pt x="1539" y="2098"/>
                </a:lnTo>
                <a:lnTo>
                  <a:pt x="1725" y="2004"/>
                </a:lnTo>
                <a:lnTo>
                  <a:pt x="1865" y="1865"/>
                </a:lnTo>
                <a:lnTo>
                  <a:pt x="2005" y="1725"/>
                </a:lnTo>
                <a:lnTo>
                  <a:pt x="2098" y="1538"/>
                </a:lnTo>
                <a:lnTo>
                  <a:pt x="2192" y="1305"/>
                </a:lnTo>
                <a:lnTo>
                  <a:pt x="2192" y="1072"/>
                </a:lnTo>
                <a:lnTo>
                  <a:pt x="2192" y="886"/>
                </a:lnTo>
                <a:lnTo>
                  <a:pt x="2098" y="653"/>
                </a:lnTo>
                <a:lnTo>
                  <a:pt x="2005" y="466"/>
                </a:lnTo>
                <a:lnTo>
                  <a:pt x="1865" y="326"/>
                </a:lnTo>
                <a:lnTo>
                  <a:pt x="1725" y="187"/>
                </a:lnTo>
                <a:lnTo>
                  <a:pt x="1539" y="93"/>
                </a:lnTo>
                <a:lnTo>
                  <a:pt x="135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7" name="Google Shape;1424;p47"/>
          <p:cNvSpPr>
            <a:spLocks noGrp="1"/>
          </p:cNvSpPr>
          <p:nvPr>
            <p:custDataLst>
              <p:tags r:id="rId39"/>
            </p:custDataLst>
          </p:nvPr>
        </p:nvSpPr>
        <p:spPr>
          <a:xfrm>
            <a:off x="2303045" y="5689600"/>
            <a:ext cx="55983" cy="55983"/>
          </a:xfrm>
          <a:custGeom>
            <a:avLst/>
            <a:gdLst/>
            <a:ahLst/>
            <a:cxnLst/>
            <a:rect l="l" t="t" r="r" b="b"/>
            <a:pathLst>
              <a:path w="2192" h="2192">
                <a:moveTo>
                  <a:pt x="887" y="0"/>
                </a:moveTo>
                <a:lnTo>
                  <a:pt x="654" y="47"/>
                </a:lnTo>
                <a:lnTo>
                  <a:pt x="467" y="187"/>
                </a:lnTo>
                <a:lnTo>
                  <a:pt x="327" y="280"/>
                </a:lnTo>
                <a:lnTo>
                  <a:pt x="187" y="466"/>
                </a:lnTo>
                <a:lnTo>
                  <a:pt x="94" y="653"/>
                </a:lnTo>
                <a:lnTo>
                  <a:pt x="1" y="839"/>
                </a:lnTo>
                <a:lnTo>
                  <a:pt x="1" y="1072"/>
                </a:lnTo>
                <a:lnTo>
                  <a:pt x="1" y="1306"/>
                </a:lnTo>
                <a:lnTo>
                  <a:pt x="94" y="1492"/>
                </a:lnTo>
                <a:lnTo>
                  <a:pt x="187" y="1678"/>
                </a:lnTo>
                <a:lnTo>
                  <a:pt x="327" y="1865"/>
                </a:lnTo>
                <a:lnTo>
                  <a:pt x="467" y="2005"/>
                </a:lnTo>
                <a:lnTo>
                  <a:pt x="654" y="2098"/>
                </a:lnTo>
                <a:lnTo>
                  <a:pt x="887" y="2145"/>
                </a:lnTo>
                <a:lnTo>
                  <a:pt x="1073" y="2191"/>
                </a:lnTo>
                <a:lnTo>
                  <a:pt x="1306" y="2145"/>
                </a:lnTo>
                <a:lnTo>
                  <a:pt x="1493" y="2098"/>
                </a:lnTo>
                <a:lnTo>
                  <a:pt x="1679" y="2005"/>
                </a:lnTo>
                <a:lnTo>
                  <a:pt x="1865" y="1865"/>
                </a:lnTo>
                <a:lnTo>
                  <a:pt x="2005" y="1678"/>
                </a:lnTo>
                <a:lnTo>
                  <a:pt x="2099" y="1492"/>
                </a:lnTo>
                <a:lnTo>
                  <a:pt x="2145" y="1306"/>
                </a:lnTo>
                <a:lnTo>
                  <a:pt x="2192" y="1072"/>
                </a:lnTo>
                <a:lnTo>
                  <a:pt x="2145" y="839"/>
                </a:lnTo>
                <a:lnTo>
                  <a:pt x="2099" y="653"/>
                </a:lnTo>
                <a:lnTo>
                  <a:pt x="2005" y="466"/>
                </a:lnTo>
                <a:lnTo>
                  <a:pt x="1865" y="280"/>
                </a:lnTo>
                <a:lnTo>
                  <a:pt x="1679" y="187"/>
                </a:lnTo>
                <a:lnTo>
                  <a:pt x="1493" y="47"/>
                </a:lnTo>
                <a:lnTo>
                  <a:pt x="13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8" name="Google Shape;1425;p47"/>
          <p:cNvSpPr>
            <a:spLocks noGrp="1"/>
          </p:cNvSpPr>
          <p:nvPr>
            <p:custDataLst>
              <p:tags r:id="rId40"/>
            </p:custDataLst>
          </p:nvPr>
        </p:nvSpPr>
        <p:spPr>
          <a:xfrm>
            <a:off x="2378057" y="5994368"/>
            <a:ext cx="48832" cy="19077"/>
          </a:xfrm>
          <a:custGeom>
            <a:avLst/>
            <a:gdLst/>
            <a:ahLst/>
            <a:cxnLst/>
            <a:rect l="l" t="t" r="r" b="b"/>
            <a:pathLst>
              <a:path w="1912" h="747">
                <a:moveTo>
                  <a:pt x="1" y="1"/>
                </a:moveTo>
                <a:lnTo>
                  <a:pt x="47" y="374"/>
                </a:lnTo>
                <a:lnTo>
                  <a:pt x="1" y="746"/>
                </a:lnTo>
                <a:lnTo>
                  <a:pt x="1912" y="746"/>
                </a:lnTo>
                <a:lnTo>
                  <a:pt x="1865" y="374"/>
                </a:lnTo>
                <a:lnTo>
                  <a:pt x="191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19" name="Google Shape;1426;p47"/>
          <p:cNvSpPr>
            <a:spLocks noGrp="1"/>
          </p:cNvSpPr>
          <p:nvPr>
            <p:custDataLst>
              <p:tags r:id="rId41"/>
            </p:custDataLst>
          </p:nvPr>
        </p:nvSpPr>
        <p:spPr>
          <a:xfrm>
            <a:off x="2159000" y="5975316"/>
            <a:ext cx="55983" cy="57184"/>
          </a:xfrm>
          <a:custGeom>
            <a:avLst/>
            <a:gdLst/>
            <a:ahLst/>
            <a:cxnLst/>
            <a:rect l="l" t="t" r="r" b="b"/>
            <a:pathLst>
              <a:path w="2192" h="2239">
                <a:moveTo>
                  <a:pt x="1119" y="1"/>
                </a:moveTo>
                <a:lnTo>
                  <a:pt x="886" y="47"/>
                </a:lnTo>
                <a:lnTo>
                  <a:pt x="700" y="94"/>
                </a:lnTo>
                <a:lnTo>
                  <a:pt x="513" y="187"/>
                </a:lnTo>
                <a:lnTo>
                  <a:pt x="327" y="327"/>
                </a:lnTo>
                <a:lnTo>
                  <a:pt x="187" y="514"/>
                </a:lnTo>
                <a:lnTo>
                  <a:pt x="94" y="700"/>
                </a:lnTo>
                <a:lnTo>
                  <a:pt x="47" y="933"/>
                </a:lnTo>
                <a:lnTo>
                  <a:pt x="0" y="1120"/>
                </a:lnTo>
                <a:lnTo>
                  <a:pt x="47" y="1353"/>
                </a:lnTo>
                <a:lnTo>
                  <a:pt x="94" y="1539"/>
                </a:lnTo>
                <a:lnTo>
                  <a:pt x="187" y="1726"/>
                </a:lnTo>
                <a:lnTo>
                  <a:pt x="327" y="1912"/>
                </a:lnTo>
                <a:lnTo>
                  <a:pt x="513" y="2052"/>
                </a:lnTo>
                <a:lnTo>
                  <a:pt x="700" y="2145"/>
                </a:lnTo>
                <a:lnTo>
                  <a:pt x="886" y="2192"/>
                </a:lnTo>
                <a:lnTo>
                  <a:pt x="1119" y="2238"/>
                </a:lnTo>
                <a:lnTo>
                  <a:pt x="1352" y="2192"/>
                </a:lnTo>
                <a:lnTo>
                  <a:pt x="1539" y="2145"/>
                </a:lnTo>
                <a:lnTo>
                  <a:pt x="1725" y="2052"/>
                </a:lnTo>
                <a:lnTo>
                  <a:pt x="1865" y="1912"/>
                </a:lnTo>
                <a:lnTo>
                  <a:pt x="2005" y="1726"/>
                </a:lnTo>
                <a:lnTo>
                  <a:pt x="2145" y="1539"/>
                </a:lnTo>
                <a:lnTo>
                  <a:pt x="2191" y="1306"/>
                </a:lnTo>
                <a:lnTo>
                  <a:pt x="2191" y="1120"/>
                </a:lnTo>
                <a:lnTo>
                  <a:pt x="2191" y="886"/>
                </a:lnTo>
                <a:lnTo>
                  <a:pt x="2145" y="700"/>
                </a:lnTo>
                <a:lnTo>
                  <a:pt x="2052" y="514"/>
                </a:lnTo>
                <a:lnTo>
                  <a:pt x="1912" y="374"/>
                </a:lnTo>
                <a:lnTo>
                  <a:pt x="1725" y="234"/>
                </a:lnTo>
                <a:lnTo>
                  <a:pt x="1539" y="94"/>
                </a:lnTo>
                <a:lnTo>
                  <a:pt x="1306" y="47"/>
                </a:lnTo>
                <a:lnTo>
                  <a:pt x="111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0" name="Google Shape;1427;p47"/>
          <p:cNvSpPr>
            <a:spLocks noGrp="1"/>
          </p:cNvSpPr>
          <p:nvPr>
            <p:custDataLst>
              <p:tags r:id="rId42"/>
            </p:custDataLst>
          </p:nvPr>
        </p:nvSpPr>
        <p:spPr>
          <a:xfrm>
            <a:off x="2213757" y="5886028"/>
            <a:ext cx="90513" cy="91713"/>
          </a:xfrm>
          <a:custGeom>
            <a:avLst/>
            <a:gdLst/>
            <a:ahLst/>
            <a:cxnLst/>
            <a:rect l="l" t="t" r="r" b="b"/>
            <a:pathLst>
              <a:path w="3544" h="3591">
                <a:moveTo>
                  <a:pt x="2984" y="1"/>
                </a:moveTo>
                <a:lnTo>
                  <a:pt x="1" y="3031"/>
                </a:lnTo>
                <a:lnTo>
                  <a:pt x="280" y="3264"/>
                </a:lnTo>
                <a:lnTo>
                  <a:pt x="560" y="3590"/>
                </a:lnTo>
                <a:lnTo>
                  <a:pt x="3544" y="560"/>
                </a:lnTo>
                <a:lnTo>
                  <a:pt x="3264" y="327"/>
                </a:lnTo>
                <a:lnTo>
                  <a:pt x="298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1" name="Google Shape;1428;p47"/>
          <p:cNvSpPr>
            <a:spLocks noGrp="1"/>
          </p:cNvSpPr>
          <p:nvPr>
            <p:custDataLst>
              <p:tags r:id="rId43"/>
            </p:custDataLst>
          </p:nvPr>
        </p:nvSpPr>
        <p:spPr>
          <a:xfrm>
            <a:off x="2445916" y="5975316"/>
            <a:ext cx="55983" cy="55983"/>
          </a:xfrm>
          <a:custGeom>
            <a:avLst/>
            <a:gdLst/>
            <a:ahLst/>
            <a:cxnLst/>
            <a:rect l="l" t="t" r="r" b="b"/>
            <a:pathLst>
              <a:path w="2192" h="2192">
                <a:moveTo>
                  <a:pt x="1119" y="1"/>
                </a:moveTo>
                <a:lnTo>
                  <a:pt x="886" y="47"/>
                </a:lnTo>
                <a:lnTo>
                  <a:pt x="700" y="94"/>
                </a:lnTo>
                <a:lnTo>
                  <a:pt x="513" y="187"/>
                </a:lnTo>
                <a:lnTo>
                  <a:pt x="327" y="327"/>
                </a:lnTo>
                <a:lnTo>
                  <a:pt x="187" y="514"/>
                </a:lnTo>
                <a:lnTo>
                  <a:pt x="94" y="700"/>
                </a:lnTo>
                <a:lnTo>
                  <a:pt x="47" y="886"/>
                </a:lnTo>
                <a:lnTo>
                  <a:pt x="1" y="1120"/>
                </a:lnTo>
                <a:lnTo>
                  <a:pt x="47" y="1353"/>
                </a:lnTo>
                <a:lnTo>
                  <a:pt x="94" y="1539"/>
                </a:lnTo>
                <a:lnTo>
                  <a:pt x="187" y="1726"/>
                </a:lnTo>
                <a:lnTo>
                  <a:pt x="327" y="1912"/>
                </a:lnTo>
                <a:lnTo>
                  <a:pt x="513" y="2005"/>
                </a:lnTo>
                <a:lnTo>
                  <a:pt x="700" y="2145"/>
                </a:lnTo>
                <a:lnTo>
                  <a:pt x="886" y="2192"/>
                </a:lnTo>
                <a:lnTo>
                  <a:pt x="1353" y="2192"/>
                </a:lnTo>
                <a:lnTo>
                  <a:pt x="1539" y="2145"/>
                </a:lnTo>
                <a:lnTo>
                  <a:pt x="1725" y="2005"/>
                </a:lnTo>
                <a:lnTo>
                  <a:pt x="1865" y="1912"/>
                </a:lnTo>
                <a:lnTo>
                  <a:pt x="2005" y="1726"/>
                </a:lnTo>
                <a:lnTo>
                  <a:pt x="2098" y="1539"/>
                </a:lnTo>
                <a:lnTo>
                  <a:pt x="2192" y="1353"/>
                </a:lnTo>
                <a:lnTo>
                  <a:pt x="2192" y="1120"/>
                </a:lnTo>
                <a:lnTo>
                  <a:pt x="2192" y="886"/>
                </a:lnTo>
                <a:lnTo>
                  <a:pt x="2098" y="700"/>
                </a:lnTo>
                <a:lnTo>
                  <a:pt x="2005" y="514"/>
                </a:lnTo>
                <a:lnTo>
                  <a:pt x="1865" y="327"/>
                </a:lnTo>
                <a:lnTo>
                  <a:pt x="1725" y="187"/>
                </a:lnTo>
                <a:lnTo>
                  <a:pt x="1539" y="94"/>
                </a:lnTo>
                <a:lnTo>
                  <a:pt x="1353" y="47"/>
                </a:lnTo>
                <a:lnTo>
                  <a:pt x="111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2" name="Google Shape;1429;p47"/>
          <p:cNvSpPr>
            <a:spLocks noGrp="1"/>
          </p:cNvSpPr>
          <p:nvPr>
            <p:custDataLst>
              <p:tags r:id="rId44"/>
            </p:custDataLst>
          </p:nvPr>
        </p:nvSpPr>
        <p:spPr>
          <a:xfrm>
            <a:off x="2303045" y="5975316"/>
            <a:ext cx="55983" cy="55983"/>
          </a:xfrm>
          <a:custGeom>
            <a:avLst/>
            <a:gdLst/>
            <a:ahLst/>
            <a:cxnLst/>
            <a:rect l="l" t="t" r="r" b="b"/>
            <a:pathLst>
              <a:path w="2192" h="2192">
                <a:moveTo>
                  <a:pt x="1073" y="1"/>
                </a:moveTo>
                <a:lnTo>
                  <a:pt x="887" y="47"/>
                </a:lnTo>
                <a:lnTo>
                  <a:pt x="654" y="94"/>
                </a:lnTo>
                <a:lnTo>
                  <a:pt x="467" y="187"/>
                </a:lnTo>
                <a:lnTo>
                  <a:pt x="327" y="327"/>
                </a:lnTo>
                <a:lnTo>
                  <a:pt x="187" y="514"/>
                </a:lnTo>
                <a:lnTo>
                  <a:pt x="94" y="700"/>
                </a:lnTo>
                <a:lnTo>
                  <a:pt x="1" y="886"/>
                </a:lnTo>
                <a:lnTo>
                  <a:pt x="1" y="1120"/>
                </a:lnTo>
                <a:lnTo>
                  <a:pt x="1" y="1353"/>
                </a:lnTo>
                <a:lnTo>
                  <a:pt x="94" y="1539"/>
                </a:lnTo>
                <a:lnTo>
                  <a:pt x="187" y="1726"/>
                </a:lnTo>
                <a:lnTo>
                  <a:pt x="327" y="1912"/>
                </a:lnTo>
                <a:lnTo>
                  <a:pt x="467" y="2005"/>
                </a:lnTo>
                <a:lnTo>
                  <a:pt x="654" y="2145"/>
                </a:lnTo>
                <a:lnTo>
                  <a:pt x="887" y="2192"/>
                </a:lnTo>
                <a:lnTo>
                  <a:pt x="1306" y="2192"/>
                </a:lnTo>
                <a:lnTo>
                  <a:pt x="1493" y="2145"/>
                </a:lnTo>
                <a:lnTo>
                  <a:pt x="1679" y="2005"/>
                </a:lnTo>
                <a:lnTo>
                  <a:pt x="1865" y="1912"/>
                </a:lnTo>
                <a:lnTo>
                  <a:pt x="2005" y="1726"/>
                </a:lnTo>
                <a:lnTo>
                  <a:pt x="2099" y="1539"/>
                </a:lnTo>
                <a:lnTo>
                  <a:pt x="2145" y="1353"/>
                </a:lnTo>
                <a:lnTo>
                  <a:pt x="2192" y="1120"/>
                </a:lnTo>
                <a:lnTo>
                  <a:pt x="2145" y="886"/>
                </a:lnTo>
                <a:lnTo>
                  <a:pt x="2099" y="700"/>
                </a:lnTo>
                <a:lnTo>
                  <a:pt x="2005" y="514"/>
                </a:lnTo>
                <a:lnTo>
                  <a:pt x="1865" y="327"/>
                </a:lnTo>
                <a:lnTo>
                  <a:pt x="1679" y="187"/>
                </a:lnTo>
                <a:lnTo>
                  <a:pt x="1493" y="94"/>
                </a:lnTo>
                <a:lnTo>
                  <a:pt x="1306" y="47"/>
                </a:lnTo>
                <a:lnTo>
                  <a:pt x="10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3" name="Google Shape;1430;p47"/>
          <p:cNvSpPr>
            <a:spLocks noGrp="1"/>
          </p:cNvSpPr>
          <p:nvPr>
            <p:custDataLst>
              <p:tags r:id="rId45"/>
            </p:custDataLst>
          </p:nvPr>
        </p:nvSpPr>
        <p:spPr>
          <a:xfrm>
            <a:off x="2159000" y="5689600"/>
            <a:ext cx="55983" cy="55983"/>
          </a:xfrm>
          <a:custGeom>
            <a:avLst/>
            <a:gdLst/>
            <a:ahLst/>
            <a:cxnLst/>
            <a:rect l="l" t="t" r="r" b="b"/>
            <a:pathLst>
              <a:path w="2192" h="2192">
                <a:moveTo>
                  <a:pt x="886" y="0"/>
                </a:moveTo>
                <a:lnTo>
                  <a:pt x="700" y="47"/>
                </a:lnTo>
                <a:lnTo>
                  <a:pt x="513" y="187"/>
                </a:lnTo>
                <a:lnTo>
                  <a:pt x="327" y="280"/>
                </a:lnTo>
                <a:lnTo>
                  <a:pt x="187" y="466"/>
                </a:lnTo>
                <a:lnTo>
                  <a:pt x="94" y="653"/>
                </a:lnTo>
                <a:lnTo>
                  <a:pt x="47" y="839"/>
                </a:lnTo>
                <a:lnTo>
                  <a:pt x="0" y="1072"/>
                </a:lnTo>
                <a:lnTo>
                  <a:pt x="47" y="1306"/>
                </a:lnTo>
                <a:lnTo>
                  <a:pt x="94" y="1492"/>
                </a:lnTo>
                <a:lnTo>
                  <a:pt x="187" y="1678"/>
                </a:lnTo>
                <a:lnTo>
                  <a:pt x="327" y="1865"/>
                </a:lnTo>
                <a:lnTo>
                  <a:pt x="513" y="2005"/>
                </a:lnTo>
                <a:lnTo>
                  <a:pt x="700" y="2098"/>
                </a:lnTo>
                <a:lnTo>
                  <a:pt x="886" y="2145"/>
                </a:lnTo>
                <a:lnTo>
                  <a:pt x="1119" y="2191"/>
                </a:lnTo>
                <a:lnTo>
                  <a:pt x="1352" y="2145"/>
                </a:lnTo>
                <a:lnTo>
                  <a:pt x="1539" y="2098"/>
                </a:lnTo>
                <a:lnTo>
                  <a:pt x="1725" y="2005"/>
                </a:lnTo>
                <a:lnTo>
                  <a:pt x="1912" y="1865"/>
                </a:lnTo>
                <a:lnTo>
                  <a:pt x="2005" y="1678"/>
                </a:lnTo>
                <a:lnTo>
                  <a:pt x="2145" y="1492"/>
                </a:lnTo>
                <a:lnTo>
                  <a:pt x="2191" y="1306"/>
                </a:lnTo>
                <a:lnTo>
                  <a:pt x="2191" y="1072"/>
                </a:lnTo>
                <a:lnTo>
                  <a:pt x="2191" y="839"/>
                </a:lnTo>
                <a:lnTo>
                  <a:pt x="2145" y="653"/>
                </a:lnTo>
                <a:lnTo>
                  <a:pt x="2005" y="466"/>
                </a:lnTo>
                <a:lnTo>
                  <a:pt x="1912" y="280"/>
                </a:lnTo>
                <a:lnTo>
                  <a:pt x="1725" y="187"/>
                </a:lnTo>
                <a:lnTo>
                  <a:pt x="1539" y="47"/>
                </a:lnTo>
                <a:lnTo>
                  <a:pt x="13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4" name="Google Shape;1431;p47"/>
          <p:cNvSpPr>
            <a:spLocks noGrp="1"/>
          </p:cNvSpPr>
          <p:nvPr>
            <p:custDataLst>
              <p:tags r:id="rId46"/>
            </p:custDataLst>
          </p:nvPr>
        </p:nvSpPr>
        <p:spPr>
          <a:xfrm>
            <a:off x="2378057" y="5707452"/>
            <a:ext cx="48832" cy="19077"/>
          </a:xfrm>
          <a:custGeom>
            <a:avLst/>
            <a:gdLst/>
            <a:ahLst/>
            <a:cxnLst/>
            <a:rect l="l" t="t" r="r" b="b"/>
            <a:pathLst>
              <a:path w="1912" h="747">
                <a:moveTo>
                  <a:pt x="1" y="1"/>
                </a:moveTo>
                <a:lnTo>
                  <a:pt x="47" y="373"/>
                </a:lnTo>
                <a:lnTo>
                  <a:pt x="1" y="746"/>
                </a:lnTo>
                <a:lnTo>
                  <a:pt x="1912" y="746"/>
                </a:lnTo>
                <a:lnTo>
                  <a:pt x="1865" y="373"/>
                </a:lnTo>
                <a:lnTo>
                  <a:pt x="191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5" name="Google Shape;1432;p47"/>
          <p:cNvSpPr>
            <a:spLocks noGrp="1"/>
          </p:cNvSpPr>
          <p:nvPr>
            <p:custDataLst>
              <p:tags r:id="rId47"/>
            </p:custDataLst>
          </p:nvPr>
        </p:nvSpPr>
        <p:spPr>
          <a:xfrm>
            <a:off x="2234011" y="5707452"/>
            <a:ext cx="50032" cy="19077"/>
          </a:xfrm>
          <a:custGeom>
            <a:avLst/>
            <a:gdLst/>
            <a:ahLst/>
            <a:cxnLst/>
            <a:rect l="l" t="t" r="r" b="b"/>
            <a:pathLst>
              <a:path w="1959" h="747">
                <a:moveTo>
                  <a:pt x="0" y="1"/>
                </a:moveTo>
                <a:lnTo>
                  <a:pt x="47" y="373"/>
                </a:lnTo>
                <a:lnTo>
                  <a:pt x="0" y="746"/>
                </a:lnTo>
                <a:lnTo>
                  <a:pt x="1958" y="746"/>
                </a:lnTo>
                <a:lnTo>
                  <a:pt x="1911" y="373"/>
                </a:lnTo>
                <a:lnTo>
                  <a:pt x="195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6" name="Google Shape;1433;p47"/>
          <p:cNvSpPr>
            <a:spLocks noGrp="1"/>
          </p:cNvSpPr>
          <p:nvPr>
            <p:custDataLst>
              <p:tags r:id="rId48"/>
            </p:custDataLst>
          </p:nvPr>
        </p:nvSpPr>
        <p:spPr>
          <a:xfrm>
            <a:off x="2303045" y="5832471"/>
            <a:ext cx="55983" cy="55957"/>
          </a:xfrm>
          <a:custGeom>
            <a:avLst/>
            <a:gdLst/>
            <a:ahLst/>
            <a:cxnLst/>
            <a:rect l="l" t="t" r="r" b="b"/>
            <a:pathLst>
              <a:path w="2192" h="2191">
                <a:moveTo>
                  <a:pt x="887" y="0"/>
                </a:moveTo>
                <a:lnTo>
                  <a:pt x="654" y="93"/>
                </a:lnTo>
                <a:lnTo>
                  <a:pt x="467" y="187"/>
                </a:lnTo>
                <a:lnTo>
                  <a:pt x="327" y="326"/>
                </a:lnTo>
                <a:lnTo>
                  <a:pt x="187" y="466"/>
                </a:lnTo>
                <a:lnTo>
                  <a:pt x="94" y="653"/>
                </a:lnTo>
                <a:lnTo>
                  <a:pt x="1" y="886"/>
                </a:lnTo>
                <a:lnTo>
                  <a:pt x="1" y="1072"/>
                </a:lnTo>
                <a:lnTo>
                  <a:pt x="1" y="1305"/>
                </a:lnTo>
                <a:lnTo>
                  <a:pt x="94" y="1538"/>
                </a:lnTo>
                <a:lnTo>
                  <a:pt x="187" y="1725"/>
                </a:lnTo>
                <a:lnTo>
                  <a:pt x="327" y="1865"/>
                </a:lnTo>
                <a:lnTo>
                  <a:pt x="467" y="2004"/>
                </a:lnTo>
                <a:lnTo>
                  <a:pt x="654" y="2098"/>
                </a:lnTo>
                <a:lnTo>
                  <a:pt x="887" y="2191"/>
                </a:lnTo>
                <a:lnTo>
                  <a:pt x="1306" y="2191"/>
                </a:lnTo>
                <a:lnTo>
                  <a:pt x="1493" y="2098"/>
                </a:lnTo>
                <a:lnTo>
                  <a:pt x="1679" y="2004"/>
                </a:lnTo>
                <a:lnTo>
                  <a:pt x="1865" y="1865"/>
                </a:lnTo>
                <a:lnTo>
                  <a:pt x="2005" y="1725"/>
                </a:lnTo>
                <a:lnTo>
                  <a:pt x="2099" y="1538"/>
                </a:lnTo>
                <a:lnTo>
                  <a:pt x="2145" y="1305"/>
                </a:lnTo>
                <a:lnTo>
                  <a:pt x="2192" y="1072"/>
                </a:lnTo>
                <a:lnTo>
                  <a:pt x="2145" y="886"/>
                </a:lnTo>
                <a:lnTo>
                  <a:pt x="2099" y="653"/>
                </a:lnTo>
                <a:lnTo>
                  <a:pt x="2005" y="466"/>
                </a:lnTo>
                <a:lnTo>
                  <a:pt x="1865" y="326"/>
                </a:lnTo>
                <a:lnTo>
                  <a:pt x="1679" y="187"/>
                </a:lnTo>
                <a:lnTo>
                  <a:pt x="1493" y="93"/>
                </a:lnTo>
                <a:lnTo>
                  <a:pt x="13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7" name="Google Shape;1434;p47"/>
          <p:cNvSpPr>
            <a:spLocks noGrp="1"/>
          </p:cNvSpPr>
          <p:nvPr>
            <p:custDataLst>
              <p:tags r:id="rId49"/>
            </p:custDataLst>
          </p:nvPr>
        </p:nvSpPr>
        <p:spPr>
          <a:xfrm>
            <a:off x="2234011" y="5994368"/>
            <a:ext cx="50032" cy="19077"/>
          </a:xfrm>
          <a:custGeom>
            <a:avLst/>
            <a:gdLst/>
            <a:ahLst/>
            <a:cxnLst/>
            <a:rect l="l" t="t" r="r" b="b"/>
            <a:pathLst>
              <a:path w="1959" h="747">
                <a:moveTo>
                  <a:pt x="0" y="1"/>
                </a:moveTo>
                <a:lnTo>
                  <a:pt x="47" y="374"/>
                </a:lnTo>
                <a:lnTo>
                  <a:pt x="0" y="746"/>
                </a:lnTo>
                <a:lnTo>
                  <a:pt x="1958" y="746"/>
                </a:lnTo>
                <a:lnTo>
                  <a:pt x="1911" y="374"/>
                </a:lnTo>
                <a:lnTo>
                  <a:pt x="195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8" name="Google Shape;1435;p47"/>
          <p:cNvSpPr>
            <a:spLocks noGrp="1"/>
          </p:cNvSpPr>
          <p:nvPr>
            <p:custDataLst>
              <p:tags r:id="rId50"/>
            </p:custDataLst>
          </p:nvPr>
        </p:nvSpPr>
        <p:spPr>
          <a:xfrm>
            <a:off x="2356629" y="5743157"/>
            <a:ext cx="91688" cy="91713"/>
          </a:xfrm>
          <a:custGeom>
            <a:avLst/>
            <a:gdLst/>
            <a:ahLst/>
            <a:cxnLst/>
            <a:rect l="l" t="t" r="r" b="b"/>
            <a:pathLst>
              <a:path w="3590" h="3591">
                <a:moveTo>
                  <a:pt x="3031" y="1"/>
                </a:moveTo>
                <a:lnTo>
                  <a:pt x="1" y="3031"/>
                </a:lnTo>
                <a:lnTo>
                  <a:pt x="327" y="3264"/>
                </a:lnTo>
                <a:lnTo>
                  <a:pt x="560" y="3590"/>
                </a:lnTo>
                <a:lnTo>
                  <a:pt x="3590" y="560"/>
                </a:lnTo>
                <a:lnTo>
                  <a:pt x="3264" y="327"/>
                </a:lnTo>
                <a:lnTo>
                  <a:pt x="303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9" name="Google Shape;1436;p47"/>
          <p:cNvSpPr>
            <a:spLocks noGrp="1"/>
          </p:cNvSpPr>
          <p:nvPr>
            <p:custDataLst>
              <p:tags r:id="rId51"/>
            </p:custDataLst>
          </p:nvPr>
        </p:nvSpPr>
        <p:spPr>
          <a:xfrm>
            <a:off x="2445916" y="5689600"/>
            <a:ext cx="55983" cy="55983"/>
          </a:xfrm>
          <a:custGeom>
            <a:avLst/>
            <a:gdLst/>
            <a:ahLst/>
            <a:cxnLst/>
            <a:rect l="l" t="t" r="r" b="b"/>
            <a:pathLst>
              <a:path w="2192" h="2192">
                <a:moveTo>
                  <a:pt x="886" y="0"/>
                </a:moveTo>
                <a:lnTo>
                  <a:pt x="700" y="47"/>
                </a:lnTo>
                <a:lnTo>
                  <a:pt x="513" y="187"/>
                </a:lnTo>
                <a:lnTo>
                  <a:pt x="327" y="280"/>
                </a:lnTo>
                <a:lnTo>
                  <a:pt x="187" y="466"/>
                </a:lnTo>
                <a:lnTo>
                  <a:pt x="94" y="653"/>
                </a:lnTo>
                <a:lnTo>
                  <a:pt x="47" y="839"/>
                </a:lnTo>
                <a:lnTo>
                  <a:pt x="1" y="1072"/>
                </a:lnTo>
                <a:lnTo>
                  <a:pt x="47" y="1306"/>
                </a:lnTo>
                <a:lnTo>
                  <a:pt x="94" y="1492"/>
                </a:lnTo>
                <a:lnTo>
                  <a:pt x="187" y="1678"/>
                </a:lnTo>
                <a:lnTo>
                  <a:pt x="327" y="1865"/>
                </a:lnTo>
                <a:lnTo>
                  <a:pt x="513" y="2005"/>
                </a:lnTo>
                <a:lnTo>
                  <a:pt x="700" y="2098"/>
                </a:lnTo>
                <a:lnTo>
                  <a:pt x="886" y="2145"/>
                </a:lnTo>
                <a:lnTo>
                  <a:pt x="1119" y="2191"/>
                </a:lnTo>
                <a:lnTo>
                  <a:pt x="1353" y="2145"/>
                </a:lnTo>
                <a:lnTo>
                  <a:pt x="1539" y="2098"/>
                </a:lnTo>
                <a:lnTo>
                  <a:pt x="1725" y="2005"/>
                </a:lnTo>
                <a:lnTo>
                  <a:pt x="1865" y="1865"/>
                </a:lnTo>
                <a:lnTo>
                  <a:pt x="2005" y="1678"/>
                </a:lnTo>
                <a:lnTo>
                  <a:pt x="2098" y="1492"/>
                </a:lnTo>
                <a:lnTo>
                  <a:pt x="2192" y="1306"/>
                </a:lnTo>
                <a:lnTo>
                  <a:pt x="2192" y="1072"/>
                </a:lnTo>
                <a:lnTo>
                  <a:pt x="2192" y="839"/>
                </a:lnTo>
                <a:lnTo>
                  <a:pt x="2098" y="653"/>
                </a:lnTo>
                <a:lnTo>
                  <a:pt x="2005" y="466"/>
                </a:lnTo>
                <a:lnTo>
                  <a:pt x="1865" y="280"/>
                </a:lnTo>
                <a:lnTo>
                  <a:pt x="1725" y="187"/>
                </a:lnTo>
                <a:lnTo>
                  <a:pt x="1539" y="47"/>
                </a:lnTo>
                <a:lnTo>
                  <a:pt x="135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1050290" y="379095"/>
            <a:ext cx="4942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技术</a:t>
            </a:r>
            <a:r>
              <a:rPr lang="zh-CN" altLang="en-US" sz="36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atin typeface="优设标题黑" panose="00000500000000000000" charset="-122"/>
                <a:ea typeface="优设标题黑" panose="00000500000000000000" charset="-122"/>
              </a:rPr>
              <a:t>创新</a:t>
            </a:r>
            <a:endParaRPr lang="zh-CN" altLang="en-US" sz="36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优设标题黑" panose="00000500000000000000" charset="-122"/>
              <a:ea typeface="优设标题黑" panose="00000500000000000000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2052320" y="857885"/>
            <a:ext cx="4864100" cy="292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TECHNICAL FEATURES AND INNOVATION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218" name="直接连接符 217"/>
          <p:cNvCxnSpPr/>
          <p:nvPr/>
        </p:nvCxnSpPr>
        <p:spPr>
          <a:xfrm>
            <a:off x="3042920" y="684530"/>
            <a:ext cx="8310880" cy="4445"/>
          </a:xfrm>
          <a:prstGeom prst="line">
            <a:avLst/>
          </a:prstGeom>
          <a:ln w="9525">
            <a:gradFill>
              <a:gsLst>
                <a:gs pos="0">
                  <a:schemeClr val="bg1"/>
                </a:gs>
                <a:gs pos="100000">
                  <a:srgbClr val="DBE4F4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1" name="文本框 220"/>
          <p:cNvSpPr txBox="1"/>
          <p:nvPr/>
        </p:nvSpPr>
        <p:spPr>
          <a:xfrm>
            <a:off x="45085" y="69850"/>
            <a:ext cx="970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" name="Google Shape;944;p36"/>
          <p:cNvGrpSpPr/>
          <p:nvPr/>
        </p:nvGrpSpPr>
        <p:grpSpPr>
          <a:xfrm flipH="1">
            <a:off x="-261608" y="3809497"/>
            <a:ext cx="2710379" cy="3070040"/>
            <a:chOff x="6047250" y="1140701"/>
            <a:chExt cx="2282489" cy="2585369"/>
          </a:xfrm>
        </p:grpSpPr>
        <p:sp>
          <p:nvSpPr>
            <p:cNvPr id="945" name="Google Shape;945;p36"/>
            <p:cNvSpPr/>
            <p:nvPr/>
          </p:nvSpPr>
          <p:spPr>
            <a:xfrm>
              <a:off x="6123450" y="1216901"/>
              <a:ext cx="2204027" cy="2508486"/>
            </a:xfrm>
            <a:custGeom>
              <a:avLst/>
              <a:gdLst/>
              <a:ahLst/>
              <a:cxnLst/>
              <a:rect l="l" t="t" r="r" b="b"/>
              <a:pathLst>
                <a:path w="26517" h="30180" extrusionOk="0">
                  <a:moveTo>
                    <a:pt x="15401" y="1"/>
                  </a:moveTo>
                  <a:lnTo>
                    <a:pt x="15231" y="20"/>
                  </a:lnTo>
                  <a:lnTo>
                    <a:pt x="15061" y="57"/>
                  </a:lnTo>
                  <a:lnTo>
                    <a:pt x="14891" y="114"/>
                  </a:lnTo>
                  <a:lnTo>
                    <a:pt x="14721" y="171"/>
                  </a:lnTo>
                  <a:lnTo>
                    <a:pt x="14532" y="265"/>
                  </a:lnTo>
                  <a:lnTo>
                    <a:pt x="14363" y="359"/>
                  </a:lnTo>
                  <a:lnTo>
                    <a:pt x="14193" y="473"/>
                  </a:lnTo>
                  <a:lnTo>
                    <a:pt x="14042" y="586"/>
                  </a:lnTo>
                  <a:lnTo>
                    <a:pt x="13872" y="737"/>
                  </a:lnTo>
                  <a:lnTo>
                    <a:pt x="13721" y="869"/>
                  </a:lnTo>
                  <a:lnTo>
                    <a:pt x="13570" y="1039"/>
                  </a:lnTo>
                  <a:lnTo>
                    <a:pt x="13438" y="1190"/>
                  </a:lnTo>
                  <a:lnTo>
                    <a:pt x="13306" y="1379"/>
                  </a:lnTo>
                  <a:lnTo>
                    <a:pt x="13192" y="1548"/>
                  </a:lnTo>
                  <a:lnTo>
                    <a:pt x="13098" y="1737"/>
                  </a:lnTo>
                  <a:lnTo>
                    <a:pt x="245" y="27801"/>
                  </a:lnTo>
                  <a:lnTo>
                    <a:pt x="151" y="27990"/>
                  </a:lnTo>
                  <a:lnTo>
                    <a:pt x="94" y="28160"/>
                  </a:lnTo>
                  <a:lnTo>
                    <a:pt x="57" y="28349"/>
                  </a:lnTo>
                  <a:lnTo>
                    <a:pt x="19" y="28518"/>
                  </a:lnTo>
                  <a:lnTo>
                    <a:pt x="0" y="28669"/>
                  </a:lnTo>
                  <a:lnTo>
                    <a:pt x="19" y="28820"/>
                  </a:lnTo>
                  <a:lnTo>
                    <a:pt x="38" y="28971"/>
                  </a:lnTo>
                  <a:lnTo>
                    <a:pt x="76" y="29103"/>
                  </a:lnTo>
                  <a:lnTo>
                    <a:pt x="132" y="29236"/>
                  </a:lnTo>
                  <a:lnTo>
                    <a:pt x="189" y="29349"/>
                  </a:lnTo>
                  <a:lnTo>
                    <a:pt x="283" y="29443"/>
                  </a:lnTo>
                  <a:lnTo>
                    <a:pt x="378" y="29519"/>
                  </a:lnTo>
                  <a:lnTo>
                    <a:pt x="491" y="29594"/>
                  </a:lnTo>
                  <a:lnTo>
                    <a:pt x="623" y="29651"/>
                  </a:lnTo>
                  <a:lnTo>
                    <a:pt x="774" y="29670"/>
                  </a:lnTo>
                  <a:lnTo>
                    <a:pt x="925" y="29689"/>
                  </a:lnTo>
                  <a:lnTo>
                    <a:pt x="10965" y="30179"/>
                  </a:lnTo>
                  <a:lnTo>
                    <a:pt x="11116" y="30179"/>
                  </a:lnTo>
                  <a:lnTo>
                    <a:pt x="11286" y="30160"/>
                  </a:lnTo>
                  <a:lnTo>
                    <a:pt x="11475" y="30123"/>
                  </a:lnTo>
                  <a:lnTo>
                    <a:pt x="11645" y="30066"/>
                  </a:lnTo>
                  <a:lnTo>
                    <a:pt x="11815" y="30009"/>
                  </a:lnTo>
                  <a:lnTo>
                    <a:pt x="11985" y="29915"/>
                  </a:lnTo>
                  <a:lnTo>
                    <a:pt x="12173" y="29821"/>
                  </a:lnTo>
                  <a:lnTo>
                    <a:pt x="12343" y="29707"/>
                  </a:lnTo>
                  <a:lnTo>
                    <a:pt x="12494" y="29575"/>
                  </a:lnTo>
                  <a:lnTo>
                    <a:pt x="12664" y="29443"/>
                  </a:lnTo>
                  <a:lnTo>
                    <a:pt x="12815" y="29292"/>
                  </a:lnTo>
                  <a:lnTo>
                    <a:pt x="12966" y="29141"/>
                  </a:lnTo>
                  <a:lnTo>
                    <a:pt x="13098" y="28971"/>
                  </a:lnTo>
                  <a:lnTo>
                    <a:pt x="13211" y="28801"/>
                  </a:lnTo>
                  <a:lnTo>
                    <a:pt x="13325" y="28632"/>
                  </a:lnTo>
                  <a:lnTo>
                    <a:pt x="13438" y="28443"/>
                  </a:lnTo>
                  <a:lnTo>
                    <a:pt x="26290" y="2379"/>
                  </a:lnTo>
                  <a:lnTo>
                    <a:pt x="26366" y="2190"/>
                  </a:lnTo>
                  <a:lnTo>
                    <a:pt x="26441" y="2001"/>
                  </a:lnTo>
                  <a:lnTo>
                    <a:pt x="26479" y="1832"/>
                  </a:lnTo>
                  <a:lnTo>
                    <a:pt x="26517" y="1662"/>
                  </a:lnTo>
                  <a:lnTo>
                    <a:pt x="26517" y="1511"/>
                  </a:lnTo>
                  <a:lnTo>
                    <a:pt x="26517" y="1341"/>
                  </a:lnTo>
                  <a:lnTo>
                    <a:pt x="26498" y="1209"/>
                  </a:lnTo>
                  <a:lnTo>
                    <a:pt x="26460" y="1077"/>
                  </a:lnTo>
                  <a:lnTo>
                    <a:pt x="26404" y="945"/>
                  </a:lnTo>
                  <a:lnTo>
                    <a:pt x="26328" y="831"/>
                  </a:lnTo>
                  <a:lnTo>
                    <a:pt x="26253" y="737"/>
                  </a:lnTo>
                  <a:lnTo>
                    <a:pt x="26158" y="661"/>
                  </a:lnTo>
                  <a:lnTo>
                    <a:pt x="26045" y="586"/>
                  </a:lnTo>
                  <a:lnTo>
                    <a:pt x="25913" y="529"/>
                  </a:lnTo>
                  <a:lnTo>
                    <a:pt x="25762" y="492"/>
                  </a:lnTo>
                  <a:lnTo>
                    <a:pt x="25611" y="473"/>
                  </a:lnTo>
                  <a:lnTo>
                    <a:pt x="1557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142875" dist="95250" dir="42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6070772" y="1201875"/>
              <a:ext cx="2258967" cy="2524195"/>
            </a:xfrm>
            <a:custGeom>
              <a:avLst/>
              <a:gdLst/>
              <a:ahLst/>
              <a:cxnLst/>
              <a:rect l="l" t="t" r="r" b="b"/>
              <a:pathLst>
                <a:path w="27178" h="30369" extrusionOk="0">
                  <a:moveTo>
                    <a:pt x="25970" y="1"/>
                  </a:moveTo>
                  <a:lnTo>
                    <a:pt x="26026" y="58"/>
                  </a:lnTo>
                  <a:lnTo>
                    <a:pt x="26045" y="76"/>
                  </a:lnTo>
                  <a:lnTo>
                    <a:pt x="26083" y="152"/>
                  </a:lnTo>
                  <a:lnTo>
                    <a:pt x="26121" y="209"/>
                  </a:lnTo>
                  <a:lnTo>
                    <a:pt x="26140" y="246"/>
                  </a:lnTo>
                  <a:lnTo>
                    <a:pt x="26158" y="284"/>
                  </a:lnTo>
                  <a:lnTo>
                    <a:pt x="26177" y="322"/>
                  </a:lnTo>
                  <a:lnTo>
                    <a:pt x="26196" y="378"/>
                  </a:lnTo>
                  <a:lnTo>
                    <a:pt x="26196" y="397"/>
                  </a:lnTo>
                  <a:lnTo>
                    <a:pt x="26215" y="492"/>
                  </a:lnTo>
                  <a:lnTo>
                    <a:pt x="26234" y="586"/>
                  </a:lnTo>
                  <a:lnTo>
                    <a:pt x="26234" y="624"/>
                  </a:lnTo>
                  <a:lnTo>
                    <a:pt x="26234" y="680"/>
                  </a:lnTo>
                  <a:lnTo>
                    <a:pt x="26234" y="737"/>
                  </a:lnTo>
                  <a:lnTo>
                    <a:pt x="26234" y="794"/>
                  </a:lnTo>
                  <a:lnTo>
                    <a:pt x="26234" y="907"/>
                  </a:lnTo>
                  <a:lnTo>
                    <a:pt x="26234" y="926"/>
                  </a:lnTo>
                  <a:lnTo>
                    <a:pt x="26196" y="1096"/>
                  </a:lnTo>
                  <a:lnTo>
                    <a:pt x="26196" y="1133"/>
                  </a:lnTo>
                  <a:lnTo>
                    <a:pt x="26177" y="1190"/>
                  </a:lnTo>
                  <a:lnTo>
                    <a:pt x="26158" y="1247"/>
                  </a:lnTo>
                  <a:lnTo>
                    <a:pt x="26140" y="1322"/>
                  </a:lnTo>
                  <a:lnTo>
                    <a:pt x="26121" y="1379"/>
                  </a:lnTo>
                  <a:lnTo>
                    <a:pt x="26083" y="1473"/>
                  </a:lnTo>
                  <a:lnTo>
                    <a:pt x="26064" y="1511"/>
                  </a:lnTo>
                  <a:lnTo>
                    <a:pt x="26007" y="1643"/>
                  </a:lnTo>
                  <a:lnTo>
                    <a:pt x="13155" y="27707"/>
                  </a:lnTo>
                  <a:lnTo>
                    <a:pt x="13042" y="27896"/>
                  </a:lnTo>
                  <a:lnTo>
                    <a:pt x="12928" y="28065"/>
                  </a:lnTo>
                  <a:lnTo>
                    <a:pt x="12815" y="28235"/>
                  </a:lnTo>
                  <a:lnTo>
                    <a:pt x="12683" y="28405"/>
                  </a:lnTo>
                  <a:lnTo>
                    <a:pt x="12532" y="28556"/>
                  </a:lnTo>
                  <a:lnTo>
                    <a:pt x="12381" y="28707"/>
                  </a:lnTo>
                  <a:lnTo>
                    <a:pt x="12211" y="28839"/>
                  </a:lnTo>
                  <a:lnTo>
                    <a:pt x="12060" y="28971"/>
                  </a:lnTo>
                  <a:lnTo>
                    <a:pt x="11890" y="29085"/>
                  </a:lnTo>
                  <a:lnTo>
                    <a:pt x="11702" y="29179"/>
                  </a:lnTo>
                  <a:lnTo>
                    <a:pt x="11532" y="29273"/>
                  </a:lnTo>
                  <a:lnTo>
                    <a:pt x="11362" y="29330"/>
                  </a:lnTo>
                  <a:lnTo>
                    <a:pt x="11192" y="29387"/>
                  </a:lnTo>
                  <a:lnTo>
                    <a:pt x="11003" y="29424"/>
                  </a:lnTo>
                  <a:lnTo>
                    <a:pt x="10833" y="29443"/>
                  </a:lnTo>
                  <a:lnTo>
                    <a:pt x="10682" y="29443"/>
                  </a:lnTo>
                  <a:lnTo>
                    <a:pt x="642" y="28953"/>
                  </a:lnTo>
                  <a:lnTo>
                    <a:pt x="453" y="28934"/>
                  </a:lnTo>
                  <a:lnTo>
                    <a:pt x="264" y="28877"/>
                  </a:lnTo>
                  <a:lnTo>
                    <a:pt x="113" y="28802"/>
                  </a:lnTo>
                  <a:lnTo>
                    <a:pt x="0" y="28707"/>
                  </a:lnTo>
                  <a:lnTo>
                    <a:pt x="0" y="28707"/>
                  </a:lnTo>
                  <a:lnTo>
                    <a:pt x="925" y="29632"/>
                  </a:lnTo>
                  <a:lnTo>
                    <a:pt x="1057" y="29726"/>
                  </a:lnTo>
                  <a:lnTo>
                    <a:pt x="1208" y="29802"/>
                  </a:lnTo>
                  <a:lnTo>
                    <a:pt x="1378" y="29858"/>
                  </a:lnTo>
                  <a:lnTo>
                    <a:pt x="1567" y="29877"/>
                  </a:lnTo>
                  <a:lnTo>
                    <a:pt x="11607" y="30368"/>
                  </a:lnTo>
                  <a:lnTo>
                    <a:pt x="11777" y="30368"/>
                  </a:lnTo>
                  <a:lnTo>
                    <a:pt x="11947" y="30349"/>
                  </a:lnTo>
                  <a:lnTo>
                    <a:pt x="12117" y="30311"/>
                  </a:lnTo>
                  <a:lnTo>
                    <a:pt x="12287" y="30255"/>
                  </a:lnTo>
                  <a:lnTo>
                    <a:pt x="12475" y="30198"/>
                  </a:lnTo>
                  <a:lnTo>
                    <a:pt x="12645" y="30104"/>
                  </a:lnTo>
                  <a:lnTo>
                    <a:pt x="12815" y="30009"/>
                  </a:lnTo>
                  <a:lnTo>
                    <a:pt x="12985" y="29896"/>
                  </a:lnTo>
                  <a:lnTo>
                    <a:pt x="13155" y="29764"/>
                  </a:lnTo>
                  <a:lnTo>
                    <a:pt x="13306" y="29632"/>
                  </a:lnTo>
                  <a:lnTo>
                    <a:pt x="13457" y="29481"/>
                  </a:lnTo>
                  <a:lnTo>
                    <a:pt x="13608" y="29330"/>
                  </a:lnTo>
                  <a:lnTo>
                    <a:pt x="13740" y="29179"/>
                  </a:lnTo>
                  <a:lnTo>
                    <a:pt x="13872" y="28990"/>
                  </a:lnTo>
                  <a:lnTo>
                    <a:pt x="13985" y="28820"/>
                  </a:lnTo>
                  <a:lnTo>
                    <a:pt x="14080" y="28632"/>
                  </a:lnTo>
                  <a:lnTo>
                    <a:pt x="26932" y="2568"/>
                  </a:lnTo>
                  <a:lnTo>
                    <a:pt x="27008" y="2436"/>
                  </a:lnTo>
                  <a:lnTo>
                    <a:pt x="27008" y="2398"/>
                  </a:lnTo>
                  <a:lnTo>
                    <a:pt x="27045" y="2303"/>
                  </a:lnTo>
                  <a:lnTo>
                    <a:pt x="27064" y="2247"/>
                  </a:lnTo>
                  <a:lnTo>
                    <a:pt x="27102" y="2171"/>
                  </a:lnTo>
                  <a:lnTo>
                    <a:pt x="27102" y="2115"/>
                  </a:lnTo>
                  <a:lnTo>
                    <a:pt x="27121" y="2058"/>
                  </a:lnTo>
                  <a:lnTo>
                    <a:pt x="27140" y="2039"/>
                  </a:lnTo>
                  <a:lnTo>
                    <a:pt x="27140" y="2020"/>
                  </a:lnTo>
                  <a:lnTo>
                    <a:pt x="27159" y="1851"/>
                  </a:lnTo>
                  <a:lnTo>
                    <a:pt x="27159" y="1832"/>
                  </a:lnTo>
                  <a:lnTo>
                    <a:pt x="27178" y="1718"/>
                  </a:lnTo>
                  <a:lnTo>
                    <a:pt x="27178" y="1700"/>
                  </a:lnTo>
                  <a:lnTo>
                    <a:pt x="27178" y="1662"/>
                  </a:lnTo>
                  <a:lnTo>
                    <a:pt x="27178" y="1605"/>
                  </a:lnTo>
                  <a:lnTo>
                    <a:pt x="27178" y="1586"/>
                  </a:lnTo>
                  <a:lnTo>
                    <a:pt x="27178" y="1549"/>
                  </a:lnTo>
                  <a:lnTo>
                    <a:pt x="27159" y="1511"/>
                  </a:lnTo>
                  <a:lnTo>
                    <a:pt x="27159" y="1492"/>
                  </a:lnTo>
                  <a:lnTo>
                    <a:pt x="27159" y="1416"/>
                  </a:lnTo>
                  <a:lnTo>
                    <a:pt x="27140" y="1341"/>
                  </a:lnTo>
                  <a:lnTo>
                    <a:pt x="27140" y="1322"/>
                  </a:lnTo>
                  <a:lnTo>
                    <a:pt x="27121" y="1303"/>
                  </a:lnTo>
                  <a:lnTo>
                    <a:pt x="27121" y="1265"/>
                  </a:lnTo>
                  <a:lnTo>
                    <a:pt x="27102" y="1247"/>
                  </a:lnTo>
                  <a:lnTo>
                    <a:pt x="27102" y="1209"/>
                  </a:lnTo>
                  <a:lnTo>
                    <a:pt x="27083" y="1190"/>
                  </a:lnTo>
                  <a:lnTo>
                    <a:pt x="27064" y="1171"/>
                  </a:lnTo>
                  <a:lnTo>
                    <a:pt x="27064" y="1133"/>
                  </a:lnTo>
                  <a:lnTo>
                    <a:pt x="27045" y="1133"/>
                  </a:lnTo>
                  <a:lnTo>
                    <a:pt x="27027" y="1077"/>
                  </a:lnTo>
                  <a:lnTo>
                    <a:pt x="26970" y="1020"/>
                  </a:lnTo>
                  <a:lnTo>
                    <a:pt x="26970" y="1001"/>
                  </a:lnTo>
                  <a:lnTo>
                    <a:pt x="26951" y="982"/>
                  </a:lnTo>
                  <a:lnTo>
                    <a:pt x="26932" y="963"/>
                  </a:lnTo>
                  <a:lnTo>
                    <a:pt x="26913" y="926"/>
                  </a:lnTo>
                  <a:lnTo>
                    <a:pt x="2597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6047250" y="1140701"/>
              <a:ext cx="2204027" cy="2508486"/>
            </a:xfrm>
            <a:custGeom>
              <a:avLst/>
              <a:gdLst/>
              <a:ahLst/>
              <a:cxnLst/>
              <a:rect l="l" t="t" r="r" b="b"/>
              <a:pathLst>
                <a:path w="26517" h="30180" extrusionOk="0">
                  <a:moveTo>
                    <a:pt x="15401" y="1"/>
                  </a:moveTo>
                  <a:lnTo>
                    <a:pt x="15231" y="20"/>
                  </a:lnTo>
                  <a:lnTo>
                    <a:pt x="15061" y="57"/>
                  </a:lnTo>
                  <a:lnTo>
                    <a:pt x="14891" y="114"/>
                  </a:lnTo>
                  <a:lnTo>
                    <a:pt x="14721" y="171"/>
                  </a:lnTo>
                  <a:lnTo>
                    <a:pt x="14532" y="265"/>
                  </a:lnTo>
                  <a:lnTo>
                    <a:pt x="14363" y="359"/>
                  </a:lnTo>
                  <a:lnTo>
                    <a:pt x="14193" y="473"/>
                  </a:lnTo>
                  <a:lnTo>
                    <a:pt x="14042" y="586"/>
                  </a:lnTo>
                  <a:lnTo>
                    <a:pt x="13872" y="737"/>
                  </a:lnTo>
                  <a:lnTo>
                    <a:pt x="13721" y="869"/>
                  </a:lnTo>
                  <a:lnTo>
                    <a:pt x="13570" y="1039"/>
                  </a:lnTo>
                  <a:lnTo>
                    <a:pt x="13438" y="1190"/>
                  </a:lnTo>
                  <a:lnTo>
                    <a:pt x="13306" y="1379"/>
                  </a:lnTo>
                  <a:lnTo>
                    <a:pt x="13192" y="1548"/>
                  </a:lnTo>
                  <a:lnTo>
                    <a:pt x="13098" y="1737"/>
                  </a:lnTo>
                  <a:lnTo>
                    <a:pt x="245" y="27801"/>
                  </a:lnTo>
                  <a:lnTo>
                    <a:pt x="151" y="27990"/>
                  </a:lnTo>
                  <a:lnTo>
                    <a:pt x="94" y="28160"/>
                  </a:lnTo>
                  <a:lnTo>
                    <a:pt x="57" y="28349"/>
                  </a:lnTo>
                  <a:lnTo>
                    <a:pt x="19" y="28518"/>
                  </a:lnTo>
                  <a:lnTo>
                    <a:pt x="0" y="28669"/>
                  </a:lnTo>
                  <a:lnTo>
                    <a:pt x="19" y="28820"/>
                  </a:lnTo>
                  <a:lnTo>
                    <a:pt x="38" y="28971"/>
                  </a:lnTo>
                  <a:lnTo>
                    <a:pt x="76" y="29103"/>
                  </a:lnTo>
                  <a:lnTo>
                    <a:pt x="132" y="29236"/>
                  </a:lnTo>
                  <a:lnTo>
                    <a:pt x="189" y="29349"/>
                  </a:lnTo>
                  <a:lnTo>
                    <a:pt x="283" y="29443"/>
                  </a:lnTo>
                  <a:lnTo>
                    <a:pt x="378" y="29519"/>
                  </a:lnTo>
                  <a:lnTo>
                    <a:pt x="491" y="29594"/>
                  </a:lnTo>
                  <a:lnTo>
                    <a:pt x="623" y="29651"/>
                  </a:lnTo>
                  <a:lnTo>
                    <a:pt x="774" y="29670"/>
                  </a:lnTo>
                  <a:lnTo>
                    <a:pt x="925" y="29689"/>
                  </a:lnTo>
                  <a:lnTo>
                    <a:pt x="10965" y="30179"/>
                  </a:lnTo>
                  <a:lnTo>
                    <a:pt x="11116" y="30179"/>
                  </a:lnTo>
                  <a:lnTo>
                    <a:pt x="11286" y="30160"/>
                  </a:lnTo>
                  <a:lnTo>
                    <a:pt x="11475" y="30123"/>
                  </a:lnTo>
                  <a:lnTo>
                    <a:pt x="11645" y="30066"/>
                  </a:lnTo>
                  <a:lnTo>
                    <a:pt x="11815" y="30009"/>
                  </a:lnTo>
                  <a:lnTo>
                    <a:pt x="11985" y="29915"/>
                  </a:lnTo>
                  <a:lnTo>
                    <a:pt x="12173" y="29821"/>
                  </a:lnTo>
                  <a:lnTo>
                    <a:pt x="12343" y="29707"/>
                  </a:lnTo>
                  <a:lnTo>
                    <a:pt x="12494" y="29575"/>
                  </a:lnTo>
                  <a:lnTo>
                    <a:pt x="12664" y="29443"/>
                  </a:lnTo>
                  <a:lnTo>
                    <a:pt x="12815" y="29292"/>
                  </a:lnTo>
                  <a:lnTo>
                    <a:pt x="12966" y="29141"/>
                  </a:lnTo>
                  <a:lnTo>
                    <a:pt x="13098" y="28971"/>
                  </a:lnTo>
                  <a:lnTo>
                    <a:pt x="13211" y="28801"/>
                  </a:lnTo>
                  <a:lnTo>
                    <a:pt x="13325" y="28632"/>
                  </a:lnTo>
                  <a:lnTo>
                    <a:pt x="13438" y="28443"/>
                  </a:lnTo>
                  <a:lnTo>
                    <a:pt x="26290" y="2379"/>
                  </a:lnTo>
                  <a:lnTo>
                    <a:pt x="26366" y="2190"/>
                  </a:lnTo>
                  <a:lnTo>
                    <a:pt x="26441" y="2001"/>
                  </a:lnTo>
                  <a:lnTo>
                    <a:pt x="26479" y="1832"/>
                  </a:lnTo>
                  <a:lnTo>
                    <a:pt x="26517" y="1662"/>
                  </a:lnTo>
                  <a:lnTo>
                    <a:pt x="26517" y="1511"/>
                  </a:lnTo>
                  <a:lnTo>
                    <a:pt x="26517" y="1341"/>
                  </a:lnTo>
                  <a:lnTo>
                    <a:pt x="26498" y="1209"/>
                  </a:lnTo>
                  <a:lnTo>
                    <a:pt x="26460" y="1077"/>
                  </a:lnTo>
                  <a:lnTo>
                    <a:pt x="26404" y="945"/>
                  </a:lnTo>
                  <a:lnTo>
                    <a:pt x="26328" y="831"/>
                  </a:lnTo>
                  <a:lnTo>
                    <a:pt x="26253" y="737"/>
                  </a:lnTo>
                  <a:lnTo>
                    <a:pt x="26158" y="661"/>
                  </a:lnTo>
                  <a:lnTo>
                    <a:pt x="26045" y="586"/>
                  </a:lnTo>
                  <a:lnTo>
                    <a:pt x="25913" y="529"/>
                  </a:lnTo>
                  <a:lnTo>
                    <a:pt x="25762" y="492"/>
                  </a:lnTo>
                  <a:lnTo>
                    <a:pt x="25611" y="473"/>
                  </a:lnTo>
                  <a:lnTo>
                    <a:pt x="1557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6047250" y="1140701"/>
              <a:ext cx="2204027" cy="2508486"/>
            </a:xfrm>
            <a:custGeom>
              <a:avLst/>
              <a:gdLst/>
              <a:ahLst/>
              <a:cxnLst/>
              <a:rect l="l" t="t" r="r" b="b"/>
              <a:pathLst>
                <a:path w="26517" h="30180" fill="none" extrusionOk="0">
                  <a:moveTo>
                    <a:pt x="25611" y="473"/>
                  </a:moveTo>
                  <a:lnTo>
                    <a:pt x="15570" y="1"/>
                  </a:lnTo>
                  <a:lnTo>
                    <a:pt x="15570" y="1"/>
                  </a:lnTo>
                  <a:lnTo>
                    <a:pt x="15401" y="1"/>
                  </a:lnTo>
                  <a:lnTo>
                    <a:pt x="15231" y="20"/>
                  </a:lnTo>
                  <a:lnTo>
                    <a:pt x="15061" y="57"/>
                  </a:lnTo>
                  <a:lnTo>
                    <a:pt x="14891" y="114"/>
                  </a:lnTo>
                  <a:lnTo>
                    <a:pt x="14721" y="171"/>
                  </a:lnTo>
                  <a:lnTo>
                    <a:pt x="14532" y="265"/>
                  </a:lnTo>
                  <a:lnTo>
                    <a:pt x="14363" y="359"/>
                  </a:lnTo>
                  <a:lnTo>
                    <a:pt x="14193" y="473"/>
                  </a:lnTo>
                  <a:lnTo>
                    <a:pt x="14042" y="586"/>
                  </a:lnTo>
                  <a:lnTo>
                    <a:pt x="13872" y="737"/>
                  </a:lnTo>
                  <a:lnTo>
                    <a:pt x="13721" y="869"/>
                  </a:lnTo>
                  <a:lnTo>
                    <a:pt x="13570" y="1039"/>
                  </a:lnTo>
                  <a:lnTo>
                    <a:pt x="13438" y="1190"/>
                  </a:lnTo>
                  <a:lnTo>
                    <a:pt x="13306" y="1379"/>
                  </a:lnTo>
                  <a:lnTo>
                    <a:pt x="13192" y="1548"/>
                  </a:lnTo>
                  <a:lnTo>
                    <a:pt x="13098" y="1737"/>
                  </a:lnTo>
                  <a:lnTo>
                    <a:pt x="245" y="27801"/>
                  </a:lnTo>
                  <a:lnTo>
                    <a:pt x="245" y="27801"/>
                  </a:lnTo>
                  <a:lnTo>
                    <a:pt x="151" y="27990"/>
                  </a:lnTo>
                  <a:lnTo>
                    <a:pt x="94" y="28160"/>
                  </a:lnTo>
                  <a:lnTo>
                    <a:pt x="57" y="28349"/>
                  </a:lnTo>
                  <a:lnTo>
                    <a:pt x="19" y="28518"/>
                  </a:lnTo>
                  <a:lnTo>
                    <a:pt x="0" y="28669"/>
                  </a:lnTo>
                  <a:lnTo>
                    <a:pt x="19" y="28820"/>
                  </a:lnTo>
                  <a:lnTo>
                    <a:pt x="38" y="28971"/>
                  </a:lnTo>
                  <a:lnTo>
                    <a:pt x="76" y="29103"/>
                  </a:lnTo>
                  <a:lnTo>
                    <a:pt x="132" y="29236"/>
                  </a:lnTo>
                  <a:lnTo>
                    <a:pt x="189" y="29349"/>
                  </a:lnTo>
                  <a:lnTo>
                    <a:pt x="283" y="29443"/>
                  </a:lnTo>
                  <a:lnTo>
                    <a:pt x="378" y="29519"/>
                  </a:lnTo>
                  <a:lnTo>
                    <a:pt x="491" y="29594"/>
                  </a:lnTo>
                  <a:lnTo>
                    <a:pt x="623" y="29651"/>
                  </a:lnTo>
                  <a:lnTo>
                    <a:pt x="774" y="29670"/>
                  </a:lnTo>
                  <a:lnTo>
                    <a:pt x="925" y="29689"/>
                  </a:lnTo>
                  <a:lnTo>
                    <a:pt x="10965" y="30179"/>
                  </a:lnTo>
                  <a:lnTo>
                    <a:pt x="10965" y="30179"/>
                  </a:lnTo>
                  <a:lnTo>
                    <a:pt x="11116" y="30179"/>
                  </a:lnTo>
                  <a:lnTo>
                    <a:pt x="11286" y="30160"/>
                  </a:lnTo>
                  <a:lnTo>
                    <a:pt x="11475" y="30123"/>
                  </a:lnTo>
                  <a:lnTo>
                    <a:pt x="11645" y="30066"/>
                  </a:lnTo>
                  <a:lnTo>
                    <a:pt x="11815" y="30009"/>
                  </a:lnTo>
                  <a:lnTo>
                    <a:pt x="11985" y="29915"/>
                  </a:lnTo>
                  <a:lnTo>
                    <a:pt x="12173" y="29821"/>
                  </a:lnTo>
                  <a:lnTo>
                    <a:pt x="12343" y="29707"/>
                  </a:lnTo>
                  <a:lnTo>
                    <a:pt x="12494" y="29575"/>
                  </a:lnTo>
                  <a:lnTo>
                    <a:pt x="12664" y="29443"/>
                  </a:lnTo>
                  <a:lnTo>
                    <a:pt x="12815" y="29292"/>
                  </a:lnTo>
                  <a:lnTo>
                    <a:pt x="12966" y="29141"/>
                  </a:lnTo>
                  <a:lnTo>
                    <a:pt x="13098" y="28971"/>
                  </a:lnTo>
                  <a:lnTo>
                    <a:pt x="13211" y="28801"/>
                  </a:lnTo>
                  <a:lnTo>
                    <a:pt x="13325" y="28632"/>
                  </a:lnTo>
                  <a:lnTo>
                    <a:pt x="13438" y="28443"/>
                  </a:lnTo>
                  <a:lnTo>
                    <a:pt x="26290" y="2379"/>
                  </a:lnTo>
                  <a:lnTo>
                    <a:pt x="26290" y="2379"/>
                  </a:lnTo>
                  <a:lnTo>
                    <a:pt x="26366" y="2190"/>
                  </a:lnTo>
                  <a:lnTo>
                    <a:pt x="26441" y="2001"/>
                  </a:lnTo>
                  <a:lnTo>
                    <a:pt x="26479" y="1832"/>
                  </a:lnTo>
                  <a:lnTo>
                    <a:pt x="26517" y="1662"/>
                  </a:lnTo>
                  <a:lnTo>
                    <a:pt x="26517" y="1511"/>
                  </a:lnTo>
                  <a:lnTo>
                    <a:pt x="26517" y="1341"/>
                  </a:lnTo>
                  <a:lnTo>
                    <a:pt x="26498" y="1209"/>
                  </a:lnTo>
                  <a:lnTo>
                    <a:pt x="26460" y="1077"/>
                  </a:lnTo>
                  <a:lnTo>
                    <a:pt x="26404" y="945"/>
                  </a:lnTo>
                  <a:lnTo>
                    <a:pt x="26328" y="831"/>
                  </a:lnTo>
                  <a:lnTo>
                    <a:pt x="26253" y="737"/>
                  </a:lnTo>
                  <a:lnTo>
                    <a:pt x="26158" y="661"/>
                  </a:lnTo>
                  <a:lnTo>
                    <a:pt x="26045" y="586"/>
                  </a:lnTo>
                  <a:lnTo>
                    <a:pt x="25913" y="529"/>
                  </a:lnTo>
                  <a:lnTo>
                    <a:pt x="25762" y="492"/>
                  </a:lnTo>
                  <a:lnTo>
                    <a:pt x="25611" y="47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6150732" y="1198800"/>
              <a:ext cx="2064472" cy="2257388"/>
            </a:xfrm>
            <a:custGeom>
              <a:avLst/>
              <a:gdLst/>
              <a:ahLst/>
              <a:cxnLst/>
              <a:rect l="l" t="t" r="r" b="b"/>
              <a:pathLst>
                <a:path w="24838" h="27159" extrusionOk="0">
                  <a:moveTo>
                    <a:pt x="13910" y="0"/>
                  </a:moveTo>
                  <a:lnTo>
                    <a:pt x="13759" y="19"/>
                  </a:lnTo>
                  <a:lnTo>
                    <a:pt x="13627" y="19"/>
                  </a:lnTo>
                  <a:lnTo>
                    <a:pt x="13495" y="57"/>
                  </a:lnTo>
                  <a:lnTo>
                    <a:pt x="13344" y="95"/>
                  </a:lnTo>
                  <a:lnTo>
                    <a:pt x="13193" y="151"/>
                  </a:lnTo>
                  <a:lnTo>
                    <a:pt x="13061" y="227"/>
                  </a:lnTo>
                  <a:lnTo>
                    <a:pt x="12778" y="397"/>
                  </a:lnTo>
                  <a:lnTo>
                    <a:pt x="12514" y="623"/>
                  </a:lnTo>
                  <a:lnTo>
                    <a:pt x="12268" y="868"/>
                  </a:lnTo>
                  <a:lnTo>
                    <a:pt x="12042" y="1133"/>
                  </a:lnTo>
                  <a:lnTo>
                    <a:pt x="11947" y="1284"/>
                  </a:lnTo>
                  <a:lnTo>
                    <a:pt x="11872" y="1435"/>
                  </a:lnTo>
                  <a:lnTo>
                    <a:pt x="189" y="25102"/>
                  </a:lnTo>
                  <a:lnTo>
                    <a:pt x="133" y="25272"/>
                  </a:lnTo>
                  <a:lnTo>
                    <a:pt x="76" y="25404"/>
                  </a:lnTo>
                  <a:lnTo>
                    <a:pt x="38" y="25555"/>
                  </a:lnTo>
                  <a:lnTo>
                    <a:pt x="20" y="25706"/>
                  </a:lnTo>
                  <a:lnTo>
                    <a:pt x="1" y="25838"/>
                  </a:lnTo>
                  <a:lnTo>
                    <a:pt x="1" y="25951"/>
                  </a:lnTo>
                  <a:lnTo>
                    <a:pt x="20" y="26083"/>
                  </a:lnTo>
                  <a:lnTo>
                    <a:pt x="57" y="26177"/>
                  </a:lnTo>
                  <a:lnTo>
                    <a:pt x="95" y="26291"/>
                  </a:lnTo>
                  <a:lnTo>
                    <a:pt x="152" y="26385"/>
                  </a:lnTo>
                  <a:lnTo>
                    <a:pt x="227" y="26461"/>
                  </a:lnTo>
                  <a:lnTo>
                    <a:pt x="303" y="26517"/>
                  </a:lnTo>
                  <a:lnTo>
                    <a:pt x="397" y="26574"/>
                  </a:lnTo>
                  <a:lnTo>
                    <a:pt x="510" y="26630"/>
                  </a:lnTo>
                  <a:lnTo>
                    <a:pt x="624" y="26649"/>
                  </a:lnTo>
                  <a:lnTo>
                    <a:pt x="756" y="26668"/>
                  </a:lnTo>
                  <a:lnTo>
                    <a:pt x="10928" y="27159"/>
                  </a:lnTo>
                  <a:lnTo>
                    <a:pt x="11060" y="27159"/>
                  </a:lnTo>
                  <a:lnTo>
                    <a:pt x="11211" y="27140"/>
                  </a:lnTo>
                  <a:lnTo>
                    <a:pt x="11344" y="27121"/>
                  </a:lnTo>
                  <a:lnTo>
                    <a:pt x="11494" y="27064"/>
                  </a:lnTo>
                  <a:lnTo>
                    <a:pt x="11627" y="27008"/>
                  </a:lnTo>
                  <a:lnTo>
                    <a:pt x="11778" y="26951"/>
                  </a:lnTo>
                  <a:lnTo>
                    <a:pt x="12061" y="26762"/>
                  </a:lnTo>
                  <a:lnTo>
                    <a:pt x="12325" y="26555"/>
                  </a:lnTo>
                  <a:lnTo>
                    <a:pt x="12570" y="26310"/>
                  </a:lnTo>
                  <a:lnTo>
                    <a:pt x="12797" y="26026"/>
                  </a:lnTo>
                  <a:lnTo>
                    <a:pt x="12872" y="25894"/>
                  </a:lnTo>
                  <a:lnTo>
                    <a:pt x="12967" y="25724"/>
                  </a:lnTo>
                  <a:lnTo>
                    <a:pt x="24630" y="2057"/>
                  </a:lnTo>
                  <a:lnTo>
                    <a:pt x="24706" y="1906"/>
                  </a:lnTo>
                  <a:lnTo>
                    <a:pt x="24762" y="1755"/>
                  </a:lnTo>
                  <a:lnTo>
                    <a:pt x="24800" y="1623"/>
                  </a:lnTo>
                  <a:lnTo>
                    <a:pt x="24819" y="1472"/>
                  </a:lnTo>
                  <a:lnTo>
                    <a:pt x="24838" y="1340"/>
                  </a:lnTo>
                  <a:lnTo>
                    <a:pt x="24838" y="1227"/>
                  </a:lnTo>
                  <a:lnTo>
                    <a:pt x="24819" y="1095"/>
                  </a:lnTo>
                  <a:lnTo>
                    <a:pt x="24781" y="982"/>
                  </a:lnTo>
                  <a:lnTo>
                    <a:pt x="24743" y="887"/>
                  </a:lnTo>
                  <a:lnTo>
                    <a:pt x="24687" y="793"/>
                  </a:lnTo>
                  <a:lnTo>
                    <a:pt x="24611" y="717"/>
                  </a:lnTo>
                  <a:lnTo>
                    <a:pt x="24517" y="642"/>
                  </a:lnTo>
                  <a:lnTo>
                    <a:pt x="24423" y="585"/>
                  </a:lnTo>
                  <a:lnTo>
                    <a:pt x="24328" y="548"/>
                  </a:lnTo>
                  <a:lnTo>
                    <a:pt x="24215" y="529"/>
                  </a:lnTo>
                  <a:lnTo>
                    <a:pt x="24083" y="510"/>
                  </a:lnTo>
                  <a:lnTo>
                    <a:pt x="1391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6150732" y="1198800"/>
              <a:ext cx="2064472" cy="2257388"/>
            </a:xfrm>
            <a:custGeom>
              <a:avLst/>
              <a:gdLst/>
              <a:ahLst/>
              <a:cxnLst/>
              <a:rect l="l" t="t" r="r" b="b"/>
              <a:pathLst>
                <a:path w="24838" h="27159" fill="none" extrusionOk="0">
                  <a:moveTo>
                    <a:pt x="24083" y="510"/>
                  </a:moveTo>
                  <a:lnTo>
                    <a:pt x="24083" y="510"/>
                  </a:lnTo>
                  <a:lnTo>
                    <a:pt x="24215" y="529"/>
                  </a:lnTo>
                  <a:lnTo>
                    <a:pt x="24328" y="548"/>
                  </a:lnTo>
                  <a:lnTo>
                    <a:pt x="24423" y="585"/>
                  </a:lnTo>
                  <a:lnTo>
                    <a:pt x="24517" y="642"/>
                  </a:lnTo>
                  <a:lnTo>
                    <a:pt x="24611" y="717"/>
                  </a:lnTo>
                  <a:lnTo>
                    <a:pt x="24687" y="793"/>
                  </a:lnTo>
                  <a:lnTo>
                    <a:pt x="24743" y="887"/>
                  </a:lnTo>
                  <a:lnTo>
                    <a:pt x="24781" y="982"/>
                  </a:lnTo>
                  <a:lnTo>
                    <a:pt x="24819" y="1095"/>
                  </a:lnTo>
                  <a:lnTo>
                    <a:pt x="24838" y="1227"/>
                  </a:lnTo>
                  <a:lnTo>
                    <a:pt x="24838" y="1340"/>
                  </a:lnTo>
                  <a:lnTo>
                    <a:pt x="24819" y="1472"/>
                  </a:lnTo>
                  <a:lnTo>
                    <a:pt x="24800" y="1623"/>
                  </a:lnTo>
                  <a:lnTo>
                    <a:pt x="24762" y="1755"/>
                  </a:lnTo>
                  <a:lnTo>
                    <a:pt x="24706" y="1906"/>
                  </a:lnTo>
                  <a:lnTo>
                    <a:pt x="24630" y="2057"/>
                  </a:lnTo>
                  <a:lnTo>
                    <a:pt x="12967" y="25724"/>
                  </a:lnTo>
                  <a:lnTo>
                    <a:pt x="12967" y="25724"/>
                  </a:lnTo>
                  <a:lnTo>
                    <a:pt x="12872" y="25894"/>
                  </a:lnTo>
                  <a:lnTo>
                    <a:pt x="12797" y="26026"/>
                  </a:lnTo>
                  <a:lnTo>
                    <a:pt x="12570" y="26310"/>
                  </a:lnTo>
                  <a:lnTo>
                    <a:pt x="12325" y="26555"/>
                  </a:lnTo>
                  <a:lnTo>
                    <a:pt x="12061" y="26762"/>
                  </a:lnTo>
                  <a:lnTo>
                    <a:pt x="11778" y="26951"/>
                  </a:lnTo>
                  <a:lnTo>
                    <a:pt x="11627" y="27008"/>
                  </a:lnTo>
                  <a:lnTo>
                    <a:pt x="11494" y="27064"/>
                  </a:lnTo>
                  <a:lnTo>
                    <a:pt x="11344" y="27121"/>
                  </a:lnTo>
                  <a:lnTo>
                    <a:pt x="11211" y="27140"/>
                  </a:lnTo>
                  <a:lnTo>
                    <a:pt x="11060" y="27159"/>
                  </a:lnTo>
                  <a:lnTo>
                    <a:pt x="10928" y="27159"/>
                  </a:lnTo>
                  <a:lnTo>
                    <a:pt x="756" y="26668"/>
                  </a:lnTo>
                  <a:lnTo>
                    <a:pt x="756" y="26668"/>
                  </a:lnTo>
                  <a:lnTo>
                    <a:pt x="624" y="26649"/>
                  </a:lnTo>
                  <a:lnTo>
                    <a:pt x="510" y="26630"/>
                  </a:lnTo>
                  <a:lnTo>
                    <a:pt x="397" y="26574"/>
                  </a:lnTo>
                  <a:lnTo>
                    <a:pt x="303" y="26517"/>
                  </a:lnTo>
                  <a:lnTo>
                    <a:pt x="227" y="26461"/>
                  </a:lnTo>
                  <a:lnTo>
                    <a:pt x="152" y="26385"/>
                  </a:lnTo>
                  <a:lnTo>
                    <a:pt x="95" y="26291"/>
                  </a:lnTo>
                  <a:lnTo>
                    <a:pt x="57" y="26177"/>
                  </a:lnTo>
                  <a:lnTo>
                    <a:pt x="20" y="26083"/>
                  </a:lnTo>
                  <a:lnTo>
                    <a:pt x="1" y="25951"/>
                  </a:lnTo>
                  <a:lnTo>
                    <a:pt x="1" y="25838"/>
                  </a:lnTo>
                  <a:lnTo>
                    <a:pt x="20" y="25706"/>
                  </a:lnTo>
                  <a:lnTo>
                    <a:pt x="38" y="25555"/>
                  </a:lnTo>
                  <a:lnTo>
                    <a:pt x="76" y="25404"/>
                  </a:lnTo>
                  <a:lnTo>
                    <a:pt x="133" y="25272"/>
                  </a:lnTo>
                  <a:lnTo>
                    <a:pt x="189" y="25102"/>
                  </a:lnTo>
                  <a:lnTo>
                    <a:pt x="11872" y="1435"/>
                  </a:lnTo>
                  <a:lnTo>
                    <a:pt x="11872" y="1435"/>
                  </a:lnTo>
                  <a:lnTo>
                    <a:pt x="11947" y="1284"/>
                  </a:lnTo>
                  <a:lnTo>
                    <a:pt x="12042" y="1133"/>
                  </a:lnTo>
                  <a:lnTo>
                    <a:pt x="12268" y="868"/>
                  </a:lnTo>
                  <a:lnTo>
                    <a:pt x="12514" y="623"/>
                  </a:lnTo>
                  <a:lnTo>
                    <a:pt x="12778" y="397"/>
                  </a:lnTo>
                  <a:lnTo>
                    <a:pt x="13061" y="227"/>
                  </a:lnTo>
                  <a:lnTo>
                    <a:pt x="13193" y="151"/>
                  </a:lnTo>
                  <a:lnTo>
                    <a:pt x="13344" y="95"/>
                  </a:lnTo>
                  <a:lnTo>
                    <a:pt x="13495" y="57"/>
                  </a:lnTo>
                  <a:lnTo>
                    <a:pt x="13627" y="19"/>
                  </a:lnTo>
                  <a:lnTo>
                    <a:pt x="13759" y="19"/>
                  </a:lnTo>
                  <a:lnTo>
                    <a:pt x="13910" y="0"/>
                  </a:lnTo>
                  <a:lnTo>
                    <a:pt x="24083" y="51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6779770" y="1212930"/>
              <a:ext cx="1295885" cy="829928"/>
            </a:xfrm>
            <a:custGeom>
              <a:avLst/>
              <a:gdLst/>
              <a:ahLst/>
              <a:cxnLst/>
              <a:rect l="l" t="t" r="r" b="b"/>
              <a:pathLst>
                <a:path w="15591" h="9985" fill="none" extrusionOk="0">
                  <a:moveTo>
                    <a:pt x="15590" y="283"/>
                  </a:moveTo>
                  <a:lnTo>
                    <a:pt x="1" y="9984"/>
                  </a:lnTo>
                  <a:lnTo>
                    <a:pt x="2945" y="4039"/>
                  </a:lnTo>
                  <a:lnTo>
                    <a:pt x="9437" y="0"/>
                  </a:lnTo>
                  <a:lnTo>
                    <a:pt x="15590" y="2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6401749" y="2722020"/>
              <a:ext cx="1129567" cy="710655"/>
            </a:xfrm>
            <a:custGeom>
              <a:avLst/>
              <a:gdLst/>
              <a:ahLst/>
              <a:cxnLst/>
              <a:rect l="l" t="t" r="r" b="b"/>
              <a:pathLst>
                <a:path w="13590" h="8550" fill="none" extrusionOk="0">
                  <a:moveTo>
                    <a:pt x="2171" y="8550"/>
                  </a:moveTo>
                  <a:lnTo>
                    <a:pt x="12570" y="2095"/>
                  </a:lnTo>
                  <a:lnTo>
                    <a:pt x="13589" y="0"/>
                  </a:lnTo>
                  <a:lnTo>
                    <a:pt x="0" y="8455"/>
                  </a:lnTo>
                  <a:lnTo>
                    <a:pt x="2171" y="85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6624505" y="1259975"/>
              <a:ext cx="1590703" cy="1098148"/>
            </a:xfrm>
            <a:custGeom>
              <a:avLst/>
              <a:gdLst/>
              <a:ahLst/>
              <a:cxnLst/>
              <a:rect l="l" t="t" r="r" b="b"/>
              <a:pathLst>
                <a:path w="19138" h="13212" fill="none" extrusionOk="0">
                  <a:moveTo>
                    <a:pt x="18930" y="0"/>
                  </a:moveTo>
                  <a:lnTo>
                    <a:pt x="1038" y="11135"/>
                  </a:lnTo>
                  <a:lnTo>
                    <a:pt x="0" y="13212"/>
                  </a:lnTo>
                  <a:lnTo>
                    <a:pt x="18855" y="1472"/>
                  </a:lnTo>
                  <a:lnTo>
                    <a:pt x="18930" y="1321"/>
                  </a:lnTo>
                  <a:lnTo>
                    <a:pt x="18930" y="1321"/>
                  </a:lnTo>
                  <a:lnTo>
                    <a:pt x="19025" y="1133"/>
                  </a:lnTo>
                  <a:lnTo>
                    <a:pt x="19081" y="925"/>
                  </a:lnTo>
                  <a:lnTo>
                    <a:pt x="19119" y="736"/>
                  </a:lnTo>
                  <a:lnTo>
                    <a:pt x="19138" y="566"/>
                  </a:lnTo>
                  <a:lnTo>
                    <a:pt x="19119" y="397"/>
                  </a:lnTo>
                  <a:lnTo>
                    <a:pt x="19081" y="246"/>
                  </a:lnTo>
                  <a:lnTo>
                    <a:pt x="19006" y="113"/>
                  </a:lnTo>
                  <a:lnTo>
                    <a:pt x="189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6150732" y="1589371"/>
              <a:ext cx="1938965" cy="1830746"/>
            </a:xfrm>
            <a:custGeom>
              <a:avLst/>
              <a:gdLst/>
              <a:ahLst/>
              <a:cxnLst/>
              <a:rect l="l" t="t" r="r" b="b"/>
              <a:pathLst>
                <a:path w="23328" h="22026" fill="none" extrusionOk="0">
                  <a:moveTo>
                    <a:pt x="4474" y="11740"/>
                  </a:moveTo>
                  <a:lnTo>
                    <a:pt x="189" y="20403"/>
                  </a:lnTo>
                  <a:lnTo>
                    <a:pt x="189" y="20403"/>
                  </a:lnTo>
                  <a:lnTo>
                    <a:pt x="133" y="20573"/>
                  </a:lnTo>
                  <a:lnTo>
                    <a:pt x="76" y="20705"/>
                  </a:lnTo>
                  <a:lnTo>
                    <a:pt x="38" y="20856"/>
                  </a:lnTo>
                  <a:lnTo>
                    <a:pt x="20" y="21007"/>
                  </a:lnTo>
                  <a:lnTo>
                    <a:pt x="1" y="21139"/>
                  </a:lnTo>
                  <a:lnTo>
                    <a:pt x="1" y="21252"/>
                  </a:lnTo>
                  <a:lnTo>
                    <a:pt x="20" y="21384"/>
                  </a:lnTo>
                  <a:lnTo>
                    <a:pt x="57" y="21478"/>
                  </a:lnTo>
                  <a:lnTo>
                    <a:pt x="95" y="21592"/>
                  </a:lnTo>
                  <a:lnTo>
                    <a:pt x="152" y="21686"/>
                  </a:lnTo>
                  <a:lnTo>
                    <a:pt x="227" y="21762"/>
                  </a:lnTo>
                  <a:lnTo>
                    <a:pt x="303" y="21818"/>
                  </a:lnTo>
                  <a:lnTo>
                    <a:pt x="397" y="21875"/>
                  </a:lnTo>
                  <a:lnTo>
                    <a:pt x="510" y="21931"/>
                  </a:lnTo>
                  <a:lnTo>
                    <a:pt x="624" y="21950"/>
                  </a:lnTo>
                  <a:lnTo>
                    <a:pt x="756" y="21969"/>
                  </a:lnTo>
                  <a:lnTo>
                    <a:pt x="1831" y="22026"/>
                  </a:lnTo>
                  <a:lnTo>
                    <a:pt x="17194" y="12476"/>
                  </a:lnTo>
                  <a:lnTo>
                    <a:pt x="23328" y="1"/>
                  </a:lnTo>
                  <a:lnTo>
                    <a:pt x="4474" y="117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6734304" y="2038042"/>
              <a:ext cx="786042" cy="798510"/>
            </a:xfrm>
            <a:custGeom>
              <a:avLst/>
              <a:gdLst/>
              <a:ahLst/>
              <a:cxnLst/>
              <a:rect l="l" t="t" r="r" b="b"/>
              <a:pathLst>
                <a:path w="9457" h="9607" extrusionOk="0">
                  <a:moveTo>
                    <a:pt x="3020" y="3964"/>
                  </a:moveTo>
                  <a:lnTo>
                    <a:pt x="3077" y="3983"/>
                  </a:lnTo>
                  <a:lnTo>
                    <a:pt x="3133" y="4002"/>
                  </a:lnTo>
                  <a:lnTo>
                    <a:pt x="3190" y="4039"/>
                  </a:lnTo>
                  <a:lnTo>
                    <a:pt x="3228" y="4077"/>
                  </a:lnTo>
                  <a:lnTo>
                    <a:pt x="3322" y="4209"/>
                  </a:lnTo>
                  <a:lnTo>
                    <a:pt x="3398" y="4341"/>
                  </a:lnTo>
                  <a:lnTo>
                    <a:pt x="3473" y="4473"/>
                  </a:lnTo>
                  <a:lnTo>
                    <a:pt x="3530" y="4643"/>
                  </a:lnTo>
                  <a:lnTo>
                    <a:pt x="3568" y="4794"/>
                  </a:lnTo>
                  <a:lnTo>
                    <a:pt x="3586" y="4964"/>
                  </a:lnTo>
                  <a:lnTo>
                    <a:pt x="3605" y="5134"/>
                  </a:lnTo>
                  <a:lnTo>
                    <a:pt x="3605" y="5323"/>
                  </a:lnTo>
                  <a:lnTo>
                    <a:pt x="3096" y="5436"/>
                  </a:lnTo>
                  <a:lnTo>
                    <a:pt x="2850" y="5474"/>
                  </a:lnTo>
                  <a:lnTo>
                    <a:pt x="2624" y="5474"/>
                  </a:lnTo>
                  <a:lnTo>
                    <a:pt x="2473" y="5455"/>
                  </a:lnTo>
                  <a:lnTo>
                    <a:pt x="2322" y="5417"/>
                  </a:lnTo>
                  <a:lnTo>
                    <a:pt x="2209" y="5342"/>
                  </a:lnTo>
                  <a:lnTo>
                    <a:pt x="2114" y="5228"/>
                  </a:lnTo>
                  <a:lnTo>
                    <a:pt x="2095" y="5209"/>
                  </a:lnTo>
                  <a:lnTo>
                    <a:pt x="2058" y="5115"/>
                  </a:lnTo>
                  <a:lnTo>
                    <a:pt x="2058" y="5021"/>
                  </a:lnTo>
                  <a:lnTo>
                    <a:pt x="2058" y="4926"/>
                  </a:lnTo>
                  <a:lnTo>
                    <a:pt x="2077" y="4832"/>
                  </a:lnTo>
                  <a:lnTo>
                    <a:pt x="2114" y="4719"/>
                  </a:lnTo>
                  <a:lnTo>
                    <a:pt x="2152" y="4624"/>
                  </a:lnTo>
                  <a:lnTo>
                    <a:pt x="2303" y="4417"/>
                  </a:lnTo>
                  <a:lnTo>
                    <a:pt x="2454" y="4247"/>
                  </a:lnTo>
                  <a:lnTo>
                    <a:pt x="2643" y="4096"/>
                  </a:lnTo>
                  <a:lnTo>
                    <a:pt x="2737" y="4039"/>
                  </a:lnTo>
                  <a:lnTo>
                    <a:pt x="2832" y="4002"/>
                  </a:lnTo>
                  <a:lnTo>
                    <a:pt x="2926" y="3983"/>
                  </a:lnTo>
                  <a:lnTo>
                    <a:pt x="3020" y="3964"/>
                  </a:lnTo>
                  <a:close/>
                  <a:moveTo>
                    <a:pt x="6795" y="4153"/>
                  </a:moveTo>
                  <a:lnTo>
                    <a:pt x="6870" y="4171"/>
                  </a:lnTo>
                  <a:lnTo>
                    <a:pt x="6946" y="4190"/>
                  </a:lnTo>
                  <a:lnTo>
                    <a:pt x="6984" y="4247"/>
                  </a:lnTo>
                  <a:lnTo>
                    <a:pt x="7021" y="4303"/>
                  </a:lnTo>
                  <a:lnTo>
                    <a:pt x="7059" y="4379"/>
                  </a:lnTo>
                  <a:lnTo>
                    <a:pt x="7059" y="4454"/>
                  </a:lnTo>
                  <a:lnTo>
                    <a:pt x="7059" y="4549"/>
                  </a:lnTo>
                  <a:lnTo>
                    <a:pt x="7059" y="4643"/>
                  </a:lnTo>
                  <a:lnTo>
                    <a:pt x="7021" y="4756"/>
                  </a:lnTo>
                  <a:lnTo>
                    <a:pt x="6984" y="4851"/>
                  </a:lnTo>
                  <a:lnTo>
                    <a:pt x="6927" y="4964"/>
                  </a:lnTo>
                  <a:lnTo>
                    <a:pt x="6870" y="5058"/>
                  </a:lnTo>
                  <a:lnTo>
                    <a:pt x="6795" y="5153"/>
                  </a:lnTo>
                  <a:lnTo>
                    <a:pt x="6701" y="5247"/>
                  </a:lnTo>
                  <a:lnTo>
                    <a:pt x="6587" y="5342"/>
                  </a:lnTo>
                  <a:lnTo>
                    <a:pt x="6474" y="5417"/>
                  </a:lnTo>
                  <a:lnTo>
                    <a:pt x="6455" y="5436"/>
                  </a:lnTo>
                  <a:lnTo>
                    <a:pt x="6248" y="5530"/>
                  </a:lnTo>
                  <a:lnTo>
                    <a:pt x="6059" y="5587"/>
                  </a:lnTo>
                  <a:lnTo>
                    <a:pt x="5889" y="5625"/>
                  </a:lnTo>
                  <a:lnTo>
                    <a:pt x="5719" y="5625"/>
                  </a:lnTo>
                  <a:lnTo>
                    <a:pt x="5512" y="5606"/>
                  </a:lnTo>
                  <a:lnTo>
                    <a:pt x="5304" y="5549"/>
                  </a:lnTo>
                  <a:lnTo>
                    <a:pt x="5115" y="5474"/>
                  </a:lnTo>
                  <a:lnTo>
                    <a:pt x="4926" y="5398"/>
                  </a:lnTo>
                  <a:lnTo>
                    <a:pt x="5285" y="5040"/>
                  </a:lnTo>
                  <a:lnTo>
                    <a:pt x="5681" y="4738"/>
                  </a:lnTo>
                  <a:lnTo>
                    <a:pt x="6078" y="4473"/>
                  </a:lnTo>
                  <a:lnTo>
                    <a:pt x="6474" y="4247"/>
                  </a:lnTo>
                  <a:lnTo>
                    <a:pt x="6644" y="4171"/>
                  </a:lnTo>
                  <a:lnTo>
                    <a:pt x="6795" y="4153"/>
                  </a:lnTo>
                  <a:close/>
                  <a:moveTo>
                    <a:pt x="4021" y="5851"/>
                  </a:moveTo>
                  <a:lnTo>
                    <a:pt x="3888" y="7191"/>
                  </a:lnTo>
                  <a:lnTo>
                    <a:pt x="3473" y="6984"/>
                  </a:lnTo>
                  <a:lnTo>
                    <a:pt x="2869" y="7134"/>
                  </a:lnTo>
                  <a:lnTo>
                    <a:pt x="4021" y="5851"/>
                  </a:lnTo>
                  <a:close/>
                  <a:moveTo>
                    <a:pt x="6587" y="0"/>
                  </a:moveTo>
                  <a:lnTo>
                    <a:pt x="6266" y="19"/>
                  </a:lnTo>
                  <a:lnTo>
                    <a:pt x="5927" y="57"/>
                  </a:lnTo>
                  <a:lnTo>
                    <a:pt x="5587" y="95"/>
                  </a:lnTo>
                  <a:lnTo>
                    <a:pt x="5228" y="170"/>
                  </a:lnTo>
                  <a:lnTo>
                    <a:pt x="4870" y="265"/>
                  </a:lnTo>
                  <a:lnTo>
                    <a:pt x="4624" y="340"/>
                  </a:lnTo>
                  <a:lnTo>
                    <a:pt x="4360" y="453"/>
                  </a:lnTo>
                  <a:lnTo>
                    <a:pt x="4077" y="567"/>
                  </a:lnTo>
                  <a:lnTo>
                    <a:pt x="3813" y="699"/>
                  </a:lnTo>
                  <a:lnTo>
                    <a:pt x="3549" y="850"/>
                  </a:lnTo>
                  <a:lnTo>
                    <a:pt x="3266" y="1038"/>
                  </a:lnTo>
                  <a:lnTo>
                    <a:pt x="3001" y="1246"/>
                  </a:lnTo>
                  <a:lnTo>
                    <a:pt x="2756" y="1454"/>
                  </a:lnTo>
                  <a:lnTo>
                    <a:pt x="2530" y="1680"/>
                  </a:lnTo>
                  <a:lnTo>
                    <a:pt x="2322" y="1925"/>
                  </a:lnTo>
                  <a:lnTo>
                    <a:pt x="2133" y="2190"/>
                  </a:lnTo>
                  <a:lnTo>
                    <a:pt x="1944" y="2435"/>
                  </a:lnTo>
                  <a:lnTo>
                    <a:pt x="1793" y="2699"/>
                  </a:lnTo>
                  <a:lnTo>
                    <a:pt x="1643" y="2982"/>
                  </a:lnTo>
                  <a:lnTo>
                    <a:pt x="1510" y="3247"/>
                  </a:lnTo>
                  <a:lnTo>
                    <a:pt x="1397" y="3511"/>
                  </a:lnTo>
                  <a:lnTo>
                    <a:pt x="1303" y="3794"/>
                  </a:lnTo>
                  <a:lnTo>
                    <a:pt x="1208" y="4058"/>
                  </a:lnTo>
                  <a:lnTo>
                    <a:pt x="1057" y="4624"/>
                  </a:lnTo>
                  <a:lnTo>
                    <a:pt x="944" y="5191"/>
                  </a:lnTo>
                  <a:lnTo>
                    <a:pt x="850" y="5719"/>
                  </a:lnTo>
                  <a:lnTo>
                    <a:pt x="661" y="5908"/>
                  </a:lnTo>
                  <a:lnTo>
                    <a:pt x="491" y="6096"/>
                  </a:lnTo>
                  <a:lnTo>
                    <a:pt x="359" y="6323"/>
                  </a:lnTo>
                  <a:lnTo>
                    <a:pt x="227" y="6531"/>
                  </a:lnTo>
                  <a:lnTo>
                    <a:pt x="133" y="6757"/>
                  </a:lnTo>
                  <a:lnTo>
                    <a:pt x="57" y="6965"/>
                  </a:lnTo>
                  <a:lnTo>
                    <a:pt x="19" y="7172"/>
                  </a:lnTo>
                  <a:lnTo>
                    <a:pt x="1" y="7380"/>
                  </a:lnTo>
                  <a:lnTo>
                    <a:pt x="19" y="7550"/>
                  </a:lnTo>
                  <a:lnTo>
                    <a:pt x="57" y="7720"/>
                  </a:lnTo>
                  <a:lnTo>
                    <a:pt x="133" y="7871"/>
                  </a:lnTo>
                  <a:lnTo>
                    <a:pt x="227" y="7984"/>
                  </a:lnTo>
                  <a:lnTo>
                    <a:pt x="340" y="8097"/>
                  </a:lnTo>
                  <a:lnTo>
                    <a:pt x="472" y="8173"/>
                  </a:lnTo>
                  <a:lnTo>
                    <a:pt x="642" y="8229"/>
                  </a:lnTo>
                  <a:lnTo>
                    <a:pt x="812" y="8248"/>
                  </a:lnTo>
                  <a:lnTo>
                    <a:pt x="850" y="8248"/>
                  </a:lnTo>
                  <a:lnTo>
                    <a:pt x="2133" y="7342"/>
                  </a:lnTo>
                  <a:lnTo>
                    <a:pt x="2133" y="7342"/>
                  </a:lnTo>
                  <a:lnTo>
                    <a:pt x="718" y="8946"/>
                  </a:lnTo>
                  <a:lnTo>
                    <a:pt x="831" y="9060"/>
                  </a:lnTo>
                  <a:lnTo>
                    <a:pt x="944" y="9154"/>
                  </a:lnTo>
                  <a:lnTo>
                    <a:pt x="1114" y="9267"/>
                  </a:lnTo>
                  <a:lnTo>
                    <a:pt x="1322" y="9380"/>
                  </a:lnTo>
                  <a:lnTo>
                    <a:pt x="1567" y="9494"/>
                  </a:lnTo>
                  <a:lnTo>
                    <a:pt x="1850" y="9569"/>
                  </a:lnTo>
                  <a:lnTo>
                    <a:pt x="2001" y="9588"/>
                  </a:lnTo>
                  <a:lnTo>
                    <a:pt x="2171" y="9607"/>
                  </a:lnTo>
                  <a:lnTo>
                    <a:pt x="2511" y="9607"/>
                  </a:lnTo>
                  <a:lnTo>
                    <a:pt x="2869" y="9550"/>
                  </a:lnTo>
                  <a:lnTo>
                    <a:pt x="3190" y="9475"/>
                  </a:lnTo>
                  <a:lnTo>
                    <a:pt x="3511" y="9380"/>
                  </a:lnTo>
                  <a:lnTo>
                    <a:pt x="3775" y="9286"/>
                  </a:lnTo>
                  <a:lnTo>
                    <a:pt x="3983" y="9211"/>
                  </a:lnTo>
                  <a:lnTo>
                    <a:pt x="4172" y="9116"/>
                  </a:lnTo>
                  <a:lnTo>
                    <a:pt x="4398" y="7455"/>
                  </a:lnTo>
                  <a:lnTo>
                    <a:pt x="4738" y="8437"/>
                  </a:lnTo>
                  <a:lnTo>
                    <a:pt x="4964" y="8437"/>
                  </a:lnTo>
                  <a:lnTo>
                    <a:pt x="5172" y="8399"/>
                  </a:lnTo>
                  <a:lnTo>
                    <a:pt x="5379" y="8342"/>
                  </a:lnTo>
                  <a:lnTo>
                    <a:pt x="5587" y="8248"/>
                  </a:lnTo>
                  <a:lnTo>
                    <a:pt x="5795" y="8135"/>
                  </a:lnTo>
                  <a:lnTo>
                    <a:pt x="6002" y="8003"/>
                  </a:lnTo>
                  <a:lnTo>
                    <a:pt x="6210" y="7852"/>
                  </a:lnTo>
                  <a:lnTo>
                    <a:pt x="6399" y="7682"/>
                  </a:lnTo>
                  <a:lnTo>
                    <a:pt x="6568" y="7493"/>
                  </a:lnTo>
                  <a:lnTo>
                    <a:pt x="6738" y="7285"/>
                  </a:lnTo>
                  <a:lnTo>
                    <a:pt x="6870" y="7078"/>
                  </a:lnTo>
                  <a:lnTo>
                    <a:pt x="6984" y="6851"/>
                  </a:lnTo>
                  <a:lnTo>
                    <a:pt x="7078" y="6644"/>
                  </a:lnTo>
                  <a:lnTo>
                    <a:pt x="7135" y="6436"/>
                  </a:lnTo>
                  <a:lnTo>
                    <a:pt x="7172" y="6229"/>
                  </a:lnTo>
                  <a:lnTo>
                    <a:pt x="7172" y="6021"/>
                  </a:lnTo>
                  <a:lnTo>
                    <a:pt x="7606" y="5511"/>
                  </a:lnTo>
                  <a:lnTo>
                    <a:pt x="8022" y="4964"/>
                  </a:lnTo>
                  <a:lnTo>
                    <a:pt x="8418" y="4417"/>
                  </a:lnTo>
                  <a:lnTo>
                    <a:pt x="8777" y="3869"/>
                  </a:lnTo>
                  <a:lnTo>
                    <a:pt x="8928" y="3605"/>
                  </a:lnTo>
                  <a:lnTo>
                    <a:pt x="9060" y="3341"/>
                  </a:lnTo>
                  <a:lnTo>
                    <a:pt x="9192" y="3077"/>
                  </a:lnTo>
                  <a:lnTo>
                    <a:pt x="9286" y="2794"/>
                  </a:lnTo>
                  <a:lnTo>
                    <a:pt x="9362" y="2529"/>
                  </a:lnTo>
                  <a:lnTo>
                    <a:pt x="9437" y="2284"/>
                  </a:lnTo>
                  <a:lnTo>
                    <a:pt x="9456" y="2020"/>
                  </a:lnTo>
                  <a:lnTo>
                    <a:pt x="9456" y="1793"/>
                  </a:lnTo>
                  <a:lnTo>
                    <a:pt x="9437" y="1548"/>
                  </a:lnTo>
                  <a:lnTo>
                    <a:pt x="9381" y="1340"/>
                  </a:lnTo>
                  <a:lnTo>
                    <a:pt x="9286" y="1133"/>
                  </a:lnTo>
                  <a:lnTo>
                    <a:pt x="9192" y="963"/>
                  </a:lnTo>
                  <a:lnTo>
                    <a:pt x="9060" y="812"/>
                  </a:lnTo>
                  <a:lnTo>
                    <a:pt x="8928" y="661"/>
                  </a:lnTo>
                  <a:lnTo>
                    <a:pt x="8758" y="548"/>
                  </a:lnTo>
                  <a:lnTo>
                    <a:pt x="8588" y="434"/>
                  </a:lnTo>
                  <a:lnTo>
                    <a:pt x="8343" y="321"/>
                  </a:lnTo>
                  <a:lnTo>
                    <a:pt x="8078" y="227"/>
                  </a:lnTo>
                  <a:lnTo>
                    <a:pt x="7795" y="151"/>
                  </a:lnTo>
                  <a:lnTo>
                    <a:pt x="7512" y="76"/>
                  </a:lnTo>
                  <a:lnTo>
                    <a:pt x="7210" y="38"/>
                  </a:lnTo>
                  <a:lnTo>
                    <a:pt x="6908" y="19"/>
                  </a:lnTo>
                  <a:lnTo>
                    <a:pt x="65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6972770" y="2524366"/>
              <a:ext cx="95751" cy="111461"/>
            </a:xfrm>
            <a:custGeom>
              <a:avLst/>
              <a:gdLst/>
              <a:ahLst/>
              <a:cxnLst/>
              <a:rect l="l" t="t" r="r" b="b"/>
              <a:pathLst>
                <a:path w="1152" h="1341" fill="none" extrusionOk="0">
                  <a:moveTo>
                    <a:pt x="0" y="1283"/>
                  </a:moveTo>
                  <a:lnTo>
                    <a:pt x="1152" y="0"/>
                  </a:lnTo>
                  <a:lnTo>
                    <a:pt x="1019" y="1340"/>
                  </a:lnTo>
                  <a:lnTo>
                    <a:pt x="604" y="1133"/>
                  </a:lnTo>
                  <a:lnTo>
                    <a:pt x="0" y="12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6905278" y="2367439"/>
              <a:ext cx="128749" cy="125591"/>
            </a:xfrm>
            <a:custGeom>
              <a:avLst/>
              <a:gdLst/>
              <a:ahLst/>
              <a:cxnLst/>
              <a:rect l="l" t="t" r="r" b="b"/>
              <a:pathLst>
                <a:path w="1549" h="1511" fill="none" extrusionOk="0">
                  <a:moveTo>
                    <a:pt x="567" y="1511"/>
                  </a:moveTo>
                  <a:lnTo>
                    <a:pt x="567" y="1511"/>
                  </a:lnTo>
                  <a:lnTo>
                    <a:pt x="416" y="1492"/>
                  </a:lnTo>
                  <a:lnTo>
                    <a:pt x="265" y="1454"/>
                  </a:lnTo>
                  <a:lnTo>
                    <a:pt x="152" y="1379"/>
                  </a:lnTo>
                  <a:lnTo>
                    <a:pt x="57" y="1265"/>
                  </a:lnTo>
                  <a:lnTo>
                    <a:pt x="38" y="1246"/>
                  </a:lnTo>
                  <a:lnTo>
                    <a:pt x="38" y="1246"/>
                  </a:lnTo>
                  <a:lnTo>
                    <a:pt x="1" y="1152"/>
                  </a:lnTo>
                  <a:lnTo>
                    <a:pt x="1" y="1058"/>
                  </a:lnTo>
                  <a:lnTo>
                    <a:pt x="1" y="963"/>
                  </a:lnTo>
                  <a:lnTo>
                    <a:pt x="20" y="869"/>
                  </a:lnTo>
                  <a:lnTo>
                    <a:pt x="57" y="756"/>
                  </a:lnTo>
                  <a:lnTo>
                    <a:pt x="95" y="661"/>
                  </a:lnTo>
                  <a:lnTo>
                    <a:pt x="246" y="454"/>
                  </a:lnTo>
                  <a:lnTo>
                    <a:pt x="397" y="284"/>
                  </a:lnTo>
                  <a:lnTo>
                    <a:pt x="586" y="133"/>
                  </a:lnTo>
                  <a:lnTo>
                    <a:pt x="680" y="76"/>
                  </a:lnTo>
                  <a:lnTo>
                    <a:pt x="775" y="39"/>
                  </a:lnTo>
                  <a:lnTo>
                    <a:pt x="869" y="20"/>
                  </a:lnTo>
                  <a:lnTo>
                    <a:pt x="963" y="1"/>
                  </a:lnTo>
                  <a:lnTo>
                    <a:pt x="963" y="1"/>
                  </a:lnTo>
                  <a:lnTo>
                    <a:pt x="1020" y="20"/>
                  </a:lnTo>
                  <a:lnTo>
                    <a:pt x="1076" y="39"/>
                  </a:lnTo>
                  <a:lnTo>
                    <a:pt x="1133" y="76"/>
                  </a:lnTo>
                  <a:lnTo>
                    <a:pt x="1171" y="114"/>
                  </a:lnTo>
                  <a:lnTo>
                    <a:pt x="1171" y="114"/>
                  </a:lnTo>
                  <a:lnTo>
                    <a:pt x="1265" y="246"/>
                  </a:lnTo>
                  <a:lnTo>
                    <a:pt x="1341" y="378"/>
                  </a:lnTo>
                  <a:lnTo>
                    <a:pt x="1416" y="510"/>
                  </a:lnTo>
                  <a:lnTo>
                    <a:pt x="1473" y="680"/>
                  </a:lnTo>
                  <a:lnTo>
                    <a:pt x="1511" y="831"/>
                  </a:lnTo>
                  <a:lnTo>
                    <a:pt x="1529" y="1001"/>
                  </a:lnTo>
                  <a:lnTo>
                    <a:pt x="1548" y="1171"/>
                  </a:lnTo>
                  <a:lnTo>
                    <a:pt x="1548" y="1360"/>
                  </a:lnTo>
                  <a:lnTo>
                    <a:pt x="1548" y="1360"/>
                  </a:lnTo>
                  <a:lnTo>
                    <a:pt x="1039" y="1473"/>
                  </a:lnTo>
                  <a:lnTo>
                    <a:pt x="793" y="1511"/>
                  </a:lnTo>
                  <a:lnTo>
                    <a:pt x="567" y="15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8" name="Google Shape;958;p36"/>
            <p:cNvSpPr/>
            <p:nvPr/>
          </p:nvSpPr>
          <p:spPr>
            <a:xfrm>
              <a:off x="7143744" y="2383148"/>
              <a:ext cx="177373" cy="122432"/>
            </a:xfrm>
            <a:custGeom>
              <a:avLst/>
              <a:gdLst/>
              <a:ahLst/>
              <a:cxnLst/>
              <a:rect l="l" t="t" r="r" b="b"/>
              <a:pathLst>
                <a:path w="2134" h="1473" fill="none" extrusionOk="0">
                  <a:moveTo>
                    <a:pt x="793" y="1473"/>
                  </a:moveTo>
                  <a:lnTo>
                    <a:pt x="793" y="1473"/>
                  </a:lnTo>
                  <a:lnTo>
                    <a:pt x="586" y="1454"/>
                  </a:lnTo>
                  <a:lnTo>
                    <a:pt x="378" y="1397"/>
                  </a:lnTo>
                  <a:lnTo>
                    <a:pt x="189" y="1322"/>
                  </a:lnTo>
                  <a:lnTo>
                    <a:pt x="0" y="1246"/>
                  </a:lnTo>
                  <a:lnTo>
                    <a:pt x="0" y="1246"/>
                  </a:lnTo>
                  <a:lnTo>
                    <a:pt x="359" y="888"/>
                  </a:lnTo>
                  <a:lnTo>
                    <a:pt x="755" y="586"/>
                  </a:lnTo>
                  <a:lnTo>
                    <a:pt x="1152" y="321"/>
                  </a:lnTo>
                  <a:lnTo>
                    <a:pt x="1548" y="95"/>
                  </a:lnTo>
                  <a:lnTo>
                    <a:pt x="1548" y="95"/>
                  </a:lnTo>
                  <a:lnTo>
                    <a:pt x="1718" y="19"/>
                  </a:lnTo>
                  <a:lnTo>
                    <a:pt x="1869" y="1"/>
                  </a:lnTo>
                  <a:lnTo>
                    <a:pt x="1869" y="1"/>
                  </a:lnTo>
                  <a:lnTo>
                    <a:pt x="1944" y="19"/>
                  </a:lnTo>
                  <a:lnTo>
                    <a:pt x="2020" y="38"/>
                  </a:lnTo>
                  <a:lnTo>
                    <a:pt x="2058" y="95"/>
                  </a:lnTo>
                  <a:lnTo>
                    <a:pt x="2095" y="151"/>
                  </a:lnTo>
                  <a:lnTo>
                    <a:pt x="2133" y="227"/>
                  </a:lnTo>
                  <a:lnTo>
                    <a:pt x="2133" y="302"/>
                  </a:lnTo>
                  <a:lnTo>
                    <a:pt x="2133" y="397"/>
                  </a:lnTo>
                  <a:lnTo>
                    <a:pt x="2133" y="491"/>
                  </a:lnTo>
                  <a:lnTo>
                    <a:pt x="2095" y="604"/>
                  </a:lnTo>
                  <a:lnTo>
                    <a:pt x="2058" y="699"/>
                  </a:lnTo>
                  <a:lnTo>
                    <a:pt x="2001" y="812"/>
                  </a:lnTo>
                  <a:lnTo>
                    <a:pt x="1944" y="906"/>
                  </a:lnTo>
                  <a:lnTo>
                    <a:pt x="1869" y="1001"/>
                  </a:lnTo>
                  <a:lnTo>
                    <a:pt x="1775" y="1095"/>
                  </a:lnTo>
                  <a:lnTo>
                    <a:pt x="1661" y="1190"/>
                  </a:lnTo>
                  <a:lnTo>
                    <a:pt x="1548" y="1265"/>
                  </a:lnTo>
                  <a:lnTo>
                    <a:pt x="1529" y="1284"/>
                  </a:lnTo>
                  <a:lnTo>
                    <a:pt x="1529" y="1284"/>
                  </a:lnTo>
                  <a:lnTo>
                    <a:pt x="1322" y="1378"/>
                  </a:lnTo>
                  <a:lnTo>
                    <a:pt x="1133" y="1435"/>
                  </a:lnTo>
                  <a:lnTo>
                    <a:pt x="963" y="1473"/>
                  </a:lnTo>
                  <a:lnTo>
                    <a:pt x="793" y="147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36"/>
            <p:cNvSpPr/>
            <p:nvPr/>
          </p:nvSpPr>
          <p:spPr>
            <a:xfrm>
              <a:off x="6734304" y="2038042"/>
              <a:ext cx="786042" cy="798510"/>
            </a:xfrm>
            <a:custGeom>
              <a:avLst/>
              <a:gdLst/>
              <a:ahLst/>
              <a:cxnLst/>
              <a:rect l="l" t="t" r="r" b="b"/>
              <a:pathLst>
                <a:path w="9457" h="9607" fill="none" extrusionOk="0">
                  <a:moveTo>
                    <a:pt x="6908" y="19"/>
                  </a:moveTo>
                  <a:lnTo>
                    <a:pt x="6908" y="19"/>
                  </a:lnTo>
                  <a:lnTo>
                    <a:pt x="6587" y="0"/>
                  </a:lnTo>
                  <a:lnTo>
                    <a:pt x="6266" y="19"/>
                  </a:lnTo>
                  <a:lnTo>
                    <a:pt x="5927" y="57"/>
                  </a:lnTo>
                  <a:lnTo>
                    <a:pt x="5587" y="95"/>
                  </a:lnTo>
                  <a:lnTo>
                    <a:pt x="5587" y="95"/>
                  </a:lnTo>
                  <a:lnTo>
                    <a:pt x="5228" y="170"/>
                  </a:lnTo>
                  <a:lnTo>
                    <a:pt x="4870" y="265"/>
                  </a:lnTo>
                  <a:lnTo>
                    <a:pt x="4870" y="265"/>
                  </a:lnTo>
                  <a:lnTo>
                    <a:pt x="4624" y="340"/>
                  </a:lnTo>
                  <a:lnTo>
                    <a:pt x="4360" y="453"/>
                  </a:lnTo>
                  <a:lnTo>
                    <a:pt x="4077" y="567"/>
                  </a:lnTo>
                  <a:lnTo>
                    <a:pt x="3813" y="699"/>
                  </a:lnTo>
                  <a:lnTo>
                    <a:pt x="3813" y="699"/>
                  </a:lnTo>
                  <a:lnTo>
                    <a:pt x="3549" y="850"/>
                  </a:lnTo>
                  <a:lnTo>
                    <a:pt x="3266" y="1038"/>
                  </a:lnTo>
                  <a:lnTo>
                    <a:pt x="3001" y="1246"/>
                  </a:lnTo>
                  <a:lnTo>
                    <a:pt x="2756" y="1454"/>
                  </a:lnTo>
                  <a:lnTo>
                    <a:pt x="2756" y="1454"/>
                  </a:lnTo>
                  <a:lnTo>
                    <a:pt x="2530" y="1680"/>
                  </a:lnTo>
                  <a:lnTo>
                    <a:pt x="2322" y="1925"/>
                  </a:lnTo>
                  <a:lnTo>
                    <a:pt x="2133" y="2190"/>
                  </a:lnTo>
                  <a:lnTo>
                    <a:pt x="1944" y="2435"/>
                  </a:lnTo>
                  <a:lnTo>
                    <a:pt x="1793" y="2699"/>
                  </a:lnTo>
                  <a:lnTo>
                    <a:pt x="1643" y="2982"/>
                  </a:lnTo>
                  <a:lnTo>
                    <a:pt x="1510" y="3247"/>
                  </a:lnTo>
                  <a:lnTo>
                    <a:pt x="1397" y="3511"/>
                  </a:lnTo>
                  <a:lnTo>
                    <a:pt x="1397" y="3511"/>
                  </a:lnTo>
                  <a:lnTo>
                    <a:pt x="1303" y="3794"/>
                  </a:lnTo>
                  <a:lnTo>
                    <a:pt x="1208" y="4058"/>
                  </a:lnTo>
                  <a:lnTo>
                    <a:pt x="1057" y="4624"/>
                  </a:lnTo>
                  <a:lnTo>
                    <a:pt x="944" y="5191"/>
                  </a:lnTo>
                  <a:lnTo>
                    <a:pt x="850" y="5719"/>
                  </a:lnTo>
                  <a:lnTo>
                    <a:pt x="850" y="5719"/>
                  </a:lnTo>
                  <a:lnTo>
                    <a:pt x="661" y="5908"/>
                  </a:lnTo>
                  <a:lnTo>
                    <a:pt x="491" y="6096"/>
                  </a:lnTo>
                  <a:lnTo>
                    <a:pt x="359" y="6323"/>
                  </a:lnTo>
                  <a:lnTo>
                    <a:pt x="227" y="6531"/>
                  </a:lnTo>
                  <a:lnTo>
                    <a:pt x="133" y="6757"/>
                  </a:lnTo>
                  <a:lnTo>
                    <a:pt x="57" y="6965"/>
                  </a:lnTo>
                  <a:lnTo>
                    <a:pt x="19" y="7172"/>
                  </a:lnTo>
                  <a:lnTo>
                    <a:pt x="1" y="7380"/>
                  </a:lnTo>
                  <a:lnTo>
                    <a:pt x="1" y="7380"/>
                  </a:lnTo>
                  <a:lnTo>
                    <a:pt x="19" y="7550"/>
                  </a:lnTo>
                  <a:lnTo>
                    <a:pt x="57" y="7720"/>
                  </a:lnTo>
                  <a:lnTo>
                    <a:pt x="133" y="7871"/>
                  </a:lnTo>
                  <a:lnTo>
                    <a:pt x="227" y="7984"/>
                  </a:lnTo>
                  <a:lnTo>
                    <a:pt x="340" y="8097"/>
                  </a:lnTo>
                  <a:lnTo>
                    <a:pt x="472" y="8173"/>
                  </a:lnTo>
                  <a:lnTo>
                    <a:pt x="642" y="8229"/>
                  </a:lnTo>
                  <a:lnTo>
                    <a:pt x="812" y="8248"/>
                  </a:lnTo>
                  <a:lnTo>
                    <a:pt x="812" y="8248"/>
                  </a:lnTo>
                  <a:lnTo>
                    <a:pt x="850" y="8248"/>
                  </a:lnTo>
                  <a:lnTo>
                    <a:pt x="2133" y="7342"/>
                  </a:lnTo>
                  <a:lnTo>
                    <a:pt x="718" y="8946"/>
                  </a:lnTo>
                  <a:lnTo>
                    <a:pt x="718" y="8946"/>
                  </a:lnTo>
                  <a:lnTo>
                    <a:pt x="831" y="9060"/>
                  </a:lnTo>
                  <a:lnTo>
                    <a:pt x="944" y="9154"/>
                  </a:lnTo>
                  <a:lnTo>
                    <a:pt x="1114" y="9267"/>
                  </a:lnTo>
                  <a:lnTo>
                    <a:pt x="1322" y="9380"/>
                  </a:lnTo>
                  <a:lnTo>
                    <a:pt x="1567" y="9494"/>
                  </a:lnTo>
                  <a:lnTo>
                    <a:pt x="1850" y="9569"/>
                  </a:lnTo>
                  <a:lnTo>
                    <a:pt x="2001" y="9588"/>
                  </a:lnTo>
                  <a:lnTo>
                    <a:pt x="2171" y="9607"/>
                  </a:lnTo>
                  <a:lnTo>
                    <a:pt x="2171" y="9607"/>
                  </a:lnTo>
                  <a:lnTo>
                    <a:pt x="2341" y="9607"/>
                  </a:lnTo>
                  <a:lnTo>
                    <a:pt x="2511" y="9607"/>
                  </a:lnTo>
                  <a:lnTo>
                    <a:pt x="2869" y="9550"/>
                  </a:lnTo>
                  <a:lnTo>
                    <a:pt x="3190" y="9475"/>
                  </a:lnTo>
                  <a:lnTo>
                    <a:pt x="3511" y="9380"/>
                  </a:lnTo>
                  <a:lnTo>
                    <a:pt x="3775" y="9286"/>
                  </a:lnTo>
                  <a:lnTo>
                    <a:pt x="3983" y="9211"/>
                  </a:lnTo>
                  <a:lnTo>
                    <a:pt x="4172" y="9116"/>
                  </a:lnTo>
                  <a:lnTo>
                    <a:pt x="4398" y="7455"/>
                  </a:lnTo>
                  <a:lnTo>
                    <a:pt x="4738" y="8437"/>
                  </a:lnTo>
                  <a:lnTo>
                    <a:pt x="4738" y="8437"/>
                  </a:lnTo>
                  <a:lnTo>
                    <a:pt x="4775" y="8437"/>
                  </a:lnTo>
                  <a:lnTo>
                    <a:pt x="4775" y="8437"/>
                  </a:lnTo>
                  <a:lnTo>
                    <a:pt x="4964" y="8437"/>
                  </a:lnTo>
                  <a:lnTo>
                    <a:pt x="5172" y="8399"/>
                  </a:lnTo>
                  <a:lnTo>
                    <a:pt x="5379" y="8342"/>
                  </a:lnTo>
                  <a:lnTo>
                    <a:pt x="5587" y="8248"/>
                  </a:lnTo>
                  <a:lnTo>
                    <a:pt x="5795" y="8135"/>
                  </a:lnTo>
                  <a:lnTo>
                    <a:pt x="6002" y="8003"/>
                  </a:lnTo>
                  <a:lnTo>
                    <a:pt x="6210" y="7852"/>
                  </a:lnTo>
                  <a:lnTo>
                    <a:pt x="6399" y="7682"/>
                  </a:lnTo>
                  <a:lnTo>
                    <a:pt x="6399" y="7682"/>
                  </a:lnTo>
                  <a:lnTo>
                    <a:pt x="6568" y="7493"/>
                  </a:lnTo>
                  <a:lnTo>
                    <a:pt x="6738" y="7285"/>
                  </a:lnTo>
                  <a:lnTo>
                    <a:pt x="6870" y="7078"/>
                  </a:lnTo>
                  <a:lnTo>
                    <a:pt x="6984" y="6851"/>
                  </a:lnTo>
                  <a:lnTo>
                    <a:pt x="7078" y="6644"/>
                  </a:lnTo>
                  <a:lnTo>
                    <a:pt x="7135" y="6436"/>
                  </a:lnTo>
                  <a:lnTo>
                    <a:pt x="7172" y="6229"/>
                  </a:lnTo>
                  <a:lnTo>
                    <a:pt x="7172" y="6021"/>
                  </a:lnTo>
                  <a:lnTo>
                    <a:pt x="7172" y="6021"/>
                  </a:lnTo>
                  <a:lnTo>
                    <a:pt x="7606" y="5511"/>
                  </a:lnTo>
                  <a:lnTo>
                    <a:pt x="8022" y="4964"/>
                  </a:lnTo>
                  <a:lnTo>
                    <a:pt x="8418" y="4417"/>
                  </a:lnTo>
                  <a:lnTo>
                    <a:pt x="8777" y="3869"/>
                  </a:lnTo>
                  <a:lnTo>
                    <a:pt x="8777" y="3869"/>
                  </a:lnTo>
                  <a:lnTo>
                    <a:pt x="8928" y="3605"/>
                  </a:lnTo>
                  <a:lnTo>
                    <a:pt x="9060" y="3341"/>
                  </a:lnTo>
                  <a:lnTo>
                    <a:pt x="9192" y="3077"/>
                  </a:lnTo>
                  <a:lnTo>
                    <a:pt x="9286" y="2794"/>
                  </a:lnTo>
                  <a:lnTo>
                    <a:pt x="9362" y="2529"/>
                  </a:lnTo>
                  <a:lnTo>
                    <a:pt x="9437" y="2284"/>
                  </a:lnTo>
                  <a:lnTo>
                    <a:pt x="9456" y="2020"/>
                  </a:lnTo>
                  <a:lnTo>
                    <a:pt x="9456" y="1793"/>
                  </a:lnTo>
                  <a:lnTo>
                    <a:pt x="9456" y="1793"/>
                  </a:lnTo>
                  <a:lnTo>
                    <a:pt x="9437" y="1548"/>
                  </a:lnTo>
                  <a:lnTo>
                    <a:pt x="9381" y="1340"/>
                  </a:lnTo>
                  <a:lnTo>
                    <a:pt x="9286" y="1133"/>
                  </a:lnTo>
                  <a:lnTo>
                    <a:pt x="9192" y="963"/>
                  </a:lnTo>
                  <a:lnTo>
                    <a:pt x="9192" y="963"/>
                  </a:lnTo>
                  <a:lnTo>
                    <a:pt x="9060" y="812"/>
                  </a:lnTo>
                  <a:lnTo>
                    <a:pt x="8928" y="661"/>
                  </a:lnTo>
                  <a:lnTo>
                    <a:pt x="8758" y="548"/>
                  </a:lnTo>
                  <a:lnTo>
                    <a:pt x="8588" y="434"/>
                  </a:lnTo>
                  <a:lnTo>
                    <a:pt x="8588" y="434"/>
                  </a:lnTo>
                  <a:lnTo>
                    <a:pt x="8343" y="321"/>
                  </a:lnTo>
                  <a:lnTo>
                    <a:pt x="8078" y="227"/>
                  </a:lnTo>
                  <a:lnTo>
                    <a:pt x="8078" y="227"/>
                  </a:lnTo>
                  <a:lnTo>
                    <a:pt x="7795" y="151"/>
                  </a:lnTo>
                  <a:lnTo>
                    <a:pt x="7512" y="76"/>
                  </a:lnTo>
                  <a:lnTo>
                    <a:pt x="7210" y="38"/>
                  </a:lnTo>
                  <a:lnTo>
                    <a:pt x="6908" y="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6456607" y="3478144"/>
              <a:ext cx="269966" cy="95751"/>
            </a:xfrm>
            <a:custGeom>
              <a:avLst/>
              <a:gdLst/>
              <a:ahLst/>
              <a:cxnLst/>
              <a:rect l="l" t="t" r="r" b="b"/>
              <a:pathLst>
                <a:path w="3248" h="1152" extrusionOk="0">
                  <a:moveTo>
                    <a:pt x="756" y="0"/>
                  </a:moveTo>
                  <a:lnTo>
                    <a:pt x="662" y="19"/>
                  </a:lnTo>
                  <a:lnTo>
                    <a:pt x="567" y="38"/>
                  </a:lnTo>
                  <a:lnTo>
                    <a:pt x="473" y="94"/>
                  </a:lnTo>
                  <a:lnTo>
                    <a:pt x="378" y="151"/>
                  </a:lnTo>
                  <a:lnTo>
                    <a:pt x="284" y="227"/>
                  </a:lnTo>
                  <a:lnTo>
                    <a:pt x="190" y="302"/>
                  </a:lnTo>
                  <a:lnTo>
                    <a:pt x="133" y="396"/>
                  </a:lnTo>
                  <a:lnTo>
                    <a:pt x="76" y="510"/>
                  </a:lnTo>
                  <a:lnTo>
                    <a:pt x="20" y="604"/>
                  </a:lnTo>
                  <a:lnTo>
                    <a:pt x="1" y="698"/>
                  </a:lnTo>
                  <a:lnTo>
                    <a:pt x="1" y="793"/>
                  </a:lnTo>
                  <a:lnTo>
                    <a:pt x="20" y="868"/>
                  </a:lnTo>
                  <a:lnTo>
                    <a:pt x="58" y="944"/>
                  </a:lnTo>
                  <a:lnTo>
                    <a:pt x="114" y="1000"/>
                  </a:lnTo>
                  <a:lnTo>
                    <a:pt x="171" y="1019"/>
                  </a:lnTo>
                  <a:lnTo>
                    <a:pt x="265" y="1038"/>
                  </a:lnTo>
                  <a:lnTo>
                    <a:pt x="2473" y="1151"/>
                  </a:lnTo>
                  <a:lnTo>
                    <a:pt x="2492" y="1151"/>
                  </a:lnTo>
                  <a:lnTo>
                    <a:pt x="2587" y="1132"/>
                  </a:lnTo>
                  <a:lnTo>
                    <a:pt x="2700" y="1114"/>
                  </a:lnTo>
                  <a:lnTo>
                    <a:pt x="2794" y="1076"/>
                  </a:lnTo>
                  <a:lnTo>
                    <a:pt x="2889" y="1000"/>
                  </a:lnTo>
                  <a:lnTo>
                    <a:pt x="2964" y="925"/>
                  </a:lnTo>
                  <a:lnTo>
                    <a:pt x="3058" y="849"/>
                  </a:lnTo>
                  <a:lnTo>
                    <a:pt x="3134" y="755"/>
                  </a:lnTo>
                  <a:lnTo>
                    <a:pt x="3191" y="661"/>
                  </a:lnTo>
                  <a:lnTo>
                    <a:pt x="3228" y="547"/>
                  </a:lnTo>
                  <a:lnTo>
                    <a:pt x="3247" y="453"/>
                  </a:lnTo>
                  <a:lnTo>
                    <a:pt x="3247" y="359"/>
                  </a:lnTo>
                  <a:lnTo>
                    <a:pt x="3228" y="283"/>
                  </a:lnTo>
                  <a:lnTo>
                    <a:pt x="3209" y="208"/>
                  </a:lnTo>
                  <a:lnTo>
                    <a:pt x="3153" y="170"/>
                  </a:lnTo>
                  <a:lnTo>
                    <a:pt x="3077" y="132"/>
                  </a:lnTo>
                  <a:lnTo>
                    <a:pt x="3002" y="113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6456607" y="3478144"/>
              <a:ext cx="269966" cy="95751"/>
            </a:xfrm>
            <a:custGeom>
              <a:avLst/>
              <a:gdLst/>
              <a:ahLst/>
              <a:cxnLst/>
              <a:rect l="l" t="t" r="r" b="b"/>
              <a:pathLst>
                <a:path w="3248" h="1152" fill="none" extrusionOk="0">
                  <a:moveTo>
                    <a:pt x="756" y="0"/>
                  </a:moveTo>
                  <a:lnTo>
                    <a:pt x="756" y="0"/>
                  </a:lnTo>
                  <a:lnTo>
                    <a:pt x="662" y="19"/>
                  </a:lnTo>
                  <a:lnTo>
                    <a:pt x="567" y="38"/>
                  </a:lnTo>
                  <a:lnTo>
                    <a:pt x="473" y="94"/>
                  </a:lnTo>
                  <a:lnTo>
                    <a:pt x="378" y="151"/>
                  </a:lnTo>
                  <a:lnTo>
                    <a:pt x="284" y="227"/>
                  </a:lnTo>
                  <a:lnTo>
                    <a:pt x="190" y="302"/>
                  </a:lnTo>
                  <a:lnTo>
                    <a:pt x="133" y="396"/>
                  </a:lnTo>
                  <a:lnTo>
                    <a:pt x="76" y="510"/>
                  </a:lnTo>
                  <a:lnTo>
                    <a:pt x="76" y="510"/>
                  </a:lnTo>
                  <a:lnTo>
                    <a:pt x="20" y="604"/>
                  </a:lnTo>
                  <a:lnTo>
                    <a:pt x="1" y="698"/>
                  </a:lnTo>
                  <a:lnTo>
                    <a:pt x="1" y="793"/>
                  </a:lnTo>
                  <a:lnTo>
                    <a:pt x="20" y="868"/>
                  </a:lnTo>
                  <a:lnTo>
                    <a:pt x="58" y="944"/>
                  </a:lnTo>
                  <a:lnTo>
                    <a:pt x="114" y="1000"/>
                  </a:lnTo>
                  <a:lnTo>
                    <a:pt x="171" y="1019"/>
                  </a:lnTo>
                  <a:lnTo>
                    <a:pt x="265" y="1038"/>
                  </a:lnTo>
                  <a:lnTo>
                    <a:pt x="2473" y="1151"/>
                  </a:lnTo>
                  <a:lnTo>
                    <a:pt x="2473" y="1151"/>
                  </a:lnTo>
                  <a:lnTo>
                    <a:pt x="2492" y="1151"/>
                  </a:lnTo>
                  <a:lnTo>
                    <a:pt x="2492" y="1151"/>
                  </a:lnTo>
                  <a:lnTo>
                    <a:pt x="2587" y="1132"/>
                  </a:lnTo>
                  <a:lnTo>
                    <a:pt x="2700" y="1114"/>
                  </a:lnTo>
                  <a:lnTo>
                    <a:pt x="2794" y="1076"/>
                  </a:lnTo>
                  <a:lnTo>
                    <a:pt x="2889" y="1000"/>
                  </a:lnTo>
                  <a:lnTo>
                    <a:pt x="2964" y="925"/>
                  </a:lnTo>
                  <a:lnTo>
                    <a:pt x="3058" y="849"/>
                  </a:lnTo>
                  <a:lnTo>
                    <a:pt x="3134" y="755"/>
                  </a:lnTo>
                  <a:lnTo>
                    <a:pt x="3191" y="661"/>
                  </a:lnTo>
                  <a:lnTo>
                    <a:pt x="3191" y="661"/>
                  </a:lnTo>
                  <a:lnTo>
                    <a:pt x="3228" y="547"/>
                  </a:lnTo>
                  <a:lnTo>
                    <a:pt x="3247" y="453"/>
                  </a:lnTo>
                  <a:lnTo>
                    <a:pt x="3247" y="359"/>
                  </a:lnTo>
                  <a:lnTo>
                    <a:pt x="3228" y="283"/>
                  </a:lnTo>
                  <a:lnTo>
                    <a:pt x="3209" y="208"/>
                  </a:lnTo>
                  <a:lnTo>
                    <a:pt x="3153" y="170"/>
                  </a:lnTo>
                  <a:lnTo>
                    <a:pt x="3077" y="132"/>
                  </a:lnTo>
                  <a:lnTo>
                    <a:pt x="3002" y="113"/>
                  </a:lnTo>
                  <a:lnTo>
                    <a:pt x="775" y="0"/>
                  </a:lnTo>
                  <a:lnTo>
                    <a:pt x="775" y="0"/>
                  </a:lnTo>
                  <a:lnTo>
                    <a:pt x="75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7677113" y="1179932"/>
              <a:ext cx="124011" cy="20530"/>
            </a:xfrm>
            <a:custGeom>
              <a:avLst/>
              <a:gdLst/>
              <a:ahLst/>
              <a:cxnLst/>
              <a:rect l="l" t="t" r="r" b="b"/>
              <a:pathLst>
                <a:path w="1492" h="247" extrusionOk="0">
                  <a:moveTo>
                    <a:pt x="114" y="1"/>
                  </a:moveTo>
                  <a:lnTo>
                    <a:pt x="76" y="20"/>
                  </a:lnTo>
                  <a:lnTo>
                    <a:pt x="38" y="57"/>
                  </a:lnTo>
                  <a:lnTo>
                    <a:pt x="19" y="95"/>
                  </a:lnTo>
                  <a:lnTo>
                    <a:pt x="0" y="133"/>
                  </a:lnTo>
                  <a:lnTo>
                    <a:pt x="19" y="152"/>
                  </a:lnTo>
                  <a:lnTo>
                    <a:pt x="19" y="189"/>
                  </a:lnTo>
                  <a:lnTo>
                    <a:pt x="57" y="189"/>
                  </a:lnTo>
                  <a:lnTo>
                    <a:pt x="1340" y="246"/>
                  </a:lnTo>
                  <a:lnTo>
                    <a:pt x="1378" y="246"/>
                  </a:lnTo>
                  <a:lnTo>
                    <a:pt x="1416" y="227"/>
                  </a:lnTo>
                  <a:lnTo>
                    <a:pt x="1454" y="189"/>
                  </a:lnTo>
                  <a:lnTo>
                    <a:pt x="1472" y="152"/>
                  </a:lnTo>
                  <a:lnTo>
                    <a:pt x="1491" y="114"/>
                  </a:lnTo>
                  <a:lnTo>
                    <a:pt x="1491" y="95"/>
                  </a:lnTo>
                  <a:lnTo>
                    <a:pt x="1472" y="76"/>
                  </a:lnTo>
                  <a:lnTo>
                    <a:pt x="1435" y="5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2206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7810434" y="1186249"/>
              <a:ext cx="15792" cy="15709"/>
            </a:xfrm>
            <a:custGeom>
              <a:avLst/>
              <a:gdLst/>
              <a:ahLst/>
              <a:cxnLst/>
              <a:rect l="l" t="t" r="r" b="b"/>
              <a:pathLst>
                <a:path w="190" h="189" extrusionOk="0">
                  <a:moveTo>
                    <a:pt x="114" y="0"/>
                  </a:moveTo>
                  <a:lnTo>
                    <a:pt x="76" y="19"/>
                  </a:lnTo>
                  <a:lnTo>
                    <a:pt x="38" y="57"/>
                  </a:lnTo>
                  <a:lnTo>
                    <a:pt x="19" y="95"/>
                  </a:lnTo>
                  <a:lnTo>
                    <a:pt x="1" y="132"/>
                  </a:lnTo>
                  <a:lnTo>
                    <a:pt x="1" y="170"/>
                  </a:lnTo>
                  <a:lnTo>
                    <a:pt x="19" y="189"/>
                  </a:lnTo>
                  <a:lnTo>
                    <a:pt x="95" y="189"/>
                  </a:lnTo>
                  <a:lnTo>
                    <a:pt x="133" y="170"/>
                  </a:lnTo>
                  <a:lnTo>
                    <a:pt x="189" y="95"/>
                  </a:lnTo>
                  <a:lnTo>
                    <a:pt x="189" y="57"/>
                  </a:lnTo>
                  <a:lnTo>
                    <a:pt x="189" y="38"/>
                  </a:lnTo>
                  <a:lnTo>
                    <a:pt x="189" y="19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2206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6070772" y="1201875"/>
              <a:ext cx="2258967" cy="2524195"/>
            </a:xfrm>
            <a:custGeom>
              <a:avLst/>
              <a:gdLst/>
              <a:ahLst/>
              <a:cxnLst/>
              <a:rect l="l" t="t" r="r" b="b"/>
              <a:pathLst>
                <a:path w="27178" h="30369" extrusionOk="0">
                  <a:moveTo>
                    <a:pt x="25970" y="1"/>
                  </a:moveTo>
                  <a:lnTo>
                    <a:pt x="26026" y="58"/>
                  </a:lnTo>
                  <a:lnTo>
                    <a:pt x="26045" y="76"/>
                  </a:lnTo>
                  <a:lnTo>
                    <a:pt x="26083" y="152"/>
                  </a:lnTo>
                  <a:lnTo>
                    <a:pt x="26121" y="209"/>
                  </a:lnTo>
                  <a:lnTo>
                    <a:pt x="26140" y="246"/>
                  </a:lnTo>
                  <a:lnTo>
                    <a:pt x="26158" y="284"/>
                  </a:lnTo>
                  <a:lnTo>
                    <a:pt x="26177" y="322"/>
                  </a:lnTo>
                  <a:lnTo>
                    <a:pt x="26196" y="378"/>
                  </a:lnTo>
                  <a:lnTo>
                    <a:pt x="26196" y="397"/>
                  </a:lnTo>
                  <a:lnTo>
                    <a:pt x="26215" y="492"/>
                  </a:lnTo>
                  <a:lnTo>
                    <a:pt x="26234" y="586"/>
                  </a:lnTo>
                  <a:lnTo>
                    <a:pt x="26234" y="624"/>
                  </a:lnTo>
                  <a:lnTo>
                    <a:pt x="26234" y="680"/>
                  </a:lnTo>
                  <a:lnTo>
                    <a:pt x="26234" y="737"/>
                  </a:lnTo>
                  <a:lnTo>
                    <a:pt x="26234" y="794"/>
                  </a:lnTo>
                  <a:lnTo>
                    <a:pt x="26234" y="907"/>
                  </a:lnTo>
                  <a:lnTo>
                    <a:pt x="26234" y="926"/>
                  </a:lnTo>
                  <a:lnTo>
                    <a:pt x="26196" y="1096"/>
                  </a:lnTo>
                  <a:lnTo>
                    <a:pt x="26196" y="1133"/>
                  </a:lnTo>
                  <a:lnTo>
                    <a:pt x="26177" y="1190"/>
                  </a:lnTo>
                  <a:lnTo>
                    <a:pt x="26158" y="1247"/>
                  </a:lnTo>
                  <a:lnTo>
                    <a:pt x="26140" y="1322"/>
                  </a:lnTo>
                  <a:lnTo>
                    <a:pt x="26121" y="1379"/>
                  </a:lnTo>
                  <a:lnTo>
                    <a:pt x="26083" y="1473"/>
                  </a:lnTo>
                  <a:lnTo>
                    <a:pt x="26064" y="1511"/>
                  </a:lnTo>
                  <a:lnTo>
                    <a:pt x="26007" y="1643"/>
                  </a:lnTo>
                  <a:lnTo>
                    <a:pt x="13155" y="27707"/>
                  </a:lnTo>
                  <a:lnTo>
                    <a:pt x="13042" y="27896"/>
                  </a:lnTo>
                  <a:lnTo>
                    <a:pt x="12928" y="28065"/>
                  </a:lnTo>
                  <a:lnTo>
                    <a:pt x="12815" y="28235"/>
                  </a:lnTo>
                  <a:lnTo>
                    <a:pt x="12683" y="28405"/>
                  </a:lnTo>
                  <a:lnTo>
                    <a:pt x="12532" y="28556"/>
                  </a:lnTo>
                  <a:lnTo>
                    <a:pt x="12381" y="28707"/>
                  </a:lnTo>
                  <a:lnTo>
                    <a:pt x="12211" y="28839"/>
                  </a:lnTo>
                  <a:lnTo>
                    <a:pt x="12060" y="28971"/>
                  </a:lnTo>
                  <a:lnTo>
                    <a:pt x="11890" y="29085"/>
                  </a:lnTo>
                  <a:lnTo>
                    <a:pt x="11702" y="29179"/>
                  </a:lnTo>
                  <a:lnTo>
                    <a:pt x="11532" y="29273"/>
                  </a:lnTo>
                  <a:lnTo>
                    <a:pt x="11362" y="29330"/>
                  </a:lnTo>
                  <a:lnTo>
                    <a:pt x="11192" y="29387"/>
                  </a:lnTo>
                  <a:lnTo>
                    <a:pt x="11003" y="29424"/>
                  </a:lnTo>
                  <a:lnTo>
                    <a:pt x="10833" y="29443"/>
                  </a:lnTo>
                  <a:lnTo>
                    <a:pt x="10682" y="29443"/>
                  </a:lnTo>
                  <a:lnTo>
                    <a:pt x="642" y="28953"/>
                  </a:lnTo>
                  <a:lnTo>
                    <a:pt x="453" y="28934"/>
                  </a:lnTo>
                  <a:lnTo>
                    <a:pt x="264" y="28877"/>
                  </a:lnTo>
                  <a:lnTo>
                    <a:pt x="113" y="28802"/>
                  </a:lnTo>
                  <a:lnTo>
                    <a:pt x="0" y="28707"/>
                  </a:lnTo>
                  <a:lnTo>
                    <a:pt x="0" y="28707"/>
                  </a:lnTo>
                  <a:lnTo>
                    <a:pt x="925" y="29632"/>
                  </a:lnTo>
                  <a:lnTo>
                    <a:pt x="1057" y="29726"/>
                  </a:lnTo>
                  <a:lnTo>
                    <a:pt x="1208" y="29802"/>
                  </a:lnTo>
                  <a:lnTo>
                    <a:pt x="1378" y="29858"/>
                  </a:lnTo>
                  <a:lnTo>
                    <a:pt x="1567" y="29877"/>
                  </a:lnTo>
                  <a:lnTo>
                    <a:pt x="11607" y="30368"/>
                  </a:lnTo>
                  <a:lnTo>
                    <a:pt x="11777" y="30368"/>
                  </a:lnTo>
                  <a:lnTo>
                    <a:pt x="11947" y="30349"/>
                  </a:lnTo>
                  <a:lnTo>
                    <a:pt x="12117" y="30311"/>
                  </a:lnTo>
                  <a:lnTo>
                    <a:pt x="12287" y="30255"/>
                  </a:lnTo>
                  <a:lnTo>
                    <a:pt x="12475" y="30198"/>
                  </a:lnTo>
                  <a:lnTo>
                    <a:pt x="12645" y="30104"/>
                  </a:lnTo>
                  <a:lnTo>
                    <a:pt x="12815" y="30009"/>
                  </a:lnTo>
                  <a:lnTo>
                    <a:pt x="12985" y="29896"/>
                  </a:lnTo>
                  <a:lnTo>
                    <a:pt x="13155" y="29764"/>
                  </a:lnTo>
                  <a:lnTo>
                    <a:pt x="13306" y="29632"/>
                  </a:lnTo>
                  <a:lnTo>
                    <a:pt x="13457" y="29481"/>
                  </a:lnTo>
                  <a:lnTo>
                    <a:pt x="13608" y="29330"/>
                  </a:lnTo>
                  <a:lnTo>
                    <a:pt x="13740" y="29179"/>
                  </a:lnTo>
                  <a:lnTo>
                    <a:pt x="13872" y="28990"/>
                  </a:lnTo>
                  <a:lnTo>
                    <a:pt x="13985" y="28820"/>
                  </a:lnTo>
                  <a:lnTo>
                    <a:pt x="14080" y="28632"/>
                  </a:lnTo>
                  <a:lnTo>
                    <a:pt x="26932" y="2568"/>
                  </a:lnTo>
                  <a:lnTo>
                    <a:pt x="27008" y="2436"/>
                  </a:lnTo>
                  <a:lnTo>
                    <a:pt x="27008" y="2398"/>
                  </a:lnTo>
                  <a:lnTo>
                    <a:pt x="27045" y="2303"/>
                  </a:lnTo>
                  <a:lnTo>
                    <a:pt x="27064" y="2247"/>
                  </a:lnTo>
                  <a:lnTo>
                    <a:pt x="27102" y="2171"/>
                  </a:lnTo>
                  <a:lnTo>
                    <a:pt x="27102" y="2115"/>
                  </a:lnTo>
                  <a:lnTo>
                    <a:pt x="27121" y="2058"/>
                  </a:lnTo>
                  <a:lnTo>
                    <a:pt x="27140" y="2039"/>
                  </a:lnTo>
                  <a:lnTo>
                    <a:pt x="27140" y="2020"/>
                  </a:lnTo>
                  <a:lnTo>
                    <a:pt x="27159" y="1851"/>
                  </a:lnTo>
                  <a:lnTo>
                    <a:pt x="27159" y="1832"/>
                  </a:lnTo>
                  <a:lnTo>
                    <a:pt x="27178" y="1718"/>
                  </a:lnTo>
                  <a:lnTo>
                    <a:pt x="27178" y="1700"/>
                  </a:lnTo>
                  <a:lnTo>
                    <a:pt x="27178" y="1662"/>
                  </a:lnTo>
                  <a:lnTo>
                    <a:pt x="27178" y="1605"/>
                  </a:lnTo>
                  <a:lnTo>
                    <a:pt x="27178" y="1586"/>
                  </a:lnTo>
                  <a:lnTo>
                    <a:pt x="27178" y="1549"/>
                  </a:lnTo>
                  <a:lnTo>
                    <a:pt x="27159" y="1511"/>
                  </a:lnTo>
                  <a:lnTo>
                    <a:pt x="27159" y="1492"/>
                  </a:lnTo>
                  <a:lnTo>
                    <a:pt x="27159" y="1416"/>
                  </a:lnTo>
                  <a:lnTo>
                    <a:pt x="27140" y="1341"/>
                  </a:lnTo>
                  <a:lnTo>
                    <a:pt x="27140" y="1322"/>
                  </a:lnTo>
                  <a:lnTo>
                    <a:pt x="27121" y="1303"/>
                  </a:lnTo>
                  <a:lnTo>
                    <a:pt x="27121" y="1265"/>
                  </a:lnTo>
                  <a:lnTo>
                    <a:pt x="27102" y="1247"/>
                  </a:lnTo>
                  <a:lnTo>
                    <a:pt x="27102" y="1209"/>
                  </a:lnTo>
                  <a:lnTo>
                    <a:pt x="27083" y="1190"/>
                  </a:lnTo>
                  <a:lnTo>
                    <a:pt x="27064" y="1171"/>
                  </a:lnTo>
                  <a:lnTo>
                    <a:pt x="27064" y="1133"/>
                  </a:lnTo>
                  <a:lnTo>
                    <a:pt x="27045" y="1133"/>
                  </a:lnTo>
                  <a:lnTo>
                    <a:pt x="27027" y="1077"/>
                  </a:lnTo>
                  <a:lnTo>
                    <a:pt x="26970" y="1020"/>
                  </a:lnTo>
                  <a:lnTo>
                    <a:pt x="26970" y="1001"/>
                  </a:lnTo>
                  <a:lnTo>
                    <a:pt x="26951" y="982"/>
                  </a:lnTo>
                  <a:lnTo>
                    <a:pt x="26932" y="963"/>
                  </a:lnTo>
                  <a:lnTo>
                    <a:pt x="26913" y="926"/>
                  </a:lnTo>
                  <a:lnTo>
                    <a:pt x="25970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36"/>
            <p:cNvSpPr/>
            <p:nvPr/>
          </p:nvSpPr>
          <p:spPr>
            <a:xfrm>
              <a:off x="6298184" y="3650697"/>
              <a:ext cx="437780" cy="34577"/>
            </a:xfrm>
            <a:custGeom>
              <a:avLst/>
              <a:gdLst/>
              <a:ahLst/>
              <a:cxnLst/>
              <a:rect l="l" t="t" r="r" b="b"/>
              <a:pathLst>
                <a:path w="5267" h="416" extrusionOk="0">
                  <a:moveTo>
                    <a:pt x="20" y="0"/>
                  </a:moveTo>
                  <a:lnTo>
                    <a:pt x="1" y="19"/>
                  </a:lnTo>
                  <a:lnTo>
                    <a:pt x="20" y="38"/>
                  </a:lnTo>
                  <a:lnTo>
                    <a:pt x="39" y="76"/>
                  </a:lnTo>
                  <a:lnTo>
                    <a:pt x="114" y="113"/>
                  </a:lnTo>
                  <a:lnTo>
                    <a:pt x="190" y="132"/>
                  </a:lnTo>
                  <a:lnTo>
                    <a:pt x="227" y="132"/>
                  </a:lnTo>
                  <a:lnTo>
                    <a:pt x="227" y="94"/>
                  </a:lnTo>
                  <a:lnTo>
                    <a:pt x="208" y="76"/>
                  </a:lnTo>
                  <a:lnTo>
                    <a:pt x="133" y="19"/>
                  </a:lnTo>
                  <a:lnTo>
                    <a:pt x="57" y="0"/>
                  </a:lnTo>
                  <a:close/>
                  <a:moveTo>
                    <a:pt x="359" y="19"/>
                  </a:moveTo>
                  <a:lnTo>
                    <a:pt x="341" y="38"/>
                  </a:lnTo>
                  <a:lnTo>
                    <a:pt x="341" y="57"/>
                  </a:lnTo>
                  <a:lnTo>
                    <a:pt x="359" y="76"/>
                  </a:lnTo>
                  <a:lnTo>
                    <a:pt x="435" y="132"/>
                  </a:lnTo>
                  <a:lnTo>
                    <a:pt x="529" y="151"/>
                  </a:lnTo>
                  <a:lnTo>
                    <a:pt x="548" y="151"/>
                  </a:lnTo>
                  <a:lnTo>
                    <a:pt x="567" y="132"/>
                  </a:lnTo>
                  <a:lnTo>
                    <a:pt x="567" y="113"/>
                  </a:lnTo>
                  <a:lnTo>
                    <a:pt x="548" y="94"/>
                  </a:lnTo>
                  <a:lnTo>
                    <a:pt x="473" y="38"/>
                  </a:lnTo>
                  <a:lnTo>
                    <a:pt x="378" y="19"/>
                  </a:lnTo>
                  <a:close/>
                  <a:moveTo>
                    <a:pt x="680" y="38"/>
                  </a:moveTo>
                  <a:lnTo>
                    <a:pt x="680" y="57"/>
                  </a:lnTo>
                  <a:lnTo>
                    <a:pt x="680" y="76"/>
                  </a:lnTo>
                  <a:lnTo>
                    <a:pt x="699" y="94"/>
                  </a:lnTo>
                  <a:lnTo>
                    <a:pt x="775" y="151"/>
                  </a:lnTo>
                  <a:lnTo>
                    <a:pt x="850" y="170"/>
                  </a:lnTo>
                  <a:lnTo>
                    <a:pt x="888" y="170"/>
                  </a:lnTo>
                  <a:lnTo>
                    <a:pt x="907" y="151"/>
                  </a:lnTo>
                  <a:lnTo>
                    <a:pt x="888" y="132"/>
                  </a:lnTo>
                  <a:lnTo>
                    <a:pt x="869" y="113"/>
                  </a:lnTo>
                  <a:lnTo>
                    <a:pt x="793" y="57"/>
                  </a:lnTo>
                  <a:lnTo>
                    <a:pt x="718" y="38"/>
                  </a:lnTo>
                  <a:close/>
                  <a:moveTo>
                    <a:pt x="1020" y="57"/>
                  </a:moveTo>
                  <a:lnTo>
                    <a:pt x="1001" y="76"/>
                  </a:lnTo>
                  <a:lnTo>
                    <a:pt x="1020" y="94"/>
                  </a:lnTo>
                  <a:lnTo>
                    <a:pt x="1039" y="113"/>
                  </a:lnTo>
                  <a:lnTo>
                    <a:pt x="1114" y="170"/>
                  </a:lnTo>
                  <a:lnTo>
                    <a:pt x="1190" y="189"/>
                  </a:lnTo>
                  <a:lnTo>
                    <a:pt x="1228" y="189"/>
                  </a:lnTo>
                  <a:lnTo>
                    <a:pt x="1228" y="170"/>
                  </a:lnTo>
                  <a:lnTo>
                    <a:pt x="1228" y="151"/>
                  </a:lnTo>
                  <a:lnTo>
                    <a:pt x="1209" y="132"/>
                  </a:lnTo>
                  <a:lnTo>
                    <a:pt x="1133" y="76"/>
                  </a:lnTo>
                  <a:lnTo>
                    <a:pt x="1058" y="57"/>
                  </a:lnTo>
                  <a:close/>
                  <a:moveTo>
                    <a:pt x="1360" y="76"/>
                  </a:moveTo>
                  <a:lnTo>
                    <a:pt x="1341" y="94"/>
                  </a:lnTo>
                  <a:lnTo>
                    <a:pt x="1341" y="113"/>
                  </a:lnTo>
                  <a:lnTo>
                    <a:pt x="1360" y="132"/>
                  </a:lnTo>
                  <a:lnTo>
                    <a:pt x="1435" y="189"/>
                  </a:lnTo>
                  <a:lnTo>
                    <a:pt x="1530" y="208"/>
                  </a:lnTo>
                  <a:lnTo>
                    <a:pt x="1548" y="208"/>
                  </a:lnTo>
                  <a:lnTo>
                    <a:pt x="1567" y="189"/>
                  </a:lnTo>
                  <a:lnTo>
                    <a:pt x="1567" y="170"/>
                  </a:lnTo>
                  <a:lnTo>
                    <a:pt x="1548" y="132"/>
                  </a:lnTo>
                  <a:lnTo>
                    <a:pt x="1473" y="94"/>
                  </a:lnTo>
                  <a:lnTo>
                    <a:pt x="1379" y="76"/>
                  </a:lnTo>
                  <a:close/>
                  <a:moveTo>
                    <a:pt x="1681" y="94"/>
                  </a:moveTo>
                  <a:lnTo>
                    <a:pt x="1681" y="132"/>
                  </a:lnTo>
                  <a:lnTo>
                    <a:pt x="1699" y="151"/>
                  </a:lnTo>
                  <a:lnTo>
                    <a:pt x="1775" y="208"/>
                  </a:lnTo>
                  <a:lnTo>
                    <a:pt x="1850" y="227"/>
                  </a:lnTo>
                  <a:lnTo>
                    <a:pt x="1888" y="227"/>
                  </a:lnTo>
                  <a:lnTo>
                    <a:pt x="1907" y="208"/>
                  </a:lnTo>
                  <a:lnTo>
                    <a:pt x="1888" y="189"/>
                  </a:lnTo>
                  <a:lnTo>
                    <a:pt x="1869" y="151"/>
                  </a:lnTo>
                  <a:lnTo>
                    <a:pt x="1794" y="113"/>
                  </a:lnTo>
                  <a:lnTo>
                    <a:pt x="1718" y="94"/>
                  </a:lnTo>
                  <a:close/>
                  <a:moveTo>
                    <a:pt x="2681" y="94"/>
                  </a:moveTo>
                  <a:lnTo>
                    <a:pt x="2662" y="132"/>
                  </a:lnTo>
                  <a:lnTo>
                    <a:pt x="2662" y="151"/>
                  </a:lnTo>
                  <a:lnTo>
                    <a:pt x="2700" y="189"/>
                  </a:lnTo>
                  <a:lnTo>
                    <a:pt x="2756" y="245"/>
                  </a:lnTo>
                  <a:lnTo>
                    <a:pt x="2813" y="283"/>
                  </a:lnTo>
                  <a:lnTo>
                    <a:pt x="2888" y="302"/>
                  </a:lnTo>
                  <a:lnTo>
                    <a:pt x="2945" y="321"/>
                  </a:lnTo>
                  <a:lnTo>
                    <a:pt x="3964" y="359"/>
                  </a:lnTo>
                  <a:lnTo>
                    <a:pt x="4021" y="359"/>
                  </a:lnTo>
                  <a:lnTo>
                    <a:pt x="4040" y="340"/>
                  </a:lnTo>
                  <a:lnTo>
                    <a:pt x="4040" y="302"/>
                  </a:lnTo>
                  <a:lnTo>
                    <a:pt x="4002" y="264"/>
                  </a:lnTo>
                  <a:lnTo>
                    <a:pt x="3945" y="227"/>
                  </a:lnTo>
                  <a:lnTo>
                    <a:pt x="3889" y="189"/>
                  </a:lnTo>
                  <a:lnTo>
                    <a:pt x="3813" y="151"/>
                  </a:lnTo>
                  <a:lnTo>
                    <a:pt x="3757" y="151"/>
                  </a:lnTo>
                  <a:lnTo>
                    <a:pt x="2737" y="94"/>
                  </a:lnTo>
                  <a:close/>
                  <a:moveTo>
                    <a:pt x="4927" y="208"/>
                  </a:moveTo>
                  <a:lnTo>
                    <a:pt x="4908" y="227"/>
                  </a:lnTo>
                  <a:lnTo>
                    <a:pt x="4927" y="264"/>
                  </a:lnTo>
                  <a:lnTo>
                    <a:pt x="4946" y="302"/>
                  </a:lnTo>
                  <a:lnTo>
                    <a:pt x="5002" y="359"/>
                  </a:lnTo>
                  <a:lnTo>
                    <a:pt x="5078" y="378"/>
                  </a:lnTo>
                  <a:lnTo>
                    <a:pt x="5134" y="415"/>
                  </a:lnTo>
                  <a:lnTo>
                    <a:pt x="5248" y="415"/>
                  </a:lnTo>
                  <a:lnTo>
                    <a:pt x="5266" y="396"/>
                  </a:lnTo>
                  <a:lnTo>
                    <a:pt x="5266" y="359"/>
                  </a:lnTo>
                  <a:lnTo>
                    <a:pt x="5229" y="321"/>
                  </a:lnTo>
                  <a:lnTo>
                    <a:pt x="5172" y="283"/>
                  </a:lnTo>
                  <a:lnTo>
                    <a:pt x="5115" y="245"/>
                  </a:lnTo>
                  <a:lnTo>
                    <a:pt x="5040" y="208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36"/>
            <p:cNvSpPr/>
            <p:nvPr/>
          </p:nvSpPr>
          <p:spPr>
            <a:xfrm>
              <a:off x="6123460" y="1199026"/>
              <a:ext cx="2064472" cy="2219736"/>
            </a:xfrm>
            <a:custGeom>
              <a:avLst/>
              <a:gdLst/>
              <a:ahLst/>
              <a:cxnLst/>
              <a:rect l="l" t="t" r="r" b="b"/>
              <a:pathLst>
                <a:path w="24838" h="26706" extrusionOk="0">
                  <a:moveTo>
                    <a:pt x="17005" y="0"/>
                  </a:moveTo>
                  <a:lnTo>
                    <a:pt x="10513" y="4039"/>
                  </a:lnTo>
                  <a:lnTo>
                    <a:pt x="7569" y="9984"/>
                  </a:lnTo>
                  <a:lnTo>
                    <a:pt x="23158" y="283"/>
                  </a:lnTo>
                  <a:lnTo>
                    <a:pt x="17005" y="0"/>
                  </a:lnTo>
                  <a:close/>
                  <a:moveTo>
                    <a:pt x="24630" y="566"/>
                  </a:moveTo>
                  <a:lnTo>
                    <a:pt x="6738" y="11701"/>
                  </a:lnTo>
                  <a:lnTo>
                    <a:pt x="5700" y="13778"/>
                  </a:lnTo>
                  <a:lnTo>
                    <a:pt x="24555" y="2038"/>
                  </a:lnTo>
                  <a:lnTo>
                    <a:pt x="24630" y="1887"/>
                  </a:lnTo>
                  <a:lnTo>
                    <a:pt x="24725" y="1699"/>
                  </a:lnTo>
                  <a:lnTo>
                    <a:pt x="24781" y="1491"/>
                  </a:lnTo>
                  <a:lnTo>
                    <a:pt x="24819" y="1302"/>
                  </a:lnTo>
                  <a:lnTo>
                    <a:pt x="24838" y="1132"/>
                  </a:lnTo>
                  <a:lnTo>
                    <a:pt x="24819" y="963"/>
                  </a:lnTo>
                  <a:lnTo>
                    <a:pt x="24781" y="812"/>
                  </a:lnTo>
                  <a:lnTo>
                    <a:pt x="24706" y="679"/>
                  </a:lnTo>
                  <a:lnTo>
                    <a:pt x="24630" y="566"/>
                  </a:lnTo>
                  <a:close/>
                  <a:moveTo>
                    <a:pt x="23328" y="4530"/>
                  </a:moveTo>
                  <a:lnTo>
                    <a:pt x="4474" y="16269"/>
                  </a:lnTo>
                  <a:lnTo>
                    <a:pt x="189" y="24932"/>
                  </a:lnTo>
                  <a:lnTo>
                    <a:pt x="133" y="25102"/>
                  </a:lnTo>
                  <a:lnTo>
                    <a:pt x="76" y="25234"/>
                  </a:lnTo>
                  <a:lnTo>
                    <a:pt x="38" y="25385"/>
                  </a:lnTo>
                  <a:lnTo>
                    <a:pt x="20" y="25536"/>
                  </a:lnTo>
                  <a:lnTo>
                    <a:pt x="1" y="25668"/>
                  </a:lnTo>
                  <a:lnTo>
                    <a:pt x="1" y="25781"/>
                  </a:lnTo>
                  <a:lnTo>
                    <a:pt x="20" y="25913"/>
                  </a:lnTo>
                  <a:lnTo>
                    <a:pt x="57" y="26007"/>
                  </a:lnTo>
                  <a:lnTo>
                    <a:pt x="95" y="26121"/>
                  </a:lnTo>
                  <a:lnTo>
                    <a:pt x="152" y="26215"/>
                  </a:lnTo>
                  <a:lnTo>
                    <a:pt x="227" y="26291"/>
                  </a:lnTo>
                  <a:lnTo>
                    <a:pt x="303" y="26347"/>
                  </a:lnTo>
                  <a:lnTo>
                    <a:pt x="397" y="26404"/>
                  </a:lnTo>
                  <a:lnTo>
                    <a:pt x="510" y="26460"/>
                  </a:lnTo>
                  <a:lnTo>
                    <a:pt x="624" y="26479"/>
                  </a:lnTo>
                  <a:lnTo>
                    <a:pt x="756" y="26498"/>
                  </a:lnTo>
                  <a:lnTo>
                    <a:pt x="1831" y="26555"/>
                  </a:lnTo>
                  <a:lnTo>
                    <a:pt x="17194" y="17005"/>
                  </a:lnTo>
                  <a:lnTo>
                    <a:pt x="23328" y="4530"/>
                  </a:lnTo>
                  <a:close/>
                  <a:moveTo>
                    <a:pt x="16609" y="18156"/>
                  </a:moveTo>
                  <a:lnTo>
                    <a:pt x="3020" y="26611"/>
                  </a:lnTo>
                  <a:lnTo>
                    <a:pt x="5191" y="26706"/>
                  </a:lnTo>
                  <a:lnTo>
                    <a:pt x="15590" y="20251"/>
                  </a:lnTo>
                  <a:lnTo>
                    <a:pt x="16609" y="18156"/>
                  </a:lnTo>
                  <a:close/>
                </a:path>
              </a:pathLst>
            </a:custGeom>
            <a:solidFill>
              <a:srgbClr val="FFFFFF">
                <a:alpha val="118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67" name="Google Shape;967;p36"/>
          <p:cNvGrpSpPr/>
          <p:nvPr/>
        </p:nvGrpSpPr>
        <p:grpSpPr>
          <a:xfrm flipH="1">
            <a:off x="9632370" y="4597046"/>
            <a:ext cx="2226945" cy="1120635"/>
            <a:chOff x="2000250" y="-3823825"/>
            <a:chExt cx="7143750" cy="3594850"/>
          </a:xfrm>
        </p:grpSpPr>
        <p:sp>
          <p:nvSpPr>
            <p:cNvPr id="968" name="Google Shape;968;p36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extrusionOk="0">
                  <a:moveTo>
                    <a:pt x="269506" y="116517"/>
                  </a:moveTo>
                  <a:lnTo>
                    <a:pt x="269915" y="116568"/>
                  </a:lnTo>
                  <a:lnTo>
                    <a:pt x="270324" y="116619"/>
                  </a:lnTo>
                  <a:lnTo>
                    <a:pt x="270732" y="116772"/>
                  </a:lnTo>
                  <a:lnTo>
                    <a:pt x="271141" y="116874"/>
                  </a:lnTo>
                  <a:lnTo>
                    <a:pt x="271550" y="117078"/>
                  </a:lnTo>
                  <a:lnTo>
                    <a:pt x="271907" y="117283"/>
                  </a:lnTo>
                  <a:lnTo>
                    <a:pt x="272316" y="117538"/>
                  </a:lnTo>
                  <a:lnTo>
                    <a:pt x="272878" y="117998"/>
                  </a:lnTo>
                  <a:lnTo>
                    <a:pt x="273389" y="118509"/>
                  </a:lnTo>
                  <a:lnTo>
                    <a:pt x="273797" y="119071"/>
                  </a:lnTo>
                  <a:lnTo>
                    <a:pt x="274155" y="119684"/>
                  </a:lnTo>
                  <a:lnTo>
                    <a:pt x="274257" y="119990"/>
                  </a:lnTo>
                  <a:lnTo>
                    <a:pt x="274359" y="120297"/>
                  </a:lnTo>
                  <a:lnTo>
                    <a:pt x="274410" y="120603"/>
                  </a:lnTo>
                  <a:lnTo>
                    <a:pt x="274410" y="120910"/>
                  </a:lnTo>
                  <a:lnTo>
                    <a:pt x="274410" y="121165"/>
                  </a:lnTo>
                  <a:lnTo>
                    <a:pt x="274410" y="121420"/>
                  </a:lnTo>
                  <a:lnTo>
                    <a:pt x="274308" y="121676"/>
                  </a:lnTo>
                  <a:lnTo>
                    <a:pt x="274206" y="121931"/>
                  </a:lnTo>
                  <a:lnTo>
                    <a:pt x="274053" y="122187"/>
                  </a:lnTo>
                  <a:lnTo>
                    <a:pt x="273899" y="122442"/>
                  </a:lnTo>
                  <a:lnTo>
                    <a:pt x="273695" y="122646"/>
                  </a:lnTo>
                  <a:lnTo>
                    <a:pt x="273440" y="122851"/>
                  </a:lnTo>
                  <a:lnTo>
                    <a:pt x="273133" y="123004"/>
                  </a:lnTo>
                  <a:lnTo>
                    <a:pt x="272827" y="123106"/>
                  </a:lnTo>
                  <a:lnTo>
                    <a:pt x="272469" y="123208"/>
                  </a:lnTo>
                  <a:lnTo>
                    <a:pt x="272060" y="123259"/>
                  </a:lnTo>
                  <a:lnTo>
                    <a:pt x="271703" y="123259"/>
                  </a:lnTo>
                  <a:lnTo>
                    <a:pt x="271294" y="123208"/>
                  </a:lnTo>
                  <a:lnTo>
                    <a:pt x="270937" y="123157"/>
                  </a:lnTo>
                  <a:lnTo>
                    <a:pt x="270579" y="123055"/>
                  </a:lnTo>
                  <a:lnTo>
                    <a:pt x="269813" y="122800"/>
                  </a:lnTo>
                  <a:lnTo>
                    <a:pt x="269149" y="122391"/>
                  </a:lnTo>
                  <a:lnTo>
                    <a:pt x="268485" y="121931"/>
                  </a:lnTo>
                  <a:lnTo>
                    <a:pt x="267872" y="121369"/>
                  </a:lnTo>
                  <a:lnTo>
                    <a:pt x="267412" y="120756"/>
                  </a:lnTo>
                  <a:lnTo>
                    <a:pt x="267208" y="120450"/>
                  </a:lnTo>
                  <a:lnTo>
                    <a:pt x="267054" y="120092"/>
                  </a:lnTo>
                  <a:lnTo>
                    <a:pt x="266901" y="119735"/>
                  </a:lnTo>
                  <a:lnTo>
                    <a:pt x="266799" y="119428"/>
                  </a:lnTo>
                  <a:lnTo>
                    <a:pt x="266748" y="119071"/>
                  </a:lnTo>
                  <a:lnTo>
                    <a:pt x="266748" y="118764"/>
                  </a:lnTo>
                  <a:lnTo>
                    <a:pt x="266748" y="118458"/>
                  </a:lnTo>
                  <a:lnTo>
                    <a:pt x="266799" y="118202"/>
                  </a:lnTo>
                  <a:lnTo>
                    <a:pt x="266901" y="117896"/>
                  </a:lnTo>
                  <a:lnTo>
                    <a:pt x="267054" y="117640"/>
                  </a:lnTo>
                  <a:lnTo>
                    <a:pt x="267208" y="117436"/>
                  </a:lnTo>
                  <a:lnTo>
                    <a:pt x="267361" y="117232"/>
                  </a:lnTo>
                  <a:lnTo>
                    <a:pt x="267616" y="117027"/>
                  </a:lnTo>
                  <a:lnTo>
                    <a:pt x="267821" y="116874"/>
                  </a:lnTo>
                  <a:lnTo>
                    <a:pt x="268127" y="116772"/>
                  </a:lnTo>
                  <a:lnTo>
                    <a:pt x="268434" y="116670"/>
                  </a:lnTo>
                  <a:lnTo>
                    <a:pt x="268740" y="116568"/>
                  </a:lnTo>
                  <a:lnTo>
                    <a:pt x="269098" y="116517"/>
                  </a:lnTo>
                  <a:close/>
                  <a:moveTo>
                    <a:pt x="221745" y="0"/>
                  </a:move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36"/>
            <p:cNvSpPr/>
            <p:nvPr/>
          </p:nvSpPr>
          <p:spPr>
            <a:xfrm>
              <a:off x="2020675" y="-3823825"/>
              <a:ext cx="7123325" cy="3562925"/>
            </a:xfrm>
            <a:custGeom>
              <a:avLst/>
              <a:gdLst/>
              <a:ahLst/>
              <a:cxnLst/>
              <a:rect l="l" t="t" r="r" b="b"/>
              <a:pathLst>
                <a:path w="284933" h="142517" fill="none" extrusionOk="0">
                  <a:moveTo>
                    <a:pt x="284116" y="120603"/>
                  </a:moveTo>
                  <a:lnTo>
                    <a:pt x="234720" y="8122"/>
                  </a:lnTo>
                  <a:lnTo>
                    <a:pt x="234720" y="8122"/>
                  </a:lnTo>
                  <a:lnTo>
                    <a:pt x="234311" y="7254"/>
                  </a:lnTo>
                  <a:lnTo>
                    <a:pt x="233800" y="6385"/>
                  </a:lnTo>
                  <a:lnTo>
                    <a:pt x="233187" y="5568"/>
                  </a:lnTo>
                  <a:lnTo>
                    <a:pt x="232523" y="4802"/>
                  </a:lnTo>
                  <a:lnTo>
                    <a:pt x="231808" y="4035"/>
                  </a:lnTo>
                  <a:lnTo>
                    <a:pt x="231042" y="3371"/>
                  </a:lnTo>
                  <a:lnTo>
                    <a:pt x="230225" y="2707"/>
                  </a:lnTo>
                  <a:lnTo>
                    <a:pt x="229356" y="2145"/>
                  </a:lnTo>
                  <a:lnTo>
                    <a:pt x="228437" y="1635"/>
                  </a:lnTo>
                  <a:lnTo>
                    <a:pt x="227517" y="1175"/>
                  </a:lnTo>
                  <a:lnTo>
                    <a:pt x="226598" y="766"/>
                  </a:lnTo>
                  <a:lnTo>
                    <a:pt x="225627" y="460"/>
                  </a:lnTo>
                  <a:lnTo>
                    <a:pt x="224657" y="204"/>
                  </a:lnTo>
                  <a:lnTo>
                    <a:pt x="223686" y="51"/>
                  </a:lnTo>
                  <a:lnTo>
                    <a:pt x="222716" y="0"/>
                  </a:lnTo>
                  <a:lnTo>
                    <a:pt x="221745" y="0"/>
                  </a:lnTo>
                  <a:lnTo>
                    <a:pt x="6181" y="12617"/>
                  </a:lnTo>
                  <a:lnTo>
                    <a:pt x="6181" y="12617"/>
                  </a:lnTo>
                  <a:lnTo>
                    <a:pt x="5262" y="12719"/>
                  </a:lnTo>
                  <a:lnTo>
                    <a:pt x="4393" y="12924"/>
                  </a:lnTo>
                  <a:lnTo>
                    <a:pt x="3627" y="13179"/>
                  </a:lnTo>
                  <a:lnTo>
                    <a:pt x="2912" y="13537"/>
                  </a:lnTo>
                  <a:lnTo>
                    <a:pt x="2248" y="13945"/>
                  </a:lnTo>
                  <a:lnTo>
                    <a:pt x="1686" y="14405"/>
                  </a:lnTo>
                  <a:lnTo>
                    <a:pt x="1175" y="14967"/>
                  </a:lnTo>
                  <a:lnTo>
                    <a:pt x="767" y="15529"/>
                  </a:lnTo>
                  <a:lnTo>
                    <a:pt x="460" y="16193"/>
                  </a:lnTo>
                  <a:lnTo>
                    <a:pt x="205" y="16908"/>
                  </a:lnTo>
                  <a:lnTo>
                    <a:pt x="102" y="17623"/>
                  </a:lnTo>
                  <a:lnTo>
                    <a:pt x="0" y="18440"/>
                  </a:lnTo>
                  <a:lnTo>
                    <a:pt x="51" y="19258"/>
                  </a:lnTo>
                  <a:lnTo>
                    <a:pt x="205" y="20075"/>
                  </a:lnTo>
                  <a:lnTo>
                    <a:pt x="460" y="20943"/>
                  </a:lnTo>
                  <a:lnTo>
                    <a:pt x="767" y="21812"/>
                  </a:lnTo>
                  <a:lnTo>
                    <a:pt x="50213" y="134344"/>
                  </a:lnTo>
                  <a:lnTo>
                    <a:pt x="50213" y="134344"/>
                  </a:lnTo>
                  <a:lnTo>
                    <a:pt x="50622" y="135212"/>
                  </a:lnTo>
                  <a:lnTo>
                    <a:pt x="51133" y="136081"/>
                  </a:lnTo>
                  <a:lnTo>
                    <a:pt x="51746" y="136898"/>
                  </a:lnTo>
                  <a:lnTo>
                    <a:pt x="52410" y="137664"/>
                  </a:lnTo>
                  <a:lnTo>
                    <a:pt x="53125" y="138379"/>
                  </a:lnTo>
                  <a:lnTo>
                    <a:pt x="53891" y="139095"/>
                  </a:lnTo>
                  <a:lnTo>
                    <a:pt x="54709" y="139707"/>
                  </a:lnTo>
                  <a:lnTo>
                    <a:pt x="55577" y="140320"/>
                  </a:lnTo>
                  <a:lnTo>
                    <a:pt x="56496" y="140831"/>
                  </a:lnTo>
                  <a:lnTo>
                    <a:pt x="57416" y="141291"/>
                  </a:lnTo>
                  <a:lnTo>
                    <a:pt x="58386" y="141700"/>
                  </a:lnTo>
                  <a:lnTo>
                    <a:pt x="59357" y="142006"/>
                  </a:lnTo>
                  <a:lnTo>
                    <a:pt x="60328" y="142262"/>
                  </a:lnTo>
                  <a:lnTo>
                    <a:pt x="61298" y="142415"/>
                  </a:lnTo>
                  <a:lnTo>
                    <a:pt x="62269" y="142517"/>
                  </a:lnTo>
                  <a:lnTo>
                    <a:pt x="63188" y="142466"/>
                  </a:lnTo>
                  <a:lnTo>
                    <a:pt x="278803" y="129849"/>
                  </a:lnTo>
                  <a:lnTo>
                    <a:pt x="278803" y="129849"/>
                  </a:lnTo>
                  <a:lnTo>
                    <a:pt x="279723" y="129747"/>
                  </a:lnTo>
                  <a:lnTo>
                    <a:pt x="280591" y="129542"/>
                  </a:lnTo>
                  <a:lnTo>
                    <a:pt x="281357" y="129287"/>
                  </a:lnTo>
                  <a:lnTo>
                    <a:pt x="282072" y="128929"/>
                  </a:lnTo>
                  <a:lnTo>
                    <a:pt x="282685" y="128521"/>
                  </a:lnTo>
                  <a:lnTo>
                    <a:pt x="283298" y="128061"/>
                  </a:lnTo>
                  <a:lnTo>
                    <a:pt x="283758" y="127499"/>
                  </a:lnTo>
                  <a:lnTo>
                    <a:pt x="284167" y="126937"/>
                  </a:lnTo>
                  <a:lnTo>
                    <a:pt x="284473" y="126273"/>
                  </a:lnTo>
                  <a:lnTo>
                    <a:pt x="284729" y="125558"/>
                  </a:lnTo>
                  <a:lnTo>
                    <a:pt x="284882" y="124792"/>
                  </a:lnTo>
                  <a:lnTo>
                    <a:pt x="284933" y="124026"/>
                  </a:lnTo>
                  <a:lnTo>
                    <a:pt x="284882" y="123208"/>
                  </a:lnTo>
                  <a:lnTo>
                    <a:pt x="284729" y="122391"/>
                  </a:lnTo>
                  <a:lnTo>
                    <a:pt x="284473" y="121523"/>
                  </a:lnTo>
                  <a:lnTo>
                    <a:pt x="284116" y="120603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0" name="Google Shape;970;p36"/>
            <p:cNvSpPr/>
            <p:nvPr/>
          </p:nvSpPr>
          <p:spPr>
            <a:xfrm>
              <a:off x="8689350" y="-910925"/>
              <a:ext cx="191600" cy="168600"/>
            </a:xfrm>
            <a:custGeom>
              <a:avLst/>
              <a:gdLst/>
              <a:ahLst/>
              <a:cxnLst/>
              <a:rect l="l" t="t" r="r" b="b"/>
              <a:pathLst>
                <a:path w="7664" h="6744" fill="none" extrusionOk="0">
                  <a:moveTo>
                    <a:pt x="7459" y="5415"/>
                  </a:moveTo>
                  <a:lnTo>
                    <a:pt x="7459" y="5415"/>
                  </a:lnTo>
                  <a:lnTo>
                    <a:pt x="7306" y="5671"/>
                  </a:lnTo>
                  <a:lnTo>
                    <a:pt x="7152" y="5926"/>
                  </a:lnTo>
                  <a:lnTo>
                    <a:pt x="6948" y="6130"/>
                  </a:lnTo>
                  <a:lnTo>
                    <a:pt x="6693" y="6335"/>
                  </a:lnTo>
                  <a:lnTo>
                    <a:pt x="6386" y="6488"/>
                  </a:lnTo>
                  <a:lnTo>
                    <a:pt x="6080" y="6590"/>
                  </a:lnTo>
                  <a:lnTo>
                    <a:pt x="5722" y="6692"/>
                  </a:lnTo>
                  <a:lnTo>
                    <a:pt x="5313" y="6743"/>
                  </a:lnTo>
                  <a:lnTo>
                    <a:pt x="5313" y="6743"/>
                  </a:lnTo>
                  <a:lnTo>
                    <a:pt x="4956" y="6743"/>
                  </a:lnTo>
                  <a:lnTo>
                    <a:pt x="4547" y="6692"/>
                  </a:lnTo>
                  <a:lnTo>
                    <a:pt x="4190" y="6641"/>
                  </a:lnTo>
                  <a:lnTo>
                    <a:pt x="3832" y="6539"/>
                  </a:lnTo>
                  <a:lnTo>
                    <a:pt x="3066" y="6284"/>
                  </a:lnTo>
                  <a:lnTo>
                    <a:pt x="2402" y="5875"/>
                  </a:lnTo>
                  <a:lnTo>
                    <a:pt x="1738" y="5415"/>
                  </a:lnTo>
                  <a:lnTo>
                    <a:pt x="1125" y="4853"/>
                  </a:lnTo>
                  <a:lnTo>
                    <a:pt x="665" y="4240"/>
                  </a:lnTo>
                  <a:lnTo>
                    <a:pt x="461" y="3934"/>
                  </a:lnTo>
                  <a:lnTo>
                    <a:pt x="307" y="3576"/>
                  </a:lnTo>
                  <a:lnTo>
                    <a:pt x="307" y="3576"/>
                  </a:lnTo>
                  <a:lnTo>
                    <a:pt x="154" y="3219"/>
                  </a:lnTo>
                  <a:lnTo>
                    <a:pt x="52" y="2912"/>
                  </a:lnTo>
                  <a:lnTo>
                    <a:pt x="1" y="2555"/>
                  </a:lnTo>
                  <a:lnTo>
                    <a:pt x="1" y="2248"/>
                  </a:lnTo>
                  <a:lnTo>
                    <a:pt x="1" y="1942"/>
                  </a:lnTo>
                  <a:lnTo>
                    <a:pt x="52" y="1686"/>
                  </a:lnTo>
                  <a:lnTo>
                    <a:pt x="154" y="1380"/>
                  </a:lnTo>
                  <a:lnTo>
                    <a:pt x="307" y="1124"/>
                  </a:lnTo>
                  <a:lnTo>
                    <a:pt x="461" y="920"/>
                  </a:lnTo>
                  <a:lnTo>
                    <a:pt x="614" y="716"/>
                  </a:lnTo>
                  <a:lnTo>
                    <a:pt x="869" y="511"/>
                  </a:lnTo>
                  <a:lnTo>
                    <a:pt x="1074" y="358"/>
                  </a:lnTo>
                  <a:lnTo>
                    <a:pt x="1380" y="256"/>
                  </a:lnTo>
                  <a:lnTo>
                    <a:pt x="1687" y="154"/>
                  </a:lnTo>
                  <a:lnTo>
                    <a:pt x="1993" y="52"/>
                  </a:lnTo>
                  <a:lnTo>
                    <a:pt x="2351" y="1"/>
                  </a:lnTo>
                  <a:lnTo>
                    <a:pt x="2351" y="1"/>
                  </a:lnTo>
                  <a:lnTo>
                    <a:pt x="2759" y="1"/>
                  </a:lnTo>
                  <a:lnTo>
                    <a:pt x="3168" y="52"/>
                  </a:lnTo>
                  <a:lnTo>
                    <a:pt x="3577" y="103"/>
                  </a:lnTo>
                  <a:lnTo>
                    <a:pt x="3985" y="256"/>
                  </a:lnTo>
                  <a:lnTo>
                    <a:pt x="4394" y="358"/>
                  </a:lnTo>
                  <a:lnTo>
                    <a:pt x="4803" y="562"/>
                  </a:lnTo>
                  <a:lnTo>
                    <a:pt x="5160" y="767"/>
                  </a:lnTo>
                  <a:lnTo>
                    <a:pt x="5569" y="1022"/>
                  </a:lnTo>
                  <a:lnTo>
                    <a:pt x="5569" y="1022"/>
                  </a:lnTo>
                  <a:lnTo>
                    <a:pt x="6131" y="1482"/>
                  </a:lnTo>
                  <a:lnTo>
                    <a:pt x="6642" y="1993"/>
                  </a:lnTo>
                  <a:lnTo>
                    <a:pt x="7050" y="2555"/>
                  </a:lnTo>
                  <a:lnTo>
                    <a:pt x="7408" y="3168"/>
                  </a:lnTo>
                  <a:lnTo>
                    <a:pt x="7408" y="3168"/>
                  </a:lnTo>
                  <a:lnTo>
                    <a:pt x="7510" y="3474"/>
                  </a:lnTo>
                  <a:lnTo>
                    <a:pt x="7612" y="3781"/>
                  </a:lnTo>
                  <a:lnTo>
                    <a:pt x="7663" y="4087"/>
                  </a:lnTo>
                  <a:lnTo>
                    <a:pt x="7663" y="4394"/>
                  </a:lnTo>
                  <a:lnTo>
                    <a:pt x="7663" y="4649"/>
                  </a:lnTo>
                  <a:lnTo>
                    <a:pt x="7663" y="4904"/>
                  </a:lnTo>
                  <a:lnTo>
                    <a:pt x="7561" y="5160"/>
                  </a:lnTo>
                  <a:lnTo>
                    <a:pt x="7459" y="5415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1" name="Google Shape;971;p36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extrusionOk="0">
                  <a:moveTo>
                    <a:pt x="19309" y="0"/>
                  </a:move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2" name="Google Shape;972;p36"/>
            <p:cNvSpPr/>
            <p:nvPr/>
          </p:nvSpPr>
          <p:spPr>
            <a:xfrm>
              <a:off x="6423900" y="-2958000"/>
              <a:ext cx="1430300" cy="1250225"/>
            </a:xfrm>
            <a:custGeom>
              <a:avLst/>
              <a:gdLst/>
              <a:ahLst/>
              <a:cxnLst/>
              <a:rect l="l" t="t" r="r" b="b"/>
              <a:pathLst>
                <a:path w="57212" h="50009" fill="none" extrusionOk="0">
                  <a:moveTo>
                    <a:pt x="19309" y="0"/>
                  </a:moveTo>
                  <a:lnTo>
                    <a:pt x="19309" y="0"/>
                  </a:lnTo>
                  <a:lnTo>
                    <a:pt x="17624" y="51"/>
                  </a:lnTo>
                  <a:lnTo>
                    <a:pt x="17624" y="51"/>
                  </a:lnTo>
                  <a:lnTo>
                    <a:pt x="16295" y="153"/>
                  </a:lnTo>
                  <a:lnTo>
                    <a:pt x="15018" y="358"/>
                  </a:lnTo>
                  <a:lnTo>
                    <a:pt x="13741" y="562"/>
                  </a:lnTo>
                  <a:lnTo>
                    <a:pt x="12566" y="869"/>
                  </a:lnTo>
                  <a:lnTo>
                    <a:pt x="11392" y="1226"/>
                  </a:lnTo>
                  <a:lnTo>
                    <a:pt x="10268" y="1635"/>
                  </a:lnTo>
                  <a:lnTo>
                    <a:pt x="9246" y="2094"/>
                  </a:lnTo>
                  <a:lnTo>
                    <a:pt x="8225" y="2605"/>
                  </a:lnTo>
                  <a:lnTo>
                    <a:pt x="7305" y="3167"/>
                  </a:lnTo>
                  <a:lnTo>
                    <a:pt x="6386" y="3780"/>
                  </a:lnTo>
                  <a:lnTo>
                    <a:pt x="5568" y="4444"/>
                  </a:lnTo>
                  <a:lnTo>
                    <a:pt x="4751" y="5159"/>
                  </a:lnTo>
                  <a:lnTo>
                    <a:pt x="4036" y="5926"/>
                  </a:lnTo>
                  <a:lnTo>
                    <a:pt x="3372" y="6743"/>
                  </a:lnTo>
                  <a:lnTo>
                    <a:pt x="2759" y="7560"/>
                  </a:lnTo>
                  <a:lnTo>
                    <a:pt x="2197" y="8429"/>
                  </a:lnTo>
                  <a:lnTo>
                    <a:pt x="1686" y="9348"/>
                  </a:lnTo>
                  <a:lnTo>
                    <a:pt x="1277" y="10319"/>
                  </a:lnTo>
                  <a:lnTo>
                    <a:pt x="869" y="11289"/>
                  </a:lnTo>
                  <a:lnTo>
                    <a:pt x="562" y="12311"/>
                  </a:lnTo>
                  <a:lnTo>
                    <a:pt x="358" y="13383"/>
                  </a:lnTo>
                  <a:lnTo>
                    <a:pt x="154" y="14456"/>
                  </a:lnTo>
                  <a:lnTo>
                    <a:pt x="51" y="15580"/>
                  </a:lnTo>
                  <a:lnTo>
                    <a:pt x="0" y="16704"/>
                  </a:lnTo>
                  <a:lnTo>
                    <a:pt x="51" y="17879"/>
                  </a:lnTo>
                  <a:lnTo>
                    <a:pt x="154" y="19054"/>
                  </a:lnTo>
                  <a:lnTo>
                    <a:pt x="307" y="20279"/>
                  </a:lnTo>
                  <a:lnTo>
                    <a:pt x="511" y="21505"/>
                  </a:lnTo>
                  <a:lnTo>
                    <a:pt x="818" y="22731"/>
                  </a:lnTo>
                  <a:lnTo>
                    <a:pt x="1226" y="24008"/>
                  </a:lnTo>
                  <a:lnTo>
                    <a:pt x="1686" y="25234"/>
                  </a:lnTo>
                  <a:lnTo>
                    <a:pt x="2197" y="26562"/>
                  </a:lnTo>
                  <a:lnTo>
                    <a:pt x="2197" y="26562"/>
                  </a:lnTo>
                  <a:lnTo>
                    <a:pt x="2759" y="27788"/>
                  </a:lnTo>
                  <a:lnTo>
                    <a:pt x="3423" y="28963"/>
                  </a:lnTo>
                  <a:lnTo>
                    <a:pt x="4087" y="30189"/>
                  </a:lnTo>
                  <a:lnTo>
                    <a:pt x="4802" y="31364"/>
                  </a:lnTo>
                  <a:lnTo>
                    <a:pt x="5619" y="32488"/>
                  </a:lnTo>
                  <a:lnTo>
                    <a:pt x="6437" y="33612"/>
                  </a:lnTo>
                  <a:lnTo>
                    <a:pt x="7305" y="34735"/>
                  </a:lnTo>
                  <a:lnTo>
                    <a:pt x="8225" y="35808"/>
                  </a:lnTo>
                  <a:lnTo>
                    <a:pt x="9195" y="36830"/>
                  </a:lnTo>
                  <a:lnTo>
                    <a:pt x="10217" y="37851"/>
                  </a:lnTo>
                  <a:lnTo>
                    <a:pt x="11238" y="38822"/>
                  </a:lnTo>
                  <a:lnTo>
                    <a:pt x="12311" y="39793"/>
                  </a:lnTo>
                  <a:lnTo>
                    <a:pt x="13435" y="40712"/>
                  </a:lnTo>
                  <a:lnTo>
                    <a:pt x="14559" y="41580"/>
                  </a:lnTo>
                  <a:lnTo>
                    <a:pt x="15733" y="42449"/>
                  </a:lnTo>
                  <a:lnTo>
                    <a:pt x="16908" y="43215"/>
                  </a:lnTo>
                  <a:lnTo>
                    <a:pt x="18134" y="43981"/>
                  </a:lnTo>
                  <a:lnTo>
                    <a:pt x="19360" y="44747"/>
                  </a:lnTo>
                  <a:lnTo>
                    <a:pt x="20637" y="45411"/>
                  </a:lnTo>
                  <a:lnTo>
                    <a:pt x="21914" y="46076"/>
                  </a:lnTo>
                  <a:lnTo>
                    <a:pt x="23191" y="46689"/>
                  </a:lnTo>
                  <a:lnTo>
                    <a:pt x="24520" y="47199"/>
                  </a:lnTo>
                  <a:lnTo>
                    <a:pt x="25797" y="47710"/>
                  </a:lnTo>
                  <a:lnTo>
                    <a:pt x="27125" y="48170"/>
                  </a:lnTo>
                  <a:lnTo>
                    <a:pt x="28504" y="48579"/>
                  </a:lnTo>
                  <a:lnTo>
                    <a:pt x="29832" y="48936"/>
                  </a:lnTo>
                  <a:lnTo>
                    <a:pt x="31160" y="49294"/>
                  </a:lnTo>
                  <a:lnTo>
                    <a:pt x="32539" y="49549"/>
                  </a:lnTo>
                  <a:lnTo>
                    <a:pt x="33867" y="49702"/>
                  </a:lnTo>
                  <a:lnTo>
                    <a:pt x="35196" y="49856"/>
                  </a:lnTo>
                  <a:lnTo>
                    <a:pt x="36524" y="49958"/>
                  </a:lnTo>
                  <a:lnTo>
                    <a:pt x="37903" y="50009"/>
                  </a:lnTo>
                  <a:lnTo>
                    <a:pt x="37903" y="50009"/>
                  </a:lnTo>
                  <a:lnTo>
                    <a:pt x="39537" y="49958"/>
                  </a:lnTo>
                  <a:lnTo>
                    <a:pt x="39537" y="49958"/>
                  </a:lnTo>
                  <a:lnTo>
                    <a:pt x="41019" y="49804"/>
                  </a:lnTo>
                  <a:lnTo>
                    <a:pt x="42449" y="49600"/>
                  </a:lnTo>
                  <a:lnTo>
                    <a:pt x="43777" y="49345"/>
                  </a:lnTo>
                  <a:lnTo>
                    <a:pt x="45105" y="48987"/>
                  </a:lnTo>
                  <a:lnTo>
                    <a:pt x="46331" y="48579"/>
                  </a:lnTo>
                  <a:lnTo>
                    <a:pt x="47506" y="48119"/>
                  </a:lnTo>
                  <a:lnTo>
                    <a:pt x="48630" y="47557"/>
                  </a:lnTo>
                  <a:lnTo>
                    <a:pt x="49652" y="46944"/>
                  </a:lnTo>
                  <a:lnTo>
                    <a:pt x="50673" y="46331"/>
                  </a:lnTo>
                  <a:lnTo>
                    <a:pt x="51593" y="45565"/>
                  </a:lnTo>
                  <a:lnTo>
                    <a:pt x="52461" y="44799"/>
                  </a:lnTo>
                  <a:lnTo>
                    <a:pt x="53227" y="43981"/>
                  </a:lnTo>
                  <a:lnTo>
                    <a:pt x="53942" y="43113"/>
                  </a:lnTo>
                  <a:lnTo>
                    <a:pt x="54607" y="42193"/>
                  </a:lnTo>
                  <a:lnTo>
                    <a:pt x="55168" y="41223"/>
                  </a:lnTo>
                  <a:lnTo>
                    <a:pt x="55679" y="40201"/>
                  </a:lnTo>
                  <a:lnTo>
                    <a:pt x="55679" y="40201"/>
                  </a:lnTo>
                  <a:lnTo>
                    <a:pt x="56088" y="39333"/>
                  </a:lnTo>
                  <a:lnTo>
                    <a:pt x="56394" y="38413"/>
                  </a:lnTo>
                  <a:lnTo>
                    <a:pt x="56650" y="37494"/>
                  </a:lnTo>
                  <a:lnTo>
                    <a:pt x="56854" y="36523"/>
                  </a:lnTo>
                  <a:lnTo>
                    <a:pt x="57058" y="35502"/>
                  </a:lnTo>
                  <a:lnTo>
                    <a:pt x="57161" y="34531"/>
                  </a:lnTo>
                  <a:lnTo>
                    <a:pt x="57212" y="33510"/>
                  </a:lnTo>
                  <a:lnTo>
                    <a:pt x="57161" y="32437"/>
                  </a:lnTo>
                  <a:lnTo>
                    <a:pt x="57110" y="31364"/>
                  </a:lnTo>
                  <a:lnTo>
                    <a:pt x="57007" y="30291"/>
                  </a:lnTo>
                  <a:lnTo>
                    <a:pt x="56803" y="29168"/>
                  </a:lnTo>
                  <a:lnTo>
                    <a:pt x="56599" y="28044"/>
                  </a:lnTo>
                  <a:lnTo>
                    <a:pt x="56292" y="26920"/>
                  </a:lnTo>
                  <a:lnTo>
                    <a:pt x="55935" y="25796"/>
                  </a:lnTo>
                  <a:lnTo>
                    <a:pt x="55526" y="24621"/>
                  </a:lnTo>
                  <a:lnTo>
                    <a:pt x="55015" y="23446"/>
                  </a:lnTo>
                  <a:lnTo>
                    <a:pt x="55015" y="23446"/>
                  </a:lnTo>
                  <a:lnTo>
                    <a:pt x="54453" y="22272"/>
                  </a:lnTo>
                  <a:lnTo>
                    <a:pt x="53891" y="21148"/>
                  </a:lnTo>
                  <a:lnTo>
                    <a:pt x="53227" y="20024"/>
                  </a:lnTo>
                  <a:lnTo>
                    <a:pt x="52563" y="18900"/>
                  </a:lnTo>
                  <a:lnTo>
                    <a:pt x="51848" y="17776"/>
                  </a:lnTo>
                  <a:lnTo>
                    <a:pt x="51031" y="16704"/>
                  </a:lnTo>
                  <a:lnTo>
                    <a:pt x="50214" y="15682"/>
                  </a:lnTo>
                  <a:lnTo>
                    <a:pt x="49396" y="14661"/>
                  </a:lnTo>
                  <a:lnTo>
                    <a:pt x="48477" y="13639"/>
                  </a:lnTo>
                  <a:lnTo>
                    <a:pt x="47557" y="12668"/>
                  </a:lnTo>
                  <a:lnTo>
                    <a:pt x="46587" y="11749"/>
                  </a:lnTo>
                  <a:lnTo>
                    <a:pt x="45616" y="10829"/>
                  </a:lnTo>
                  <a:lnTo>
                    <a:pt x="44543" y="9961"/>
                  </a:lnTo>
                  <a:lnTo>
                    <a:pt x="43522" y="9093"/>
                  </a:lnTo>
                  <a:lnTo>
                    <a:pt x="42449" y="8275"/>
                  </a:lnTo>
                  <a:lnTo>
                    <a:pt x="41325" y="7458"/>
                  </a:lnTo>
                  <a:lnTo>
                    <a:pt x="41325" y="7458"/>
                  </a:lnTo>
                  <a:lnTo>
                    <a:pt x="40048" y="6590"/>
                  </a:lnTo>
                  <a:lnTo>
                    <a:pt x="38771" y="5823"/>
                  </a:lnTo>
                  <a:lnTo>
                    <a:pt x="37443" y="5057"/>
                  </a:lnTo>
                  <a:lnTo>
                    <a:pt x="36115" y="4342"/>
                  </a:lnTo>
                  <a:lnTo>
                    <a:pt x="34787" y="3678"/>
                  </a:lnTo>
                  <a:lnTo>
                    <a:pt x="33408" y="3065"/>
                  </a:lnTo>
                  <a:lnTo>
                    <a:pt x="32028" y="2503"/>
                  </a:lnTo>
                  <a:lnTo>
                    <a:pt x="30649" y="1992"/>
                  </a:lnTo>
                  <a:lnTo>
                    <a:pt x="29219" y="1533"/>
                  </a:lnTo>
                  <a:lnTo>
                    <a:pt x="27840" y="1124"/>
                  </a:lnTo>
                  <a:lnTo>
                    <a:pt x="26410" y="817"/>
                  </a:lnTo>
                  <a:lnTo>
                    <a:pt x="24979" y="511"/>
                  </a:lnTo>
                  <a:lnTo>
                    <a:pt x="23549" y="307"/>
                  </a:lnTo>
                  <a:lnTo>
                    <a:pt x="22119" y="153"/>
                  </a:lnTo>
                  <a:lnTo>
                    <a:pt x="20739" y="51"/>
                  </a:lnTo>
                  <a:lnTo>
                    <a:pt x="1930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3" name="Google Shape;973;p36"/>
            <p:cNvSpPr/>
            <p:nvPr/>
          </p:nvSpPr>
          <p:spPr>
            <a:xfrm>
              <a:off x="8690650" y="-910925"/>
              <a:ext cx="190300" cy="146875"/>
            </a:xfrm>
            <a:custGeom>
              <a:avLst/>
              <a:gdLst/>
              <a:ahLst/>
              <a:cxnLst/>
              <a:rect l="l" t="t" r="r" b="b"/>
              <a:pathLst>
                <a:path w="7612" h="5875" extrusionOk="0">
                  <a:moveTo>
                    <a:pt x="2299" y="1"/>
                  </a:moveTo>
                  <a:lnTo>
                    <a:pt x="1839" y="52"/>
                  </a:lnTo>
                  <a:lnTo>
                    <a:pt x="1430" y="154"/>
                  </a:lnTo>
                  <a:lnTo>
                    <a:pt x="1073" y="358"/>
                  </a:lnTo>
                  <a:lnTo>
                    <a:pt x="766" y="562"/>
                  </a:lnTo>
                  <a:lnTo>
                    <a:pt x="511" y="818"/>
                  </a:lnTo>
                  <a:lnTo>
                    <a:pt x="255" y="1073"/>
                  </a:lnTo>
                  <a:lnTo>
                    <a:pt x="102" y="1431"/>
                  </a:lnTo>
                  <a:lnTo>
                    <a:pt x="0" y="1788"/>
                  </a:lnTo>
                  <a:lnTo>
                    <a:pt x="358" y="1431"/>
                  </a:lnTo>
                  <a:lnTo>
                    <a:pt x="766" y="1175"/>
                  </a:lnTo>
                  <a:lnTo>
                    <a:pt x="1277" y="1022"/>
                  </a:lnTo>
                  <a:lnTo>
                    <a:pt x="1890" y="920"/>
                  </a:lnTo>
                  <a:lnTo>
                    <a:pt x="2299" y="920"/>
                  </a:lnTo>
                  <a:lnTo>
                    <a:pt x="2707" y="971"/>
                  </a:lnTo>
                  <a:lnTo>
                    <a:pt x="3116" y="1022"/>
                  </a:lnTo>
                  <a:lnTo>
                    <a:pt x="3525" y="1124"/>
                  </a:lnTo>
                  <a:lnTo>
                    <a:pt x="3933" y="1278"/>
                  </a:lnTo>
                  <a:lnTo>
                    <a:pt x="4291" y="1482"/>
                  </a:lnTo>
                  <a:lnTo>
                    <a:pt x="4700" y="1686"/>
                  </a:lnTo>
                  <a:lnTo>
                    <a:pt x="5057" y="1891"/>
                  </a:lnTo>
                  <a:lnTo>
                    <a:pt x="5619" y="2350"/>
                  </a:lnTo>
                  <a:lnTo>
                    <a:pt x="6130" y="2861"/>
                  </a:lnTo>
                  <a:lnTo>
                    <a:pt x="6590" y="3474"/>
                  </a:lnTo>
                  <a:lnTo>
                    <a:pt x="6896" y="4087"/>
                  </a:lnTo>
                  <a:lnTo>
                    <a:pt x="7100" y="4547"/>
                  </a:lnTo>
                  <a:lnTo>
                    <a:pt x="7151" y="5007"/>
                  </a:lnTo>
                  <a:lnTo>
                    <a:pt x="7203" y="5415"/>
                  </a:lnTo>
                  <a:lnTo>
                    <a:pt x="7151" y="5875"/>
                  </a:lnTo>
                  <a:lnTo>
                    <a:pt x="7305" y="5620"/>
                  </a:lnTo>
                  <a:lnTo>
                    <a:pt x="7458" y="5415"/>
                  </a:lnTo>
                  <a:lnTo>
                    <a:pt x="7509" y="5160"/>
                  </a:lnTo>
                  <a:lnTo>
                    <a:pt x="7611" y="4904"/>
                  </a:lnTo>
                  <a:lnTo>
                    <a:pt x="7611" y="4649"/>
                  </a:lnTo>
                  <a:lnTo>
                    <a:pt x="7611" y="4342"/>
                  </a:lnTo>
                  <a:lnTo>
                    <a:pt x="7560" y="3781"/>
                  </a:lnTo>
                  <a:lnTo>
                    <a:pt x="7356" y="3168"/>
                  </a:lnTo>
                  <a:lnTo>
                    <a:pt x="6998" y="2555"/>
                  </a:lnTo>
                  <a:lnTo>
                    <a:pt x="6590" y="1993"/>
                  </a:lnTo>
                  <a:lnTo>
                    <a:pt x="6079" y="1482"/>
                  </a:lnTo>
                  <a:lnTo>
                    <a:pt x="5517" y="1022"/>
                  </a:lnTo>
                  <a:lnTo>
                    <a:pt x="5108" y="767"/>
                  </a:lnTo>
                  <a:lnTo>
                    <a:pt x="4751" y="562"/>
                  </a:lnTo>
                  <a:lnTo>
                    <a:pt x="4342" y="358"/>
                  </a:lnTo>
                  <a:lnTo>
                    <a:pt x="3933" y="256"/>
                  </a:lnTo>
                  <a:lnTo>
                    <a:pt x="3525" y="103"/>
                  </a:lnTo>
                  <a:lnTo>
                    <a:pt x="3116" y="52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4" name="Google Shape;974;p36"/>
            <p:cNvSpPr/>
            <p:nvPr/>
          </p:nvSpPr>
          <p:spPr>
            <a:xfrm>
              <a:off x="3593975" y="-1365550"/>
              <a:ext cx="4838725" cy="609175"/>
            </a:xfrm>
            <a:custGeom>
              <a:avLst/>
              <a:gdLst/>
              <a:ahLst/>
              <a:cxnLst/>
              <a:rect l="l" t="t" r="r" b="b"/>
              <a:pathLst>
                <a:path w="193549" h="24367" extrusionOk="0">
                  <a:moveTo>
                    <a:pt x="185682" y="1840"/>
                  </a:moveTo>
                  <a:lnTo>
                    <a:pt x="186193" y="1891"/>
                  </a:lnTo>
                  <a:lnTo>
                    <a:pt x="186448" y="1993"/>
                  </a:lnTo>
                  <a:lnTo>
                    <a:pt x="186704" y="2095"/>
                  </a:lnTo>
                  <a:lnTo>
                    <a:pt x="187214" y="2401"/>
                  </a:lnTo>
                  <a:lnTo>
                    <a:pt x="187776" y="2912"/>
                  </a:lnTo>
                  <a:lnTo>
                    <a:pt x="188338" y="3525"/>
                  </a:lnTo>
                  <a:lnTo>
                    <a:pt x="188900" y="4343"/>
                  </a:lnTo>
                  <a:lnTo>
                    <a:pt x="189462" y="5415"/>
                  </a:lnTo>
                  <a:lnTo>
                    <a:pt x="190024" y="6641"/>
                  </a:lnTo>
                  <a:lnTo>
                    <a:pt x="190586" y="7918"/>
                  </a:lnTo>
                  <a:lnTo>
                    <a:pt x="190892" y="8991"/>
                  </a:lnTo>
                  <a:lnTo>
                    <a:pt x="191097" y="9859"/>
                  </a:lnTo>
                  <a:lnTo>
                    <a:pt x="191097" y="10268"/>
                  </a:lnTo>
                  <a:lnTo>
                    <a:pt x="191097" y="10574"/>
                  </a:lnTo>
                  <a:lnTo>
                    <a:pt x="191046" y="10881"/>
                  </a:lnTo>
                  <a:lnTo>
                    <a:pt x="190995" y="11085"/>
                  </a:lnTo>
                  <a:lnTo>
                    <a:pt x="190892" y="11290"/>
                  </a:lnTo>
                  <a:lnTo>
                    <a:pt x="190739" y="11494"/>
                  </a:lnTo>
                  <a:lnTo>
                    <a:pt x="190586" y="11596"/>
                  </a:lnTo>
                  <a:lnTo>
                    <a:pt x="190382" y="11698"/>
                  </a:lnTo>
                  <a:lnTo>
                    <a:pt x="190177" y="11749"/>
                  </a:lnTo>
                  <a:lnTo>
                    <a:pt x="189922" y="11800"/>
                  </a:lnTo>
                  <a:lnTo>
                    <a:pt x="189564" y="11800"/>
                  </a:lnTo>
                  <a:lnTo>
                    <a:pt x="189309" y="11749"/>
                  </a:lnTo>
                  <a:lnTo>
                    <a:pt x="189053" y="11647"/>
                  </a:lnTo>
                  <a:lnTo>
                    <a:pt x="188798" y="11545"/>
                  </a:lnTo>
                  <a:lnTo>
                    <a:pt x="188236" y="11187"/>
                  </a:lnTo>
                  <a:lnTo>
                    <a:pt x="187725" y="10728"/>
                  </a:lnTo>
                  <a:lnTo>
                    <a:pt x="187163" y="10064"/>
                  </a:lnTo>
                  <a:lnTo>
                    <a:pt x="186602" y="9195"/>
                  </a:lnTo>
                  <a:lnTo>
                    <a:pt x="185989" y="8174"/>
                  </a:lnTo>
                  <a:lnTo>
                    <a:pt x="185427" y="6897"/>
                  </a:lnTo>
                  <a:lnTo>
                    <a:pt x="184865" y="5620"/>
                  </a:lnTo>
                  <a:lnTo>
                    <a:pt x="184558" y="4547"/>
                  </a:lnTo>
                  <a:lnTo>
                    <a:pt x="184405" y="3678"/>
                  </a:lnTo>
                  <a:lnTo>
                    <a:pt x="184354" y="3321"/>
                  </a:lnTo>
                  <a:lnTo>
                    <a:pt x="184354" y="3014"/>
                  </a:lnTo>
                  <a:lnTo>
                    <a:pt x="184405" y="2759"/>
                  </a:lnTo>
                  <a:lnTo>
                    <a:pt x="184507" y="2504"/>
                  </a:lnTo>
                  <a:lnTo>
                    <a:pt x="184609" y="2299"/>
                  </a:lnTo>
                  <a:lnTo>
                    <a:pt x="184763" y="2146"/>
                  </a:lnTo>
                  <a:lnTo>
                    <a:pt x="184916" y="2044"/>
                  </a:lnTo>
                  <a:lnTo>
                    <a:pt x="185120" y="1942"/>
                  </a:lnTo>
                  <a:lnTo>
                    <a:pt x="185324" y="1891"/>
                  </a:lnTo>
                  <a:lnTo>
                    <a:pt x="185580" y="1840"/>
                  </a:lnTo>
                  <a:close/>
                  <a:moveTo>
                    <a:pt x="174444" y="2504"/>
                  </a:moveTo>
                  <a:lnTo>
                    <a:pt x="174955" y="2555"/>
                  </a:lnTo>
                  <a:lnTo>
                    <a:pt x="175466" y="2759"/>
                  </a:lnTo>
                  <a:lnTo>
                    <a:pt x="175977" y="3065"/>
                  </a:lnTo>
                  <a:lnTo>
                    <a:pt x="176538" y="3576"/>
                  </a:lnTo>
                  <a:lnTo>
                    <a:pt x="177049" y="4189"/>
                  </a:lnTo>
                  <a:lnTo>
                    <a:pt x="177611" y="5007"/>
                  </a:lnTo>
                  <a:lnTo>
                    <a:pt x="178224" y="6028"/>
                  </a:lnTo>
                  <a:lnTo>
                    <a:pt x="178786" y="7305"/>
                  </a:lnTo>
                  <a:lnTo>
                    <a:pt x="179297" y="8582"/>
                  </a:lnTo>
                  <a:lnTo>
                    <a:pt x="179654" y="9655"/>
                  </a:lnTo>
                  <a:lnTo>
                    <a:pt x="179808" y="10523"/>
                  </a:lnTo>
                  <a:lnTo>
                    <a:pt x="179859" y="10932"/>
                  </a:lnTo>
                  <a:lnTo>
                    <a:pt x="179859" y="11239"/>
                  </a:lnTo>
                  <a:lnTo>
                    <a:pt x="179808" y="11545"/>
                  </a:lnTo>
                  <a:lnTo>
                    <a:pt x="179757" y="11749"/>
                  </a:lnTo>
                  <a:lnTo>
                    <a:pt x="179654" y="11954"/>
                  </a:lnTo>
                  <a:lnTo>
                    <a:pt x="179501" y="12158"/>
                  </a:lnTo>
                  <a:lnTo>
                    <a:pt x="179348" y="12260"/>
                  </a:lnTo>
                  <a:lnTo>
                    <a:pt x="179144" y="12362"/>
                  </a:lnTo>
                  <a:lnTo>
                    <a:pt x="178939" y="12413"/>
                  </a:lnTo>
                  <a:lnTo>
                    <a:pt x="178684" y="12464"/>
                  </a:lnTo>
                  <a:lnTo>
                    <a:pt x="178326" y="12464"/>
                  </a:lnTo>
                  <a:lnTo>
                    <a:pt x="178071" y="12413"/>
                  </a:lnTo>
                  <a:lnTo>
                    <a:pt x="177815" y="12311"/>
                  </a:lnTo>
                  <a:lnTo>
                    <a:pt x="177560" y="12209"/>
                  </a:lnTo>
                  <a:lnTo>
                    <a:pt x="176998" y="11851"/>
                  </a:lnTo>
                  <a:lnTo>
                    <a:pt x="176436" y="11392"/>
                  </a:lnTo>
                  <a:lnTo>
                    <a:pt x="175874" y="10677"/>
                  </a:lnTo>
                  <a:lnTo>
                    <a:pt x="175313" y="9859"/>
                  </a:lnTo>
                  <a:lnTo>
                    <a:pt x="174751" y="8787"/>
                  </a:lnTo>
                  <a:lnTo>
                    <a:pt x="174138" y="7561"/>
                  </a:lnTo>
                  <a:lnTo>
                    <a:pt x="173627" y="6284"/>
                  </a:lnTo>
                  <a:lnTo>
                    <a:pt x="173269" y="5211"/>
                  </a:lnTo>
                  <a:lnTo>
                    <a:pt x="173167" y="4751"/>
                  </a:lnTo>
                  <a:lnTo>
                    <a:pt x="173116" y="4343"/>
                  </a:lnTo>
                  <a:lnTo>
                    <a:pt x="173116" y="3985"/>
                  </a:lnTo>
                  <a:lnTo>
                    <a:pt x="173116" y="3678"/>
                  </a:lnTo>
                  <a:lnTo>
                    <a:pt x="173167" y="3423"/>
                  </a:lnTo>
                  <a:lnTo>
                    <a:pt x="173218" y="3168"/>
                  </a:lnTo>
                  <a:lnTo>
                    <a:pt x="173371" y="2963"/>
                  </a:lnTo>
                  <a:lnTo>
                    <a:pt x="173474" y="2810"/>
                  </a:lnTo>
                  <a:lnTo>
                    <a:pt x="173678" y="2708"/>
                  </a:lnTo>
                  <a:lnTo>
                    <a:pt x="173882" y="2606"/>
                  </a:lnTo>
                  <a:lnTo>
                    <a:pt x="174087" y="2555"/>
                  </a:lnTo>
                  <a:lnTo>
                    <a:pt x="174342" y="2504"/>
                  </a:lnTo>
                  <a:close/>
                  <a:moveTo>
                    <a:pt x="163206" y="3168"/>
                  </a:moveTo>
                  <a:lnTo>
                    <a:pt x="163717" y="3219"/>
                  </a:lnTo>
                  <a:lnTo>
                    <a:pt x="163972" y="3321"/>
                  </a:lnTo>
                  <a:lnTo>
                    <a:pt x="164228" y="3423"/>
                  </a:lnTo>
                  <a:lnTo>
                    <a:pt x="164739" y="3730"/>
                  </a:lnTo>
                  <a:lnTo>
                    <a:pt x="165301" y="4189"/>
                  </a:lnTo>
                  <a:lnTo>
                    <a:pt x="165811" y="4853"/>
                  </a:lnTo>
                  <a:lnTo>
                    <a:pt x="166373" y="5671"/>
                  </a:lnTo>
                  <a:lnTo>
                    <a:pt x="166986" y="6692"/>
                  </a:lnTo>
                  <a:lnTo>
                    <a:pt x="167548" y="7969"/>
                  </a:lnTo>
                  <a:lnTo>
                    <a:pt x="168059" y="9246"/>
                  </a:lnTo>
                  <a:lnTo>
                    <a:pt x="168416" y="10319"/>
                  </a:lnTo>
                  <a:lnTo>
                    <a:pt x="168570" y="11187"/>
                  </a:lnTo>
                  <a:lnTo>
                    <a:pt x="168621" y="11596"/>
                  </a:lnTo>
                  <a:lnTo>
                    <a:pt x="168621" y="11903"/>
                  </a:lnTo>
                  <a:lnTo>
                    <a:pt x="168570" y="12209"/>
                  </a:lnTo>
                  <a:lnTo>
                    <a:pt x="168519" y="12413"/>
                  </a:lnTo>
                  <a:lnTo>
                    <a:pt x="168365" y="12618"/>
                  </a:lnTo>
                  <a:lnTo>
                    <a:pt x="168263" y="12822"/>
                  </a:lnTo>
                  <a:lnTo>
                    <a:pt x="168059" y="12924"/>
                  </a:lnTo>
                  <a:lnTo>
                    <a:pt x="167906" y="13026"/>
                  </a:lnTo>
                  <a:lnTo>
                    <a:pt x="167650" y="13077"/>
                  </a:lnTo>
                  <a:lnTo>
                    <a:pt x="167446" y="13129"/>
                  </a:lnTo>
                  <a:lnTo>
                    <a:pt x="167293" y="13129"/>
                  </a:lnTo>
                  <a:lnTo>
                    <a:pt x="167037" y="13077"/>
                  </a:lnTo>
                  <a:lnTo>
                    <a:pt x="166782" y="13077"/>
                  </a:lnTo>
                  <a:lnTo>
                    <a:pt x="166526" y="12975"/>
                  </a:lnTo>
                  <a:lnTo>
                    <a:pt x="166271" y="12873"/>
                  </a:lnTo>
                  <a:lnTo>
                    <a:pt x="165760" y="12516"/>
                  </a:lnTo>
                  <a:lnTo>
                    <a:pt x="165198" y="12005"/>
                  </a:lnTo>
                  <a:lnTo>
                    <a:pt x="164636" y="11341"/>
                  </a:lnTo>
                  <a:lnTo>
                    <a:pt x="164075" y="10523"/>
                  </a:lnTo>
                  <a:lnTo>
                    <a:pt x="163513" y="9451"/>
                  </a:lnTo>
                  <a:lnTo>
                    <a:pt x="162900" y="8225"/>
                  </a:lnTo>
                  <a:lnTo>
                    <a:pt x="162389" y="6948"/>
                  </a:lnTo>
                  <a:lnTo>
                    <a:pt x="162031" y="5875"/>
                  </a:lnTo>
                  <a:lnTo>
                    <a:pt x="161878" y="5007"/>
                  </a:lnTo>
                  <a:lnTo>
                    <a:pt x="161878" y="4649"/>
                  </a:lnTo>
                  <a:lnTo>
                    <a:pt x="161878" y="4343"/>
                  </a:lnTo>
                  <a:lnTo>
                    <a:pt x="161929" y="4087"/>
                  </a:lnTo>
                  <a:lnTo>
                    <a:pt x="161980" y="3832"/>
                  </a:lnTo>
                  <a:lnTo>
                    <a:pt x="162082" y="3627"/>
                  </a:lnTo>
                  <a:lnTo>
                    <a:pt x="162236" y="3474"/>
                  </a:lnTo>
                  <a:lnTo>
                    <a:pt x="162389" y="3372"/>
                  </a:lnTo>
                  <a:lnTo>
                    <a:pt x="162593" y="3270"/>
                  </a:lnTo>
                  <a:lnTo>
                    <a:pt x="162798" y="3219"/>
                  </a:lnTo>
                  <a:lnTo>
                    <a:pt x="163053" y="3168"/>
                  </a:lnTo>
                  <a:close/>
                  <a:moveTo>
                    <a:pt x="184763" y="1"/>
                  </a:moveTo>
                  <a:lnTo>
                    <a:pt x="184201" y="52"/>
                  </a:lnTo>
                  <a:lnTo>
                    <a:pt x="183741" y="154"/>
                  </a:lnTo>
                  <a:lnTo>
                    <a:pt x="183332" y="307"/>
                  </a:lnTo>
                  <a:lnTo>
                    <a:pt x="182975" y="511"/>
                  </a:lnTo>
                  <a:lnTo>
                    <a:pt x="182668" y="818"/>
                  </a:lnTo>
                  <a:lnTo>
                    <a:pt x="182413" y="1124"/>
                  </a:lnTo>
                  <a:lnTo>
                    <a:pt x="182209" y="1482"/>
                  </a:lnTo>
                  <a:lnTo>
                    <a:pt x="182055" y="1891"/>
                  </a:lnTo>
                  <a:lnTo>
                    <a:pt x="181953" y="2401"/>
                  </a:lnTo>
                  <a:lnTo>
                    <a:pt x="181902" y="2912"/>
                  </a:lnTo>
                  <a:lnTo>
                    <a:pt x="181953" y="3474"/>
                  </a:lnTo>
                  <a:lnTo>
                    <a:pt x="182055" y="4087"/>
                  </a:lnTo>
                  <a:lnTo>
                    <a:pt x="182157" y="4751"/>
                  </a:lnTo>
                  <a:lnTo>
                    <a:pt x="182362" y="5466"/>
                  </a:lnTo>
                  <a:lnTo>
                    <a:pt x="182668" y="6233"/>
                  </a:lnTo>
                  <a:lnTo>
                    <a:pt x="182975" y="7050"/>
                  </a:lnTo>
                  <a:lnTo>
                    <a:pt x="183332" y="7816"/>
                  </a:lnTo>
                  <a:lnTo>
                    <a:pt x="183741" y="8582"/>
                  </a:lnTo>
                  <a:lnTo>
                    <a:pt x="184150" y="9246"/>
                  </a:lnTo>
                  <a:lnTo>
                    <a:pt x="184558" y="9910"/>
                  </a:lnTo>
                  <a:lnTo>
                    <a:pt x="185018" y="10472"/>
                  </a:lnTo>
                  <a:lnTo>
                    <a:pt x="185427" y="11034"/>
                  </a:lnTo>
                  <a:lnTo>
                    <a:pt x="185886" y="11545"/>
                  </a:lnTo>
                  <a:lnTo>
                    <a:pt x="186397" y="11954"/>
                  </a:lnTo>
                  <a:lnTo>
                    <a:pt x="186857" y="12362"/>
                  </a:lnTo>
                  <a:lnTo>
                    <a:pt x="187368" y="12720"/>
                  </a:lnTo>
                  <a:lnTo>
                    <a:pt x="187879" y="13026"/>
                  </a:lnTo>
                  <a:lnTo>
                    <a:pt x="188389" y="13231"/>
                  </a:lnTo>
                  <a:lnTo>
                    <a:pt x="188900" y="13435"/>
                  </a:lnTo>
                  <a:lnTo>
                    <a:pt x="189411" y="13588"/>
                  </a:lnTo>
                  <a:lnTo>
                    <a:pt x="189922" y="13639"/>
                  </a:lnTo>
                  <a:lnTo>
                    <a:pt x="190433" y="13690"/>
                  </a:lnTo>
                  <a:lnTo>
                    <a:pt x="190739" y="13690"/>
                  </a:lnTo>
                  <a:lnTo>
                    <a:pt x="191250" y="13588"/>
                  </a:lnTo>
                  <a:lnTo>
                    <a:pt x="191710" y="13486"/>
                  </a:lnTo>
                  <a:lnTo>
                    <a:pt x="192169" y="13333"/>
                  </a:lnTo>
                  <a:lnTo>
                    <a:pt x="192527" y="13077"/>
                  </a:lnTo>
                  <a:lnTo>
                    <a:pt x="192833" y="12822"/>
                  </a:lnTo>
                  <a:lnTo>
                    <a:pt x="193089" y="12516"/>
                  </a:lnTo>
                  <a:lnTo>
                    <a:pt x="193293" y="12107"/>
                  </a:lnTo>
                  <a:lnTo>
                    <a:pt x="193446" y="11698"/>
                  </a:lnTo>
                  <a:lnTo>
                    <a:pt x="193498" y="11187"/>
                  </a:lnTo>
                  <a:lnTo>
                    <a:pt x="193549" y="10677"/>
                  </a:lnTo>
                  <a:lnTo>
                    <a:pt x="193498" y="10115"/>
                  </a:lnTo>
                  <a:lnTo>
                    <a:pt x="193446" y="9451"/>
                  </a:lnTo>
                  <a:lnTo>
                    <a:pt x="193293" y="8787"/>
                  </a:lnTo>
                  <a:lnTo>
                    <a:pt x="193089" y="8071"/>
                  </a:lnTo>
                  <a:lnTo>
                    <a:pt x="192782" y="7305"/>
                  </a:lnTo>
                  <a:lnTo>
                    <a:pt x="192476" y="6488"/>
                  </a:lnTo>
                  <a:lnTo>
                    <a:pt x="192118" y="5722"/>
                  </a:lnTo>
                  <a:lnTo>
                    <a:pt x="191710" y="4955"/>
                  </a:lnTo>
                  <a:lnTo>
                    <a:pt x="191301" y="4291"/>
                  </a:lnTo>
                  <a:lnTo>
                    <a:pt x="190892" y="3678"/>
                  </a:lnTo>
                  <a:lnTo>
                    <a:pt x="190484" y="3065"/>
                  </a:lnTo>
                  <a:lnTo>
                    <a:pt x="190024" y="2555"/>
                  </a:lnTo>
                  <a:lnTo>
                    <a:pt x="189564" y="2044"/>
                  </a:lnTo>
                  <a:lnTo>
                    <a:pt x="189105" y="1635"/>
                  </a:lnTo>
                  <a:lnTo>
                    <a:pt x="188594" y="1227"/>
                  </a:lnTo>
                  <a:lnTo>
                    <a:pt x="188134" y="920"/>
                  </a:lnTo>
                  <a:lnTo>
                    <a:pt x="187623" y="614"/>
                  </a:lnTo>
                  <a:lnTo>
                    <a:pt x="187112" y="409"/>
                  </a:lnTo>
                  <a:lnTo>
                    <a:pt x="186602" y="205"/>
                  </a:lnTo>
                  <a:lnTo>
                    <a:pt x="186091" y="103"/>
                  </a:lnTo>
                  <a:lnTo>
                    <a:pt x="185580" y="1"/>
                  </a:lnTo>
                  <a:close/>
                  <a:moveTo>
                    <a:pt x="151917" y="3832"/>
                  </a:moveTo>
                  <a:lnTo>
                    <a:pt x="152428" y="3883"/>
                  </a:lnTo>
                  <a:lnTo>
                    <a:pt x="152683" y="3985"/>
                  </a:lnTo>
                  <a:lnTo>
                    <a:pt x="152939" y="4087"/>
                  </a:lnTo>
                  <a:lnTo>
                    <a:pt x="153501" y="4394"/>
                  </a:lnTo>
                  <a:lnTo>
                    <a:pt x="154012" y="4853"/>
                  </a:lnTo>
                  <a:lnTo>
                    <a:pt x="154573" y="5517"/>
                  </a:lnTo>
                  <a:lnTo>
                    <a:pt x="155135" y="6335"/>
                  </a:lnTo>
                  <a:lnTo>
                    <a:pt x="155697" y="7356"/>
                  </a:lnTo>
                  <a:lnTo>
                    <a:pt x="156310" y="8633"/>
                  </a:lnTo>
                  <a:lnTo>
                    <a:pt x="156821" y="9910"/>
                  </a:lnTo>
                  <a:lnTo>
                    <a:pt x="157179" y="10983"/>
                  </a:lnTo>
                  <a:lnTo>
                    <a:pt x="157332" y="11851"/>
                  </a:lnTo>
                  <a:lnTo>
                    <a:pt x="157383" y="12209"/>
                  </a:lnTo>
                  <a:lnTo>
                    <a:pt x="157332" y="12567"/>
                  </a:lnTo>
                  <a:lnTo>
                    <a:pt x="157332" y="12822"/>
                  </a:lnTo>
                  <a:lnTo>
                    <a:pt x="157230" y="13077"/>
                  </a:lnTo>
                  <a:lnTo>
                    <a:pt x="157127" y="13282"/>
                  </a:lnTo>
                  <a:lnTo>
                    <a:pt x="156974" y="13435"/>
                  </a:lnTo>
                  <a:lnTo>
                    <a:pt x="156821" y="13588"/>
                  </a:lnTo>
                  <a:lnTo>
                    <a:pt x="156617" y="13690"/>
                  </a:lnTo>
                  <a:lnTo>
                    <a:pt x="156412" y="13741"/>
                  </a:lnTo>
                  <a:lnTo>
                    <a:pt x="156157" y="13793"/>
                  </a:lnTo>
                  <a:lnTo>
                    <a:pt x="156055" y="13793"/>
                  </a:lnTo>
                  <a:lnTo>
                    <a:pt x="155799" y="13741"/>
                  </a:lnTo>
                  <a:lnTo>
                    <a:pt x="155544" y="13690"/>
                  </a:lnTo>
                  <a:lnTo>
                    <a:pt x="155289" y="13639"/>
                  </a:lnTo>
                  <a:lnTo>
                    <a:pt x="155033" y="13537"/>
                  </a:lnTo>
                  <a:lnTo>
                    <a:pt x="154522" y="13180"/>
                  </a:lnTo>
                  <a:lnTo>
                    <a:pt x="153960" y="12669"/>
                  </a:lnTo>
                  <a:lnTo>
                    <a:pt x="153399" y="12005"/>
                  </a:lnTo>
                  <a:lnTo>
                    <a:pt x="152837" y="11187"/>
                  </a:lnTo>
                  <a:lnTo>
                    <a:pt x="152224" y="10115"/>
                  </a:lnTo>
                  <a:lnTo>
                    <a:pt x="151662" y="8889"/>
                  </a:lnTo>
                  <a:lnTo>
                    <a:pt x="151151" y="7612"/>
                  </a:lnTo>
                  <a:lnTo>
                    <a:pt x="150793" y="6539"/>
                  </a:lnTo>
                  <a:lnTo>
                    <a:pt x="150640" y="5671"/>
                  </a:lnTo>
                  <a:lnTo>
                    <a:pt x="150589" y="5313"/>
                  </a:lnTo>
                  <a:lnTo>
                    <a:pt x="150589" y="5007"/>
                  </a:lnTo>
                  <a:lnTo>
                    <a:pt x="150640" y="4700"/>
                  </a:lnTo>
                  <a:lnTo>
                    <a:pt x="150742" y="4496"/>
                  </a:lnTo>
                  <a:lnTo>
                    <a:pt x="150844" y="4291"/>
                  </a:lnTo>
                  <a:lnTo>
                    <a:pt x="150998" y="4138"/>
                  </a:lnTo>
                  <a:lnTo>
                    <a:pt x="151151" y="4036"/>
                  </a:lnTo>
                  <a:lnTo>
                    <a:pt x="151355" y="3934"/>
                  </a:lnTo>
                  <a:lnTo>
                    <a:pt x="151560" y="3883"/>
                  </a:lnTo>
                  <a:lnTo>
                    <a:pt x="151815" y="3832"/>
                  </a:lnTo>
                  <a:close/>
                  <a:moveTo>
                    <a:pt x="173780" y="614"/>
                  </a:moveTo>
                  <a:lnTo>
                    <a:pt x="173474" y="665"/>
                  </a:lnTo>
                  <a:lnTo>
                    <a:pt x="172963" y="716"/>
                  </a:lnTo>
                  <a:lnTo>
                    <a:pt x="172503" y="818"/>
                  </a:lnTo>
                  <a:lnTo>
                    <a:pt x="172094" y="971"/>
                  </a:lnTo>
                  <a:lnTo>
                    <a:pt x="171737" y="1175"/>
                  </a:lnTo>
                  <a:lnTo>
                    <a:pt x="171430" y="1482"/>
                  </a:lnTo>
                  <a:lnTo>
                    <a:pt x="171175" y="1788"/>
                  </a:lnTo>
                  <a:lnTo>
                    <a:pt x="170971" y="2146"/>
                  </a:lnTo>
                  <a:lnTo>
                    <a:pt x="170817" y="2555"/>
                  </a:lnTo>
                  <a:lnTo>
                    <a:pt x="170715" y="3065"/>
                  </a:lnTo>
                  <a:lnTo>
                    <a:pt x="170664" y="3576"/>
                  </a:lnTo>
                  <a:lnTo>
                    <a:pt x="170715" y="4138"/>
                  </a:lnTo>
                  <a:lnTo>
                    <a:pt x="170766" y="4751"/>
                  </a:lnTo>
                  <a:lnTo>
                    <a:pt x="170919" y="5415"/>
                  </a:lnTo>
                  <a:lnTo>
                    <a:pt x="171124" y="6130"/>
                  </a:lnTo>
                  <a:lnTo>
                    <a:pt x="171379" y="6897"/>
                  </a:lnTo>
                  <a:lnTo>
                    <a:pt x="171737" y="7714"/>
                  </a:lnTo>
                  <a:lnTo>
                    <a:pt x="172094" y="8480"/>
                  </a:lnTo>
                  <a:lnTo>
                    <a:pt x="172503" y="9246"/>
                  </a:lnTo>
                  <a:lnTo>
                    <a:pt x="172912" y="9910"/>
                  </a:lnTo>
                  <a:lnTo>
                    <a:pt x="173320" y="10574"/>
                  </a:lnTo>
                  <a:lnTo>
                    <a:pt x="173729" y="11136"/>
                  </a:lnTo>
                  <a:lnTo>
                    <a:pt x="174189" y="11698"/>
                  </a:lnTo>
                  <a:lnTo>
                    <a:pt x="174648" y="12209"/>
                  </a:lnTo>
                  <a:lnTo>
                    <a:pt x="175159" y="12618"/>
                  </a:lnTo>
                  <a:lnTo>
                    <a:pt x="175619" y="13026"/>
                  </a:lnTo>
                  <a:lnTo>
                    <a:pt x="176130" y="13384"/>
                  </a:lnTo>
                  <a:lnTo>
                    <a:pt x="176641" y="13690"/>
                  </a:lnTo>
                  <a:lnTo>
                    <a:pt x="177151" y="13895"/>
                  </a:lnTo>
                  <a:lnTo>
                    <a:pt x="177662" y="14099"/>
                  </a:lnTo>
                  <a:lnTo>
                    <a:pt x="178173" y="14252"/>
                  </a:lnTo>
                  <a:lnTo>
                    <a:pt x="178684" y="14303"/>
                  </a:lnTo>
                  <a:lnTo>
                    <a:pt x="179195" y="14354"/>
                  </a:lnTo>
                  <a:lnTo>
                    <a:pt x="179501" y="14303"/>
                  </a:lnTo>
                  <a:lnTo>
                    <a:pt x="180012" y="14252"/>
                  </a:lnTo>
                  <a:lnTo>
                    <a:pt x="180472" y="14150"/>
                  </a:lnTo>
                  <a:lnTo>
                    <a:pt x="180931" y="13997"/>
                  </a:lnTo>
                  <a:lnTo>
                    <a:pt x="181289" y="13741"/>
                  </a:lnTo>
                  <a:lnTo>
                    <a:pt x="181596" y="13486"/>
                  </a:lnTo>
                  <a:lnTo>
                    <a:pt x="181851" y="13180"/>
                  </a:lnTo>
                  <a:lnTo>
                    <a:pt x="182055" y="12771"/>
                  </a:lnTo>
                  <a:lnTo>
                    <a:pt x="182157" y="12362"/>
                  </a:lnTo>
                  <a:lnTo>
                    <a:pt x="182260" y="11851"/>
                  </a:lnTo>
                  <a:lnTo>
                    <a:pt x="182311" y="11341"/>
                  </a:lnTo>
                  <a:lnTo>
                    <a:pt x="182260" y="10779"/>
                  </a:lnTo>
                  <a:lnTo>
                    <a:pt x="182157" y="10115"/>
                  </a:lnTo>
                  <a:lnTo>
                    <a:pt x="182004" y="9451"/>
                  </a:lnTo>
                  <a:lnTo>
                    <a:pt x="181800" y="8736"/>
                  </a:lnTo>
                  <a:lnTo>
                    <a:pt x="181544" y="7969"/>
                  </a:lnTo>
                  <a:lnTo>
                    <a:pt x="181187" y="7152"/>
                  </a:lnTo>
                  <a:lnTo>
                    <a:pt x="180829" y="6386"/>
                  </a:lnTo>
                  <a:lnTo>
                    <a:pt x="180472" y="5620"/>
                  </a:lnTo>
                  <a:lnTo>
                    <a:pt x="180063" y="4955"/>
                  </a:lnTo>
                  <a:lnTo>
                    <a:pt x="179654" y="4343"/>
                  </a:lnTo>
                  <a:lnTo>
                    <a:pt x="179195" y="3730"/>
                  </a:lnTo>
                  <a:lnTo>
                    <a:pt x="178786" y="3219"/>
                  </a:lnTo>
                  <a:lnTo>
                    <a:pt x="178326" y="2708"/>
                  </a:lnTo>
                  <a:lnTo>
                    <a:pt x="177867" y="2299"/>
                  </a:lnTo>
                  <a:lnTo>
                    <a:pt x="177356" y="1891"/>
                  </a:lnTo>
                  <a:lnTo>
                    <a:pt x="176896" y="1584"/>
                  </a:lnTo>
                  <a:lnTo>
                    <a:pt x="176385" y="1278"/>
                  </a:lnTo>
                  <a:lnTo>
                    <a:pt x="175874" y="1073"/>
                  </a:lnTo>
                  <a:lnTo>
                    <a:pt x="175364" y="869"/>
                  </a:lnTo>
                  <a:lnTo>
                    <a:pt x="174853" y="716"/>
                  </a:lnTo>
                  <a:lnTo>
                    <a:pt x="174342" y="665"/>
                  </a:lnTo>
                  <a:lnTo>
                    <a:pt x="173780" y="614"/>
                  </a:lnTo>
                  <a:close/>
                  <a:moveTo>
                    <a:pt x="136286" y="4751"/>
                  </a:moveTo>
                  <a:lnTo>
                    <a:pt x="136797" y="4802"/>
                  </a:lnTo>
                  <a:lnTo>
                    <a:pt x="137308" y="5007"/>
                  </a:lnTo>
                  <a:lnTo>
                    <a:pt x="137819" y="5313"/>
                  </a:lnTo>
                  <a:lnTo>
                    <a:pt x="138381" y="5773"/>
                  </a:lnTo>
                  <a:lnTo>
                    <a:pt x="138942" y="6437"/>
                  </a:lnTo>
                  <a:lnTo>
                    <a:pt x="139504" y="7254"/>
                  </a:lnTo>
                  <a:lnTo>
                    <a:pt x="140066" y="8276"/>
                  </a:lnTo>
                  <a:lnTo>
                    <a:pt x="140679" y="9502"/>
                  </a:lnTo>
                  <a:lnTo>
                    <a:pt x="141190" y="10830"/>
                  </a:lnTo>
                  <a:lnTo>
                    <a:pt x="141497" y="11903"/>
                  </a:lnTo>
                  <a:lnTo>
                    <a:pt x="141701" y="12771"/>
                  </a:lnTo>
                  <a:lnTo>
                    <a:pt x="141701" y="13129"/>
                  </a:lnTo>
                  <a:lnTo>
                    <a:pt x="141701" y="13486"/>
                  </a:lnTo>
                  <a:lnTo>
                    <a:pt x="141650" y="13741"/>
                  </a:lnTo>
                  <a:lnTo>
                    <a:pt x="141599" y="13997"/>
                  </a:lnTo>
                  <a:lnTo>
                    <a:pt x="141497" y="14201"/>
                  </a:lnTo>
                  <a:lnTo>
                    <a:pt x="141343" y="14354"/>
                  </a:lnTo>
                  <a:lnTo>
                    <a:pt x="141190" y="14508"/>
                  </a:lnTo>
                  <a:lnTo>
                    <a:pt x="140986" y="14610"/>
                  </a:lnTo>
                  <a:lnTo>
                    <a:pt x="140781" y="14661"/>
                  </a:lnTo>
                  <a:lnTo>
                    <a:pt x="140526" y="14712"/>
                  </a:lnTo>
                  <a:lnTo>
                    <a:pt x="140424" y="14712"/>
                  </a:lnTo>
                  <a:lnTo>
                    <a:pt x="140168" y="14661"/>
                  </a:lnTo>
                  <a:lnTo>
                    <a:pt x="139913" y="14610"/>
                  </a:lnTo>
                  <a:lnTo>
                    <a:pt x="139658" y="14559"/>
                  </a:lnTo>
                  <a:lnTo>
                    <a:pt x="139402" y="14457"/>
                  </a:lnTo>
                  <a:lnTo>
                    <a:pt x="138840" y="14099"/>
                  </a:lnTo>
                  <a:lnTo>
                    <a:pt x="138329" y="13588"/>
                  </a:lnTo>
                  <a:lnTo>
                    <a:pt x="137768" y="12924"/>
                  </a:lnTo>
                  <a:lnTo>
                    <a:pt x="137206" y="12107"/>
                  </a:lnTo>
                  <a:lnTo>
                    <a:pt x="136593" y="11034"/>
                  </a:lnTo>
                  <a:lnTo>
                    <a:pt x="136031" y="9808"/>
                  </a:lnTo>
                  <a:lnTo>
                    <a:pt x="135469" y="8531"/>
                  </a:lnTo>
                  <a:lnTo>
                    <a:pt x="135162" y="7458"/>
                  </a:lnTo>
                  <a:lnTo>
                    <a:pt x="135009" y="6590"/>
                  </a:lnTo>
                  <a:lnTo>
                    <a:pt x="134958" y="6233"/>
                  </a:lnTo>
                  <a:lnTo>
                    <a:pt x="134958" y="5926"/>
                  </a:lnTo>
                  <a:lnTo>
                    <a:pt x="135009" y="5620"/>
                  </a:lnTo>
                  <a:lnTo>
                    <a:pt x="135111" y="5415"/>
                  </a:lnTo>
                  <a:lnTo>
                    <a:pt x="135214" y="5211"/>
                  </a:lnTo>
                  <a:lnTo>
                    <a:pt x="135367" y="5058"/>
                  </a:lnTo>
                  <a:lnTo>
                    <a:pt x="135520" y="4955"/>
                  </a:lnTo>
                  <a:lnTo>
                    <a:pt x="135724" y="4853"/>
                  </a:lnTo>
                  <a:lnTo>
                    <a:pt x="135929" y="4802"/>
                  </a:lnTo>
                  <a:lnTo>
                    <a:pt x="136184" y="4751"/>
                  </a:lnTo>
                  <a:close/>
                  <a:moveTo>
                    <a:pt x="162542" y="1278"/>
                  </a:moveTo>
                  <a:lnTo>
                    <a:pt x="162236" y="1329"/>
                  </a:lnTo>
                  <a:lnTo>
                    <a:pt x="161725" y="1380"/>
                  </a:lnTo>
                  <a:lnTo>
                    <a:pt x="161265" y="1482"/>
                  </a:lnTo>
                  <a:lnTo>
                    <a:pt x="160856" y="1635"/>
                  </a:lnTo>
                  <a:lnTo>
                    <a:pt x="160499" y="1840"/>
                  </a:lnTo>
                  <a:lnTo>
                    <a:pt x="160141" y="2146"/>
                  </a:lnTo>
                  <a:lnTo>
                    <a:pt x="159886" y="2453"/>
                  </a:lnTo>
                  <a:lnTo>
                    <a:pt x="159682" y="2810"/>
                  </a:lnTo>
                  <a:lnTo>
                    <a:pt x="159528" y="3219"/>
                  </a:lnTo>
                  <a:lnTo>
                    <a:pt x="159477" y="3678"/>
                  </a:lnTo>
                  <a:lnTo>
                    <a:pt x="159426" y="4240"/>
                  </a:lnTo>
                  <a:lnTo>
                    <a:pt x="159426" y="4802"/>
                  </a:lnTo>
                  <a:lnTo>
                    <a:pt x="159528" y="5415"/>
                  </a:lnTo>
                  <a:lnTo>
                    <a:pt x="159682" y="6079"/>
                  </a:lnTo>
                  <a:lnTo>
                    <a:pt x="159886" y="6794"/>
                  </a:lnTo>
                  <a:lnTo>
                    <a:pt x="160141" y="7561"/>
                  </a:lnTo>
                  <a:lnTo>
                    <a:pt x="160499" y="8378"/>
                  </a:lnTo>
                  <a:lnTo>
                    <a:pt x="160856" y="9144"/>
                  </a:lnTo>
                  <a:lnTo>
                    <a:pt x="161265" y="9910"/>
                  </a:lnTo>
                  <a:lnTo>
                    <a:pt x="161623" y="10574"/>
                  </a:lnTo>
                  <a:lnTo>
                    <a:pt x="162082" y="11239"/>
                  </a:lnTo>
                  <a:lnTo>
                    <a:pt x="162491" y="11800"/>
                  </a:lnTo>
                  <a:lnTo>
                    <a:pt x="162951" y="12362"/>
                  </a:lnTo>
                  <a:lnTo>
                    <a:pt x="163411" y="12873"/>
                  </a:lnTo>
                  <a:lnTo>
                    <a:pt x="163870" y="13282"/>
                  </a:lnTo>
                  <a:lnTo>
                    <a:pt x="164381" y="13690"/>
                  </a:lnTo>
                  <a:lnTo>
                    <a:pt x="164841" y="14048"/>
                  </a:lnTo>
                  <a:lnTo>
                    <a:pt x="165352" y="14303"/>
                  </a:lnTo>
                  <a:lnTo>
                    <a:pt x="165862" y="14559"/>
                  </a:lnTo>
                  <a:lnTo>
                    <a:pt x="166373" y="14763"/>
                  </a:lnTo>
                  <a:lnTo>
                    <a:pt x="166935" y="14865"/>
                  </a:lnTo>
                  <a:lnTo>
                    <a:pt x="167446" y="14967"/>
                  </a:lnTo>
                  <a:lnTo>
                    <a:pt x="167957" y="15019"/>
                  </a:lnTo>
                  <a:lnTo>
                    <a:pt x="168263" y="14967"/>
                  </a:lnTo>
                  <a:lnTo>
                    <a:pt x="168774" y="14916"/>
                  </a:lnTo>
                  <a:lnTo>
                    <a:pt x="169234" y="14814"/>
                  </a:lnTo>
                  <a:lnTo>
                    <a:pt x="169642" y="14661"/>
                  </a:lnTo>
                  <a:lnTo>
                    <a:pt x="170000" y="14406"/>
                  </a:lnTo>
                  <a:lnTo>
                    <a:pt x="170307" y="14150"/>
                  </a:lnTo>
                  <a:lnTo>
                    <a:pt x="170562" y="13844"/>
                  </a:lnTo>
                  <a:lnTo>
                    <a:pt x="170766" y="13435"/>
                  </a:lnTo>
                  <a:lnTo>
                    <a:pt x="170919" y="13026"/>
                  </a:lnTo>
                  <a:lnTo>
                    <a:pt x="171022" y="12516"/>
                  </a:lnTo>
                  <a:lnTo>
                    <a:pt x="171022" y="12005"/>
                  </a:lnTo>
                  <a:lnTo>
                    <a:pt x="171022" y="11443"/>
                  </a:lnTo>
                  <a:lnTo>
                    <a:pt x="170919" y="10779"/>
                  </a:lnTo>
                  <a:lnTo>
                    <a:pt x="170766" y="10115"/>
                  </a:lnTo>
                  <a:lnTo>
                    <a:pt x="170562" y="9400"/>
                  </a:lnTo>
                  <a:lnTo>
                    <a:pt x="170307" y="8633"/>
                  </a:lnTo>
                  <a:lnTo>
                    <a:pt x="169949" y="7816"/>
                  </a:lnTo>
                  <a:lnTo>
                    <a:pt x="169591" y="7050"/>
                  </a:lnTo>
                  <a:lnTo>
                    <a:pt x="169183" y="6284"/>
                  </a:lnTo>
                  <a:lnTo>
                    <a:pt x="168825" y="5620"/>
                  </a:lnTo>
                  <a:lnTo>
                    <a:pt x="168365" y="5007"/>
                  </a:lnTo>
                  <a:lnTo>
                    <a:pt x="167957" y="4394"/>
                  </a:lnTo>
                  <a:lnTo>
                    <a:pt x="167497" y="3883"/>
                  </a:lnTo>
                  <a:lnTo>
                    <a:pt x="167037" y="3372"/>
                  </a:lnTo>
                  <a:lnTo>
                    <a:pt x="166578" y="2963"/>
                  </a:lnTo>
                  <a:lnTo>
                    <a:pt x="166118" y="2555"/>
                  </a:lnTo>
                  <a:lnTo>
                    <a:pt x="165607" y="2248"/>
                  </a:lnTo>
                  <a:lnTo>
                    <a:pt x="165096" y="1942"/>
                  </a:lnTo>
                  <a:lnTo>
                    <a:pt x="164636" y="1686"/>
                  </a:lnTo>
                  <a:lnTo>
                    <a:pt x="164126" y="1533"/>
                  </a:lnTo>
                  <a:lnTo>
                    <a:pt x="163564" y="1380"/>
                  </a:lnTo>
                  <a:lnTo>
                    <a:pt x="163053" y="1329"/>
                  </a:lnTo>
                  <a:lnTo>
                    <a:pt x="162542" y="1278"/>
                  </a:lnTo>
                  <a:close/>
                  <a:moveTo>
                    <a:pt x="125048" y="5415"/>
                  </a:moveTo>
                  <a:lnTo>
                    <a:pt x="125559" y="5466"/>
                  </a:lnTo>
                  <a:lnTo>
                    <a:pt x="126070" y="5671"/>
                  </a:lnTo>
                  <a:lnTo>
                    <a:pt x="126581" y="5977"/>
                  </a:lnTo>
                  <a:lnTo>
                    <a:pt x="127143" y="6437"/>
                  </a:lnTo>
                  <a:lnTo>
                    <a:pt x="127653" y="7101"/>
                  </a:lnTo>
                  <a:lnTo>
                    <a:pt x="128215" y="7918"/>
                  </a:lnTo>
                  <a:lnTo>
                    <a:pt x="128828" y="8940"/>
                  </a:lnTo>
                  <a:lnTo>
                    <a:pt x="129390" y="10166"/>
                  </a:lnTo>
                  <a:lnTo>
                    <a:pt x="129901" y="11494"/>
                  </a:lnTo>
                  <a:lnTo>
                    <a:pt x="130259" y="12567"/>
                  </a:lnTo>
                  <a:lnTo>
                    <a:pt x="130412" y="13435"/>
                  </a:lnTo>
                  <a:lnTo>
                    <a:pt x="130463" y="13793"/>
                  </a:lnTo>
                  <a:lnTo>
                    <a:pt x="130463" y="14150"/>
                  </a:lnTo>
                  <a:lnTo>
                    <a:pt x="130412" y="14406"/>
                  </a:lnTo>
                  <a:lnTo>
                    <a:pt x="130361" y="14661"/>
                  </a:lnTo>
                  <a:lnTo>
                    <a:pt x="130259" y="14865"/>
                  </a:lnTo>
                  <a:lnTo>
                    <a:pt x="130105" y="15019"/>
                  </a:lnTo>
                  <a:lnTo>
                    <a:pt x="129952" y="15172"/>
                  </a:lnTo>
                  <a:lnTo>
                    <a:pt x="129748" y="15274"/>
                  </a:lnTo>
                  <a:lnTo>
                    <a:pt x="129543" y="15325"/>
                  </a:lnTo>
                  <a:lnTo>
                    <a:pt x="129288" y="15325"/>
                  </a:lnTo>
                  <a:lnTo>
                    <a:pt x="129186" y="15376"/>
                  </a:lnTo>
                  <a:lnTo>
                    <a:pt x="128930" y="15325"/>
                  </a:lnTo>
                  <a:lnTo>
                    <a:pt x="128675" y="15274"/>
                  </a:lnTo>
                  <a:lnTo>
                    <a:pt x="128420" y="15223"/>
                  </a:lnTo>
                  <a:lnTo>
                    <a:pt x="128164" y="15121"/>
                  </a:lnTo>
                  <a:lnTo>
                    <a:pt x="127602" y="14763"/>
                  </a:lnTo>
                  <a:lnTo>
                    <a:pt x="127040" y="14252"/>
                  </a:lnTo>
                  <a:lnTo>
                    <a:pt x="126479" y="13588"/>
                  </a:lnTo>
                  <a:lnTo>
                    <a:pt x="125917" y="12771"/>
                  </a:lnTo>
                  <a:lnTo>
                    <a:pt x="125355" y="11698"/>
                  </a:lnTo>
                  <a:lnTo>
                    <a:pt x="124742" y="10472"/>
                  </a:lnTo>
                  <a:lnTo>
                    <a:pt x="124231" y="9195"/>
                  </a:lnTo>
                  <a:lnTo>
                    <a:pt x="123924" y="8123"/>
                  </a:lnTo>
                  <a:lnTo>
                    <a:pt x="123771" y="7663"/>
                  </a:lnTo>
                  <a:lnTo>
                    <a:pt x="123720" y="7254"/>
                  </a:lnTo>
                  <a:lnTo>
                    <a:pt x="123720" y="6897"/>
                  </a:lnTo>
                  <a:lnTo>
                    <a:pt x="123720" y="6590"/>
                  </a:lnTo>
                  <a:lnTo>
                    <a:pt x="123771" y="6284"/>
                  </a:lnTo>
                  <a:lnTo>
                    <a:pt x="123822" y="6079"/>
                  </a:lnTo>
                  <a:lnTo>
                    <a:pt x="123976" y="5875"/>
                  </a:lnTo>
                  <a:lnTo>
                    <a:pt x="124078" y="5722"/>
                  </a:lnTo>
                  <a:lnTo>
                    <a:pt x="124282" y="5568"/>
                  </a:lnTo>
                  <a:lnTo>
                    <a:pt x="124486" y="5517"/>
                  </a:lnTo>
                  <a:lnTo>
                    <a:pt x="124691" y="5466"/>
                  </a:lnTo>
                  <a:lnTo>
                    <a:pt x="124946" y="5415"/>
                  </a:lnTo>
                  <a:close/>
                  <a:moveTo>
                    <a:pt x="150998" y="1942"/>
                  </a:moveTo>
                  <a:lnTo>
                    <a:pt x="150487" y="2044"/>
                  </a:lnTo>
                  <a:lnTo>
                    <a:pt x="149976" y="2146"/>
                  </a:lnTo>
                  <a:lnTo>
                    <a:pt x="149567" y="2299"/>
                  </a:lnTo>
                  <a:lnTo>
                    <a:pt x="149210" y="2504"/>
                  </a:lnTo>
                  <a:lnTo>
                    <a:pt x="148903" y="2759"/>
                  </a:lnTo>
                  <a:lnTo>
                    <a:pt x="148648" y="3117"/>
                  </a:lnTo>
                  <a:lnTo>
                    <a:pt x="148444" y="3474"/>
                  </a:lnTo>
                  <a:lnTo>
                    <a:pt x="148290" y="3883"/>
                  </a:lnTo>
                  <a:lnTo>
                    <a:pt x="148188" y="4343"/>
                  </a:lnTo>
                  <a:lnTo>
                    <a:pt x="148188" y="4904"/>
                  </a:lnTo>
                  <a:lnTo>
                    <a:pt x="148188" y="5466"/>
                  </a:lnTo>
                  <a:lnTo>
                    <a:pt x="148290" y="6079"/>
                  </a:lnTo>
                  <a:lnTo>
                    <a:pt x="148444" y="6743"/>
                  </a:lnTo>
                  <a:lnTo>
                    <a:pt x="148648" y="7458"/>
                  </a:lnTo>
                  <a:lnTo>
                    <a:pt x="148903" y="8225"/>
                  </a:lnTo>
                  <a:lnTo>
                    <a:pt x="149210" y="9042"/>
                  </a:lnTo>
                  <a:lnTo>
                    <a:pt x="149618" y="9808"/>
                  </a:lnTo>
                  <a:lnTo>
                    <a:pt x="149976" y="10523"/>
                  </a:lnTo>
                  <a:lnTo>
                    <a:pt x="150385" y="11239"/>
                  </a:lnTo>
                  <a:lnTo>
                    <a:pt x="150793" y="11903"/>
                  </a:lnTo>
                  <a:lnTo>
                    <a:pt x="151253" y="12464"/>
                  </a:lnTo>
                  <a:lnTo>
                    <a:pt x="151713" y="13026"/>
                  </a:lnTo>
                  <a:lnTo>
                    <a:pt x="152173" y="13537"/>
                  </a:lnTo>
                  <a:lnTo>
                    <a:pt x="152632" y="13946"/>
                  </a:lnTo>
                  <a:lnTo>
                    <a:pt x="153092" y="14354"/>
                  </a:lnTo>
                  <a:lnTo>
                    <a:pt x="153603" y="14712"/>
                  </a:lnTo>
                  <a:lnTo>
                    <a:pt x="154114" y="14967"/>
                  </a:lnTo>
                  <a:lnTo>
                    <a:pt x="154624" y="15223"/>
                  </a:lnTo>
                  <a:lnTo>
                    <a:pt x="155135" y="15427"/>
                  </a:lnTo>
                  <a:lnTo>
                    <a:pt x="155646" y="15529"/>
                  </a:lnTo>
                  <a:lnTo>
                    <a:pt x="156157" y="15631"/>
                  </a:lnTo>
                  <a:lnTo>
                    <a:pt x="156974" y="15631"/>
                  </a:lnTo>
                  <a:lnTo>
                    <a:pt x="157536" y="15580"/>
                  </a:lnTo>
                  <a:lnTo>
                    <a:pt x="157996" y="15478"/>
                  </a:lnTo>
                  <a:lnTo>
                    <a:pt x="158405" y="15325"/>
                  </a:lnTo>
                  <a:lnTo>
                    <a:pt x="158762" y="15070"/>
                  </a:lnTo>
                  <a:lnTo>
                    <a:pt x="159069" y="14814"/>
                  </a:lnTo>
                  <a:lnTo>
                    <a:pt x="159324" y="14457"/>
                  </a:lnTo>
                  <a:lnTo>
                    <a:pt x="159528" y="14099"/>
                  </a:lnTo>
                  <a:lnTo>
                    <a:pt x="159682" y="13690"/>
                  </a:lnTo>
                  <a:lnTo>
                    <a:pt x="159784" y="13180"/>
                  </a:lnTo>
                  <a:lnTo>
                    <a:pt x="159784" y="12669"/>
                  </a:lnTo>
                  <a:lnTo>
                    <a:pt x="159784" y="12056"/>
                  </a:lnTo>
                  <a:lnTo>
                    <a:pt x="159682" y="11443"/>
                  </a:lnTo>
                  <a:lnTo>
                    <a:pt x="159528" y="10779"/>
                  </a:lnTo>
                  <a:lnTo>
                    <a:pt x="159324" y="10064"/>
                  </a:lnTo>
                  <a:lnTo>
                    <a:pt x="159017" y="9297"/>
                  </a:lnTo>
                  <a:lnTo>
                    <a:pt x="158711" y="8480"/>
                  </a:lnTo>
                  <a:lnTo>
                    <a:pt x="158353" y="7663"/>
                  </a:lnTo>
                  <a:lnTo>
                    <a:pt x="157945" y="6948"/>
                  </a:lnTo>
                  <a:lnTo>
                    <a:pt x="157587" y="6284"/>
                  </a:lnTo>
                  <a:lnTo>
                    <a:pt x="157127" y="5620"/>
                  </a:lnTo>
                  <a:lnTo>
                    <a:pt x="156719" y="5058"/>
                  </a:lnTo>
                  <a:lnTo>
                    <a:pt x="156259" y="4547"/>
                  </a:lnTo>
                  <a:lnTo>
                    <a:pt x="155799" y="4036"/>
                  </a:lnTo>
                  <a:lnTo>
                    <a:pt x="155340" y="3627"/>
                  </a:lnTo>
                  <a:lnTo>
                    <a:pt x="154880" y="3219"/>
                  </a:lnTo>
                  <a:lnTo>
                    <a:pt x="154369" y="2912"/>
                  </a:lnTo>
                  <a:lnTo>
                    <a:pt x="153858" y="2606"/>
                  </a:lnTo>
                  <a:lnTo>
                    <a:pt x="153347" y="2350"/>
                  </a:lnTo>
                  <a:lnTo>
                    <a:pt x="152837" y="2197"/>
                  </a:lnTo>
                  <a:lnTo>
                    <a:pt x="152326" y="2044"/>
                  </a:lnTo>
                  <a:lnTo>
                    <a:pt x="151815" y="1993"/>
                  </a:lnTo>
                  <a:lnTo>
                    <a:pt x="151304" y="1942"/>
                  </a:lnTo>
                  <a:close/>
                  <a:moveTo>
                    <a:pt x="113810" y="6079"/>
                  </a:moveTo>
                  <a:lnTo>
                    <a:pt x="114321" y="6130"/>
                  </a:lnTo>
                  <a:lnTo>
                    <a:pt x="114577" y="6181"/>
                  </a:lnTo>
                  <a:lnTo>
                    <a:pt x="114832" y="6335"/>
                  </a:lnTo>
                  <a:lnTo>
                    <a:pt x="115343" y="6641"/>
                  </a:lnTo>
                  <a:lnTo>
                    <a:pt x="115905" y="7101"/>
                  </a:lnTo>
                  <a:lnTo>
                    <a:pt x="116416" y="7765"/>
                  </a:lnTo>
                  <a:lnTo>
                    <a:pt x="116977" y="8582"/>
                  </a:lnTo>
                  <a:lnTo>
                    <a:pt x="117590" y="9604"/>
                  </a:lnTo>
                  <a:lnTo>
                    <a:pt x="118152" y="10830"/>
                  </a:lnTo>
                  <a:lnTo>
                    <a:pt x="118663" y="12158"/>
                  </a:lnTo>
                  <a:lnTo>
                    <a:pt x="119021" y="13231"/>
                  </a:lnTo>
                  <a:lnTo>
                    <a:pt x="119174" y="14099"/>
                  </a:lnTo>
                  <a:lnTo>
                    <a:pt x="119225" y="14457"/>
                  </a:lnTo>
                  <a:lnTo>
                    <a:pt x="119225" y="14814"/>
                  </a:lnTo>
                  <a:lnTo>
                    <a:pt x="119174" y="15070"/>
                  </a:lnTo>
                  <a:lnTo>
                    <a:pt x="119123" y="15325"/>
                  </a:lnTo>
                  <a:lnTo>
                    <a:pt x="118970" y="15529"/>
                  </a:lnTo>
                  <a:lnTo>
                    <a:pt x="118867" y="15683"/>
                  </a:lnTo>
                  <a:lnTo>
                    <a:pt x="118714" y="15836"/>
                  </a:lnTo>
                  <a:lnTo>
                    <a:pt x="118510" y="15938"/>
                  </a:lnTo>
                  <a:lnTo>
                    <a:pt x="118254" y="15989"/>
                  </a:lnTo>
                  <a:lnTo>
                    <a:pt x="117641" y="15989"/>
                  </a:lnTo>
                  <a:lnTo>
                    <a:pt x="117386" y="15938"/>
                  </a:lnTo>
                  <a:lnTo>
                    <a:pt x="117131" y="15887"/>
                  </a:lnTo>
                  <a:lnTo>
                    <a:pt x="116875" y="15734"/>
                  </a:lnTo>
                  <a:lnTo>
                    <a:pt x="116364" y="15427"/>
                  </a:lnTo>
                  <a:lnTo>
                    <a:pt x="115803" y="14916"/>
                  </a:lnTo>
                  <a:lnTo>
                    <a:pt x="115241" y="14252"/>
                  </a:lnTo>
                  <a:lnTo>
                    <a:pt x="114679" y="13384"/>
                  </a:lnTo>
                  <a:lnTo>
                    <a:pt x="114117" y="12362"/>
                  </a:lnTo>
                  <a:lnTo>
                    <a:pt x="113504" y="11136"/>
                  </a:lnTo>
                  <a:lnTo>
                    <a:pt x="112993" y="9859"/>
                  </a:lnTo>
                  <a:lnTo>
                    <a:pt x="112635" y="8787"/>
                  </a:lnTo>
                  <a:lnTo>
                    <a:pt x="112482" y="7918"/>
                  </a:lnTo>
                  <a:lnTo>
                    <a:pt x="112482" y="7561"/>
                  </a:lnTo>
                  <a:lnTo>
                    <a:pt x="112482" y="7254"/>
                  </a:lnTo>
                  <a:lnTo>
                    <a:pt x="112533" y="6948"/>
                  </a:lnTo>
                  <a:lnTo>
                    <a:pt x="112584" y="6743"/>
                  </a:lnTo>
                  <a:lnTo>
                    <a:pt x="112687" y="6539"/>
                  </a:lnTo>
                  <a:lnTo>
                    <a:pt x="112840" y="6386"/>
                  </a:lnTo>
                  <a:lnTo>
                    <a:pt x="112993" y="6233"/>
                  </a:lnTo>
                  <a:lnTo>
                    <a:pt x="113197" y="6181"/>
                  </a:lnTo>
                  <a:lnTo>
                    <a:pt x="113402" y="6079"/>
                  </a:lnTo>
                  <a:close/>
                  <a:moveTo>
                    <a:pt x="135367" y="2861"/>
                  </a:moveTo>
                  <a:lnTo>
                    <a:pt x="134805" y="2963"/>
                  </a:lnTo>
                  <a:lnTo>
                    <a:pt x="134345" y="3065"/>
                  </a:lnTo>
                  <a:lnTo>
                    <a:pt x="133936" y="3219"/>
                  </a:lnTo>
                  <a:lnTo>
                    <a:pt x="133579" y="3423"/>
                  </a:lnTo>
                  <a:lnTo>
                    <a:pt x="133272" y="3678"/>
                  </a:lnTo>
                  <a:lnTo>
                    <a:pt x="133017" y="4036"/>
                  </a:lnTo>
                  <a:lnTo>
                    <a:pt x="132813" y="4394"/>
                  </a:lnTo>
                  <a:lnTo>
                    <a:pt x="132659" y="4802"/>
                  </a:lnTo>
                  <a:lnTo>
                    <a:pt x="132557" y="5262"/>
                  </a:lnTo>
                  <a:lnTo>
                    <a:pt x="132506" y="5824"/>
                  </a:lnTo>
                  <a:lnTo>
                    <a:pt x="132557" y="6386"/>
                  </a:lnTo>
                  <a:lnTo>
                    <a:pt x="132659" y="6999"/>
                  </a:lnTo>
                  <a:lnTo>
                    <a:pt x="132762" y="7663"/>
                  </a:lnTo>
                  <a:lnTo>
                    <a:pt x="133017" y="8378"/>
                  </a:lnTo>
                  <a:lnTo>
                    <a:pt x="133272" y="9144"/>
                  </a:lnTo>
                  <a:lnTo>
                    <a:pt x="133579" y="9961"/>
                  </a:lnTo>
                  <a:lnTo>
                    <a:pt x="133936" y="10728"/>
                  </a:lnTo>
                  <a:lnTo>
                    <a:pt x="134345" y="11443"/>
                  </a:lnTo>
                  <a:lnTo>
                    <a:pt x="134754" y="12158"/>
                  </a:lnTo>
                  <a:lnTo>
                    <a:pt x="135162" y="12771"/>
                  </a:lnTo>
                  <a:lnTo>
                    <a:pt x="135622" y="13384"/>
                  </a:lnTo>
                  <a:lnTo>
                    <a:pt x="136031" y="13946"/>
                  </a:lnTo>
                  <a:lnTo>
                    <a:pt x="136491" y="14406"/>
                  </a:lnTo>
                  <a:lnTo>
                    <a:pt x="137001" y="14865"/>
                  </a:lnTo>
                  <a:lnTo>
                    <a:pt x="137461" y="15274"/>
                  </a:lnTo>
                  <a:lnTo>
                    <a:pt x="137972" y="15631"/>
                  </a:lnTo>
                  <a:lnTo>
                    <a:pt x="138483" y="15887"/>
                  </a:lnTo>
                  <a:lnTo>
                    <a:pt x="138994" y="16142"/>
                  </a:lnTo>
                  <a:lnTo>
                    <a:pt x="139504" y="16347"/>
                  </a:lnTo>
                  <a:lnTo>
                    <a:pt x="140015" y="16449"/>
                  </a:lnTo>
                  <a:lnTo>
                    <a:pt x="140526" y="16551"/>
                  </a:lnTo>
                  <a:lnTo>
                    <a:pt x="141343" y="16551"/>
                  </a:lnTo>
                  <a:lnTo>
                    <a:pt x="141854" y="16500"/>
                  </a:lnTo>
                  <a:lnTo>
                    <a:pt x="142365" y="16398"/>
                  </a:lnTo>
                  <a:lnTo>
                    <a:pt x="142774" y="16244"/>
                  </a:lnTo>
                  <a:lnTo>
                    <a:pt x="143131" y="15989"/>
                  </a:lnTo>
                  <a:lnTo>
                    <a:pt x="143438" y="15734"/>
                  </a:lnTo>
                  <a:lnTo>
                    <a:pt x="143693" y="15376"/>
                  </a:lnTo>
                  <a:lnTo>
                    <a:pt x="143897" y="15019"/>
                  </a:lnTo>
                  <a:lnTo>
                    <a:pt x="144051" y="14610"/>
                  </a:lnTo>
                  <a:lnTo>
                    <a:pt x="144102" y="14099"/>
                  </a:lnTo>
                  <a:lnTo>
                    <a:pt x="144153" y="13588"/>
                  </a:lnTo>
                  <a:lnTo>
                    <a:pt x="144102" y="12975"/>
                  </a:lnTo>
                  <a:lnTo>
                    <a:pt x="144051" y="12362"/>
                  </a:lnTo>
                  <a:lnTo>
                    <a:pt x="143897" y="11698"/>
                  </a:lnTo>
                  <a:lnTo>
                    <a:pt x="143693" y="10983"/>
                  </a:lnTo>
                  <a:lnTo>
                    <a:pt x="143387" y="10217"/>
                  </a:lnTo>
                  <a:lnTo>
                    <a:pt x="143080" y="9400"/>
                  </a:lnTo>
                  <a:lnTo>
                    <a:pt x="142722" y="8582"/>
                  </a:lnTo>
                  <a:lnTo>
                    <a:pt x="142314" y="7867"/>
                  </a:lnTo>
                  <a:lnTo>
                    <a:pt x="141905" y="7203"/>
                  </a:lnTo>
                  <a:lnTo>
                    <a:pt x="141497" y="6539"/>
                  </a:lnTo>
                  <a:lnTo>
                    <a:pt x="141088" y="5977"/>
                  </a:lnTo>
                  <a:lnTo>
                    <a:pt x="140628" y="5466"/>
                  </a:lnTo>
                  <a:lnTo>
                    <a:pt x="140168" y="4955"/>
                  </a:lnTo>
                  <a:lnTo>
                    <a:pt x="139709" y="4547"/>
                  </a:lnTo>
                  <a:lnTo>
                    <a:pt x="139198" y="4138"/>
                  </a:lnTo>
                  <a:lnTo>
                    <a:pt x="138738" y="3781"/>
                  </a:lnTo>
                  <a:lnTo>
                    <a:pt x="138227" y="3525"/>
                  </a:lnTo>
                  <a:lnTo>
                    <a:pt x="137717" y="3270"/>
                  </a:lnTo>
                  <a:lnTo>
                    <a:pt x="137206" y="3117"/>
                  </a:lnTo>
                  <a:lnTo>
                    <a:pt x="136695" y="2963"/>
                  </a:lnTo>
                  <a:lnTo>
                    <a:pt x="136184" y="2912"/>
                  </a:lnTo>
                  <a:lnTo>
                    <a:pt x="135673" y="2861"/>
                  </a:lnTo>
                  <a:close/>
                  <a:moveTo>
                    <a:pt x="102572" y="6743"/>
                  </a:moveTo>
                  <a:lnTo>
                    <a:pt x="103032" y="6794"/>
                  </a:lnTo>
                  <a:lnTo>
                    <a:pt x="103543" y="6948"/>
                  </a:lnTo>
                  <a:lnTo>
                    <a:pt x="104105" y="7305"/>
                  </a:lnTo>
                  <a:lnTo>
                    <a:pt x="104616" y="7765"/>
                  </a:lnTo>
                  <a:lnTo>
                    <a:pt x="105178" y="8429"/>
                  </a:lnTo>
                  <a:lnTo>
                    <a:pt x="105739" y="9246"/>
                  </a:lnTo>
                  <a:lnTo>
                    <a:pt x="106301" y="10268"/>
                  </a:lnTo>
                  <a:lnTo>
                    <a:pt x="106914" y="11494"/>
                  </a:lnTo>
                  <a:lnTo>
                    <a:pt x="107425" y="12771"/>
                  </a:lnTo>
                  <a:lnTo>
                    <a:pt x="107783" y="13895"/>
                  </a:lnTo>
                  <a:lnTo>
                    <a:pt x="107936" y="14763"/>
                  </a:lnTo>
                  <a:lnTo>
                    <a:pt x="107987" y="15121"/>
                  </a:lnTo>
                  <a:lnTo>
                    <a:pt x="107987" y="15478"/>
                  </a:lnTo>
                  <a:lnTo>
                    <a:pt x="107936" y="15734"/>
                  </a:lnTo>
                  <a:lnTo>
                    <a:pt x="107834" y="15989"/>
                  </a:lnTo>
                  <a:lnTo>
                    <a:pt x="107732" y="16193"/>
                  </a:lnTo>
                  <a:lnTo>
                    <a:pt x="107629" y="16347"/>
                  </a:lnTo>
                  <a:lnTo>
                    <a:pt x="107425" y="16500"/>
                  </a:lnTo>
                  <a:lnTo>
                    <a:pt x="107272" y="16602"/>
                  </a:lnTo>
                  <a:lnTo>
                    <a:pt x="107017" y="16653"/>
                  </a:lnTo>
                  <a:lnTo>
                    <a:pt x="106404" y="16653"/>
                  </a:lnTo>
                  <a:lnTo>
                    <a:pt x="106148" y="16602"/>
                  </a:lnTo>
                  <a:lnTo>
                    <a:pt x="105893" y="16551"/>
                  </a:lnTo>
                  <a:lnTo>
                    <a:pt x="105637" y="16398"/>
                  </a:lnTo>
                  <a:lnTo>
                    <a:pt x="105126" y="16091"/>
                  </a:lnTo>
                  <a:lnTo>
                    <a:pt x="104565" y="15580"/>
                  </a:lnTo>
                  <a:lnTo>
                    <a:pt x="104003" y="14916"/>
                  </a:lnTo>
                  <a:lnTo>
                    <a:pt x="103441" y="14048"/>
                  </a:lnTo>
                  <a:lnTo>
                    <a:pt x="102828" y="13026"/>
                  </a:lnTo>
                  <a:lnTo>
                    <a:pt x="102266" y="11800"/>
                  </a:lnTo>
                  <a:lnTo>
                    <a:pt x="101755" y="10472"/>
                  </a:lnTo>
                  <a:lnTo>
                    <a:pt x="101398" y="9451"/>
                  </a:lnTo>
                  <a:lnTo>
                    <a:pt x="101295" y="8991"/>
                  </a:lnTo>
                  <a:lnTo>
                    <a:pt x="101244" y="8582"/>
                  </a:lnTo>
                  <a:lnTo>
                    <a:pt x="101193" y="8225"/>
                  </a:lnTo>
                  <a:lnTo>
                    <a:pt x="101244" y="7867"/>
                  </a:lnTo>
                  <a:lnTo>
                    <a:pt x="101244" y="7612"/>
                  </a:lnTo>
                  <a:lnTo>
                    <a:pt x="101346" y="7407"/>
                  </a:lnTo>
                  <a:lnTo>
                    <a:pt x="101449" y="7203"/>
                  </a:lnTo>
                  <a:lnTo>
                    <a:pt x="101602" y="7050"/>
                  </a:lnTo>
                  <a:lnTo>
                    <a:pt x="101755" y="6897"/>
                  </a:lnTo>
                  <a:lnTo>
                    <a:pt x="101959" y="6846"/>
                  </a:lnTo>
                  <a:lnTo>
                    <a:pt x="102164" y="6743"/>
                  </a:lnTo>
                  <a:close/>
                  <a:moveTo>
                    <a:pt x="124129" y="3525"/>
                  </a:moveTo>
                  <a:lnTo>
                    <a:pt x="123567" y="3576"/>
                  </a:lnTo>
                  <a:lnTo>
                    <a:pt x="123107" y="3730"/>
                  </a:lnTo>
                  <a:lnTo>
                    <a:pt x="122699" y="3883"/>
                  </a:lnTo>
                  <a:lnTo>
                    <a:pt x="122341" y="4087"/>
                  </a:lnTo>
                  <a:lnTo>
                    <a:pt x="122034" y="4343"/>
                  </a:lnTo>
                  <a:lnTo>
                    <a:pt x="121779" y="4700"/>
                  </a:lnTo>
                  <a:lnTo>
                    <a:pt x="121575" y="5058"/>
                  </a:lnTo>
                  <a:lnTo>
                    <a:pt x="121422" y="5466"/>
                  </a:lnTo>
                  <a:lnTo>
                    <a:pt x="121319" y="5926"/>
                  </a:lnTo>
                  <a:lnTo>
                    <a:pt x="121268" y="6437"/>
                  </a:lnTo>
                  <a:lnTo>
                    <a:pt x="121319" y="7050"/>
                  </a:lnTo>
                  <a:lnTo>
                    <a:pt x="121370" y="7663"/>
                  </a:lnTo>
                  <a:lnTo>
                    <a:pt x="121524" y="8327"/>
                  </a:lnTo>
                  <a:lnTo>
                    <a:pt x="121728" y="9042"/>
                  </a:lnTo>
                  <a:lnTo>
                    <a:pt x="121983" y="9808"/>
                  </a:lnTo>
                  <a:lnTo>
                    <a:pt x="122341" y="10574"/>
                  </a:lnTo>
                  <a:lnTo>
                    <a:pt x="122699" y="11392"/>
                  </a:lnTo>
                  <a:lnTo>
                    <a:pt x="123107" y="12107"/>
                  </a:lnTo>
                  <a:lnTo>
                    <a:pt x="123516" y="12822"/>
                  </a:lnTo>
                  <a:lnTo>
                    <a:pt x="123924" y="13435"/>
                  </a:lnTo>
                  <a:lnTo>
                    <a:pt x="124333" y="14048"/>
                  </a:lnTo>
                  <a:lnTo>
                    <a:pt x="124793" y="14610"/>
                  </a:lnTo>
                  <a:lnTo>
                    <a:pt x="125253" y="15070"/>
                  </a:lnTo>
                  <a:lnTo>
                    <a:pt x="125763" y="15529"/>
                  </a:lnTo>
                  <a:lnTo>
                    <a:pt x="126223" y="15938"/>
                  </a:lnTo>
                  <a:lnTo>
                    <a:pt x="126734" y="16296"/>
                  </a:lnTo>
                  <a:lnTo>
                    <a:pt x="127245" y="16551"/>
                  </a:lnTo>
                  <a:lnTo>
                    <a:pt x="127756" y="16806"/>
                  </a:lnTo>
                  <a:lnTo>
                    <a:pt x="128266" y="17011"/>
                  </a:lnTo>
                  <a:lnTo>
                    <a:pt x="128777" y="17113"/>
                  </a:lnTo>
                  <a:lnTo>
                    <a:pt x="129288" y="17215"/>
                  </a:lnTo>
                  <a:lnTo>
                    <a:pt x="130105" y="17215"/>
                  </a:lnTo>
                  <a:lnTo>
                    <a:pt x="130616" y="17164"/>
                  </a:lnTo>
                  <a:lnTo>
                    <a:pt x="131076" y="17062"/>
                  </a:lnTo>
                  <a:lnTo>
                    <a:pt x="131536" y="16857"/>
                  </a:lnTo>
                  <a:lnTo>
                    <a:pt x="131893" y="16653"/>
                  </a:lnTo>
                  <a:lnTo>
                    <a:pt x="132200" y="16398"/>
                  </a:lnTo>
                  <a:lnTo>
                    <a:pt x="132455" y="16040"/>
                  </a:lnTo>
                  <a:lnTo>
                    <a:pt x="132659" y="15683"/>
                  </a:lnTo>
                  <a:lnTo>
                    <a:pt x="132762" y="15223"/>
                  </a:lnTo>
                  <a:lnTo>
                    <a:pt x="132864" y="14763"/>
                  </a:lnTo>
                  <a:lnTo>
                    <a:pt x="132915" y="14252"/>
                  </a:lnTo>
                  <a:lnTo>
                    <a:pt x="132864" y="13639"/>
                  </a:lnTo>
                  <a:lnTo>
                    <a:pt x="132762" y="13026"/>
                  </a:lnTo>
                  <a:lnTo>
                    <a:pt x="132608" y="12362"/>
                  </a:lnTo>
                  <a:lnTo>
                    <a:pt x="132404" y="11647"/>
                  </a:lnTo>
                  <a:lnTo>
                    <a:pt x="132149" y="10881"/>
                  </a:lnTo>
                  <a:lnTo>
                    <a:pt x="131791" y="10064"/>
                  </a:lnTo>
                  <a:lnTo>
                    <a:pt x="131433" y="9246"/>
                  </a:lnTo>
                  <a:lnTo>
                    <a:pt x="131076" y="8531"/>
                  </a:lnTo>
                  <a:lnTo>
                    <a:pt x="130667" y="7867"/>
                  </a:lnTo>
                  <a:lnTo>
                    <a:pt x="130259" y="7203"/>
                  </a:lnTo>
                  <a:lnTo>
                    <a:pt x="129799" y="6641"/>
                  </a:lnTo>
                  <a:lnTo>
                    <a:pt x="129390" y="6079"/>
                  </a:lnTo>
                  <a:lnTo>
                    <a:pt x="128930" y="5620"/>
                  </a:lnTo>
                  <a:lnTo>
                    <a:pt x="128471" y="5160"/>
                  </a:lnTo>
                  <a:lnTo>
                    <a:pt x="127960" y="4802"/>
                  </a:lnTo>
                  <a:lnTo>
                    <a:pt x="127500" y="4445"/>
                  </a:lnTo>
                  <a:lnTo>
                    <a:pt x="126989" y="4189"/>
                  </a:lnTo>
                  <a:lnTo>
                    <a:pt x="126479" y="3934"/>
                  </a:lnTo>
                  <a:lnTo>
                    <a:pt x="125968" y="3781"/>
                  </a:lnTo>
                  <a:lnTo>
                    <a:pt x="125457" y="3627"/>
                  </a:lnTo>
                  <a:lnTo>
                    <a:pt x="124946" y="3576"/>
                  </a:lnTo>
                  <a:lnTo>
                    <a:pt x="124435" y="3525"/>
                  </a:lnTo>
                  <a:close/>
                  <a:moveTo>
                    <a:pt x="86890" y="7663"/>
                  </a:moveTo>
                  <a:lnTo>
                    <a:pt x="87401" y="7714"/>
                  </a:lnTo>
                  <a:lnTo>
                    <a:pt x="87657" y="7765"/>
                  </a:lnTo>
                  <a:lnTo>
                    <a:pt x="87912" y="7867"/>
                  </a:lnTo>
                  <a:lnTo>
                    <a:pt x="88423" y="8225"/>
                  </a:lnTo>
                  <a:lnTo>
                    <a:pt x="88985" y="8684"/>
                  </a:lnTo>
                  <a:lnTo>
                    <a:pt x="89547" y="9348"/>
                  </a:lnTo>
                  <a:lnTo>
                    <a:pt x="90109" y="10166"/>
                  </a:lnTo>
                  <a:lnTo>
                    <a:pt x="90670" y="11187"/>
                  </a:lnTo>
                  <a:lnTo>
                    <a:pt x="91283" y="12413"/>
                  </a:lnTo>
                  <a:lnTo>
                    <a:pt x="91794" y="13690"/>
                  </a:lnTo>
                  <a:lnTo>
                    <a:pt x="92101" y="14814"/>
                  </a:lnTo>
                  <a:lnTo>
                    <a:pt x="92305" y="15683"/>
                  </a:lnTo>
                  <a:lnTo>
                    <a:pt x="92305" y="16040"/>
                  </a:lnTo>
                  <a:lnTo>
                    <a:pt x="92305" y="16398"/>
                  </a:lnTo>
                  <a:lnTo>
                    <a:pt x="92305" y="16653"/>
                  </a:lnTo>
                  <a:lnTo>
                    <a:pt x="92203" y="16909"/>
                  </a:lnTo>
                  <a:lnTo>
                    <a:pt x="92101" y="17113"/>
                  </a:lnTo>
                  <a:lnTo>
                    <a:pt x="91947" y="17266"/>
                  </a:lnTo>
                  <a:lnTo>
                    <a:pt x="91794" y="17419"/>
                  </a:lnTo>
                  <a:lnTo>
                    <a:pt x="91590" y="17470"/>
                  </a:lnTo>
                  <a:lnTo>
                    <a:pt x="91386" y="17573"/>
                  </a:lnTo>
                  <a:lnTo>
                    <a:pt x="90773" y="17573"/>
                  </a:lnTo>
                  <a:lnTo>
                    <a:pt x="90517" y="17522"/>
                  </a:lnTo>
                  <a:lnTo>
                    <a:pt x="90262" y="17470"/>
                  </a:lnTo>
                  <a:lnTo>
                    <a:pt x="90006" y="17317"/>
                  </a:lnTo>
                  <a:lnTo>
                    <a:pt x="89444" y="17011"/>
                  </a:lnTo>
                  <a:lnTo>
                    <a:pt x="88934" y="16500"/>
                  </a:lnTo>
                  <a:lnTo>
                    <a:pt x="88372" y="15836"/>
                  </a:lnTo>
                  <a:lnTo>
                    <a:pt x="87810" y="14967"/>
                  </a:lnTo>
                  <a:lnTo>
                    <a:pt x="87197" y="13946"/>
                  </a:lnTo>
                  <a:lnTo>
                    <a:pt x="86635" y="12669"/>
                  </a:lnTo>
                  <a:lnTo>
                    <a:pt x="86073" y="11392"/>
                  </a:lnTo>
                  <a:lnTo>
                    <a:pt x="85767" y="10370"/>
                  </a:lnTo>
                  <a:lnTo>
                    <a:pt x="85613" y="9502"/>
                  </a:lnTo>
                  <a:lnTo>
                    <a:pt x="85562" y="9144"/>
                  </a:lnTo>
                  <a:lnTo>
                    <a:pt x="85562" y="8787"/>
                  </a:lnTo>
                  <a:lnTo>
                    <a:pt x="85613" y="8531"/>
                  </a:lnTo>
                  <a:lnTo>
                    <a:pt x="85716" y="8327"/>
                  </a:lnTo>
                  <a:lnTo>
                    <a:pt x="85818" y="8123"/>
                  </a:lnTo>
                  <a:lnTo>
                    <a:pt x="85971" y="7969"/>
                  </a:lnTo>
                  <a:lnTo>
                    <a:pt x="86124" y="7816"/>
                  </a:lnTo>
                  <a:lnTo>
                    <a:pt x="86329" y="7714"/>
                  </a:lnTo>
                  <a:lnTo>
                    <a:pt x="86533" y="7663"/>
                  </a:lnTo>
                  <a:close/>
                  <a:moveTo>
                    <a:pt x="112840" y="4189"/>
                  </a:moveTo>
                  <a:lnTo>
                    <a:pt x="112329" y="4240"/>
                  </a:lnTo>
                  <a:lnTo>
                    <a:pt x="111869" y="4394"/>
                  </a:lnTo>
                  <a:lnTo>
                    <a:pt x="111461" y="4547"/>
                  </a:lnTo>
                  <a:lnTo>
                    <a:pt x="111103" y="4751"/>
                  </a:lnTo>
                  <a:lnTo>
                    <a:pt x="110745" y="5007"/>
                  </a:lnTo>
                  <a:lnTo>
                    <a:pt x="110490" y="5313"/>
                  </a:lnTo>
                  <a:lnTo>
                    <a:pt x="110286" y="5722"/>
                  </a:lnTo>
                  <a:lnTo>
                    <a:pt x="110132" y="6130"/>
                  </a:lnTo>
                  <a:lnTo>
                    <a:pt x="110081" y="6590"/>
                  </a:lnTo>
                  <a:lnTo>
                    <a:pt x="110030" y="7101"/>
                  </a:lnTo>
                  <a:lnTo>
                    <a:pt x="110081" y="7714"/>
                  </a:lnTo>
                  <a:lnTo>
                    <a:pt x="110132" y="8327"/>
                  </a:lnTo>
                  <a:lnTo>
                    <a:pt x="110286" y="8991"/>
                  </a:lnTo>
                  <a:lnTo>
                    <a:pt x="110490" y="9706"/>
                  </a:lnTo>
                  <a:lnTo>
                    <a:pt x="110745" y="10472"/>
                  </a:lnTo>
                  <a:lnTo>
                    <a:pt x="111103" y="11239"/>
                  </a:lnTo>
                  <a:lnTo>
                    <a:pt x="111461" y="12056"/>
                  </a:lnTo>
                  <a:lnTo>
                    <a:pt x="111869" y="12771"/>
                  </a:lnTo>
                  <a:lnTo>
                    <a:pt x="112227" y="13486"/>
                  </a:lnTo>
                  <a:lnTo>
                    <a:pt x="112687" y="14099"/>
                  </a:lnTo>
                  <a:lnTo>
                    <a:pt x="113095" y="14712"/>
                  </a:lnTo>
                  <a:lnTo>
                    <a:pt x="113555" y="15274"/>
                  </a:lnTo>
                  <a:lnTo>
                    <a:pt x="114015" y="15734"/>
                  </a:lnTo>
                  <a:lnTo>
                    <a:pt x="114474" y="16193"/>
                  </a:lnTo>
                  <a:lnTo>
                    <a:pt x="114985" y="16602"/>
                  </a:lnTo>
                  <a:lnTo>
                    <a:pt x="115496" y="16909"/>
                  </a:lnTo>
                  <a:lnTo>
                    <a:pt x="115956" y="17215"/>
                  </a:lnTo>
                  <a:lnTo>
                    <a:pt x="116467" y="17470"/>
                  </a:lnTo>
                  <a:lnTo>
                    <a:pt x="116977" y="17675"/>
                  </a:lnTo>
                  <a:lnTo>
                    <a:pt x="117539" y="17777"/>
                  </a:lnTo>
                  <a:lnTo>
                    <a:pt x="118050" y="17879"/>
                  </a:lnTo>
                  <a:lnTo>
                    <a:pt x="118867" y="17879"/>
                  </a:lnTo>
                  <a:lnTo>
                    <a:pt x="119378" y="17828"/>
                  </a:lnTo>
                  <a:lnTo>
                    <a:pt x="119838" y="17726"/>
                  </a:lnTo>
                  <a:lnTo>
                    <a:pt x="120247" y="17522"/>
                  </a:lnTo>
                  <a:lnTo>
                    <a:pt x="120604" y="17317"/>
                  </a:lnTo>
                  <a:lnTo>
                    <a:pt x="120911" y="17062"/>
                  </a:lnTo>
                  <a:lnTo>
                    <a:pt x="121166" y="16704"/>
                  </a:lnTo>
                  <a:lnTo>
                    <a:pt x="121370" y="16347"/>
                  </a:lnTo>
                  <a:lnTo>
                    <a:pt x="121524" y="15887"/>
                  </a:lnTo>
                  <a:lnTo>
                    <a:pt x="121626" y="15427"/>
                  </a:lnTo>
                  <a:lnTo>
                    <a:pt x="121677" y="14916"/>
                  </a:lnTo>
                  <a:lnTo>
                    <a:pt x="121626" y="14303"/>
                  </a:lnTo>
                  <a:lnTo>
                    <a:pt x="121524" y="13690"/>
                  </a:lnTo>
                  <a:lnTo>
                    <a:pt x="121370" y="13026"/>
                  </a:lnTo>
                  <a:lnTo>
                    <a:pt x="121166" y="12311"/>
                  </a:lnTo>
                  <a:lnTo>
                    <a:pt x="120911" y="11494"/>
                  </a:lnTo>
                  <a:lnTo>
                    <a:pt x="120553" y="10728"/>
                  </a:lnTo>
                  <a:lnTo>
                    <a:pt x="120196" y="9910"/>
                  </a:lnTo>
                  <a:lnTo>
                    <a:pt x="119838" y="9195"/>
                  </a:lnTo>
                  <a:lnTo>
                    <a:pt x="119429" y="8531"/>
                  </a:lnTo>
                  <a:lnTo>
                    <a:pt x="119021" y="7867"/>
                  </a:lnTo>
                  <a:lnTo>
                    <a:pt x="118561" y="7305"/>
                  </a:lnTo>
                  <a:lnTo>
                    <a:pt x="118152" y="6743"/>
                  </a:lnTo>
                  <a:lnTo>
                    <a:pt x="117693" y="6284"/>
                  </a:lnTo>
                  <a:lnTo>
                    <a:pt x="117182" y="5824"/>
                  </a:lnTo>
                  <a:lnTo>
                    <a:pt x="116722" y="5466"/>
                  </a:lnTo>
                  <a:lnTo>
                    <a:pt x="116211" y="5109"/>
                  </a:lnTo>
                  <a:lnTo>
                    <a:pt x="115751" y="4853"/>
                  </a:lnTo>
                  <a:lnTo>
                    <a:pt x="115241" y="4598"/>
                  </a:lnTo>
                  <a:lnTo>
                    <a:pt x="114730" y="4445"/>
                  </a:lnTo>
                  <a:lnTo>
                    <a:pt x="114219" y="4291"/>
                  </a:lnTo>
                  <a:lnTo>
                    <a:pt x="113657" y="4240"/>
                  </a:lnTo>
                  <a:lnTo>
                    <a:pt x="113146" y="4189"/>
                  </a:lnTo>
                  <a:close/>
                  <a:moveTo>
                    <a:pt x="75652" y="8327"/>
                  </a:moveTo>
                  <a:lnTo>
                    <a:pt x="76163" y="8378"/>
                  </a:lnTo>
                  <a:lnTo>
                    <a:pt x="76674" y="8531"/>
                  </a:lnTo>
                  <a:lnTo>
                    <a:pt x="77185" y="8889"/>
                  </a:lnTo>
                  <a:lnTo>
                    <a:pt x="77747" y="9348"/>
                  </a:lnTo>
                  <a:lnTo>
                    <a:pt x="78258" y="10013"/>
                  </a:lnTo>
                  <a:lnTo>
                    <a:pt x="78820" y="10830"/>
                  </a:lnTo>
                  <a:lnTo>
                    <a:pt x="79432" y="11851"/>
                  </a:lnTo>
                  <a:lnTo>
                    <a:pt x="79994" y="13077"/>
                  </a:lnTo>
                  <a:lnTo>
                    <a:pt x="80505" y="14354"/>
                  </a:lnTo>
                  <a:lnTo>
                    <a:pt x="80863" y="15427"/>
                  </a:lnTo>
                  <a:lnTo>
                    <a:pt x="81067" y="16347"/>
                  </a:lnTo>
                  <a:lnTo>
                    <a:pt x="81067" y="16704"/>
                  </a:lnTo>
                  <a:lnTo>
                    <a:pt x="81067" y="17011"/>
                  </a:lnTo>
                  <a:lnTo>
                    <a:pt x="81016" y="17317"/>
                  </a:lnTo>
                  <a:lnTo>
                    <a:pt x="80965" y="17573"/>
                  </a:lnTo>
                  <a:lnTo>
                    <a:pt x="80863" y="17777"/>
                  </a:lnTo>
                  <a:lnTo>
                    <a:pt x="80710" y="17930"/>
                  </a:lnTo>
                  <a:lnTo>
                    <a:pt x="80556" y="18083"/>
                  </a:lnTo>
                  <a:lnTo>
                    <a:pt x="80352" y="18134"/>
                  </a:lnTo>
                  <a:lnTo>
                    <a:pt x="80148" y="18237"/>
                  </a:lnTo>
                  <a:lnTo>
                    <a:pt x="79535" y="18237"/>
                  </a:lnTo>
                  <a:lnTo>
                    <a:pt x="79279" y="18186"/>
                  </a:lnTo>
                  <a:lnTo>
                    <a:pt x="79024" y="18083"/>
                  </a:lnTo>
                  <a:lnTo>
                    <a:pt x="78768" y="17981"/>
                  </a:lnTo>
                  <a:lnTo>
                    <a:pt x="78207" y="17675"/>
                  </a:lnTo>
                  <a:lnTo>
                    <a:pt x="77645" y="17164"/>
                  </a:lnTo>
                  <a:lnTo>
                    <a:pt x="77083" y="16500"/>
                  </a:lnTo>
                  <a:lnTo>
                    <a:pt x="76521" y="15631"/>
                  </a:lnTo>
                  <a:lnTo>
                    <a:pt x="75959" y="14610"/>
                  </a:lnTo>
                  <a:lnTo>
                    <a:pt x="75346" y="13333"/>
                  </a:lnTo>
                  <a:lnTo>
                    <a:pt x="74835" y="12056"/>
                  </a:lnTo>
                  <a:lnTo>
                    <a:pt x="74529" y="10983"/>
                  </a:lnTo>
                  <a:lnTo>
                    <a:pt x="74375" y="10574"/>
                  </a:lnTo>
                  <a:lnTo>
                    <a:pt x="74324" y="10166"/>
                  </a:lnTo>
                  <a:lnTo>
                    <a:pt x="74324" y="9808"/>
                  </a:lnTo>
                  <a:lnTo>
                    <a:pt x="74324" y="9451"/>
                  </a:lnTo>
                  <a:lnTo>
                    <a:pt x="74375" y="9195"/>
                  </a:lnTo>
                  <a:lnTo>
                    <a:pt x="74427" y="8940"/>
                  </a:lnTo>
                  <a:lnTo>
                    <a:pt x="74580" y="8787"/>
                  </a:lnTo>
                  <a:lnTo>
                    <a:pt x="74682" y="8633"/>
                  </a:lnTo>
                  <a:lnTo>
                    <a:pt x="74886" y="8480"/>
                  </a:lnTo>
                  <a:lnTo>
                    <a:pt x="75091" y="8378"/>
                  </a:lnTo>
                  <a:lnTo>
                    <a:pt x="75295" y="8327"/>
                  </a:lnTo>
                  <a:close/>
                  <a:moveTo>
                    <a:pt x="101602" y="4853"/>
                  </a:moveTo>
                  <a:lnTo>
                    <a:pt x="101091" y="4904"/>
                  </a:lnTo>
                  <a:lnTo>
                    <a:pt x="100631" y="5007"/>
                  </a:lnTo>
                  <a:lnTo>
                    <a:pt x="100172" y="5211"/>
                  </a:lnTo>
                  <a:lnTo>
                    <a:pt x="99814" y="5415"/>
                  </a:lnTo>
                  <a:lnTo>
                    <a:pt x="99508" y="5671"/>
                  </a:lnTo>
                  <a:lnTo>
                    <a:pt x="99252" y="5977"/>
                  </a:lnTo>
                  <a:lnTo>
                    <a:pt x="99048" y="6386"/>
                  </a:lnTo>
                  <a:lnTo>
                    <a:pt x="98895" y="6794"/>
                  </a:lnTo>
                  <a:lnTo>
                    <a:pt x="98792" y="7254"/>
                  </a:lnTo>
                  <a:lnTo>
                    <a:pt x="98792" y="7765"/>
                  </a:lnTo>
                  <a:lnTo>
                    <a:pt x="98792" y="8327"/>
                  </a:lnTo>
                  <a:lnTo>
                    <a:pt x="98895" y="8991"/>
                  </a:lnTo>
                  <a:lnTo>
                    <a:pt x="99048" y="9655"/>
                  </a:lnTo>
                  <a:lnTo>
                    <a:pt x="99252" y="10370"/>
                  </a:lnTo>
                  <a:lnTo>
                    <a:pt x="99508" y="11085"/>
                  </a:lnTo>
                  <a:lnTo>
                    <a:pt x="99814" y="11903"/>
                  </a:lnTo>
                  <a:lnTo>
                    <a:pt x="100223" y="12720"/>
                  </a:lnTo>
                  <a:lnTo>
                    <a:pt x="100580" y="13435"/>
                  </a:lnTo>
                  <a:lnTo>
                    <a:pt x="100989" y="14150"/>
                  </a:lnTo>
                  <a:lnTo>
                    <a:pt x="101398" y="14763"/>
                  </a:lnTo>
                  <a:lnTo>
                    <a:pt x="101857" y="15376"/>
                  </a:lnTo>
                  <a:lnTo>
                    <a:pt x="102317" y="15938"/>
                  </a:lnTo>
                  <a:lnTo>
                    <a:pt x="102777" y="16398"/>
                  </a:lnTo>
                  <a:lnTo>
                    <a:pt x="103236" y="16857"/>
                  </a:lnTo>
                  <a:lnTo>
                    <a:pt x="103696" y="17266"/>
                  </a:lnTo>
                  <a:lnTo>
                    <a:pt x="104207" y="17573"/>
                  </a:lnTo>
                  <a:lnTo>
                    <a:pt x="104718" y="17879"/>
                  </a:lnTo>
                  <a:lnTo>
                    <a:pt x="105229" y="18134"/>
                  </a:lnTo>
                  <a:lnTo>
                    <a:pt x="105739" y="18288"/>
                  </a:lnTo>
                  <a:lnTo>
                    <a:pt x="106250" y="18441"/>
                  </a:lnTo>
                  <a:lnTo>
                    <a:pt x="106812" y="18543"/>
                  </a:lnTo>
                  <a:lnTo>
                    <a:pt x="107629" y="18543"/>
                  </a:lnTo>
                  <a:lnTo>
                    <a:pt x="108140" y="18492"/>
                  </a:lnTo>
                  <a:lnTo>
                    <a:pt x="108600" y="18390"/>
                  </a:lnTo>
                  <a:lnTo>
                    <a:pt x="109009" y="18186"/>
                  </a:lnTo>
                  <a:lnTo>
                    <a:pt x="109366" y="17981"/>
                  </a:lnTo>
                  <a:lnTo>
                    <a:pt x="109673" y="17726"/>
                  </a:lnTo>
                  <a:lnTo>
                    <a:pt x="109928" y="17368"/>
                  </a:lnTo>
                  <a:lnTo>
                    <a:pt x="110132" y="17011"/>
                  </a:lnTo>
                  <a:lnTo>
                    <a:pt x="110286" y="16551"/>
                  </a:lnTo>
                  <a:lnTo>
                    <a:pt x="110388" y="16091"/>
                  </a:lnTo>
                  <a:lnTo>
                    <a:pt x="110388" y="15529"/>
                  </a:lnTo>
                  <a:lnTo>
                    <a:pt x="110388" y="14967"/>
                  </a:lnTo>
                  <a:lnTo>
                    <a:pt x="110286" y="14354"/>
                  </a:lnTo>
                  <a:lnTo>
                    <a:pt x="110132" y="13690"/>
                  </a:lnTo>
                  <a:lnTo>
                    <a:pt x="109928" y="12924"/>
                  </a:lnTo>
                  <a:lnTo>
                    <a:pt x="109673" y="12158"/>
                  </a:lnTo>
                  <a:lnTo>
                    <a:pt x="109315" y="11341"/>
                  </a:lnTo>
                  <a:lnTo>
                    <a:pt x="108958" y="10574"/>
                  </a:lnTo>
                  <a:lnTo>
                    <a:pt x="108549" y="9859"/>
                  </a:lnTo>
                  <a:lnTo>
                    <a:pt x="108191" y="9195"/>
                  </a:lnTo>
                  <a:lnTo>
                    <a:pt x="107732" y="8531"/>
                  </a:lnTo>
                  <a:lnTo>
                    <a:pt x="107323" y="7969"/>
                  </a:lnTo>
                  <a:lnTo>
                    <a:pt x="106863" y="7407"/>
                  </a:lnTo>
                  <a:lnTo>
                    <a:pt x="106404" y="6948"/>
                  </a:lnTo>
                  <a:lnTo>
                    <a:pt x="105944" y="6488"/>
                  </a:lnTo>
                  <a:lnTo>
                    <a:pt x="105484" y="6130"/>
                  </a:lnTo>
                  <a:lnTo>
                    <a:pt x="104973" y="5773"/>
                  </a:lnTo>
                  <a:lnTo>
                    <a:pt x="104462" y="5517"/>
                  </a:lnTo>
                  <a:lnTo>
                    <a:pt x="104003" y="5262"/>
                  </a:lnTo>
                  <a:lnTo>
                    <a:pt x="103492" y="5109"/>
                  </a:lnTo>
                  <a:lnTo>
                    <a:pt x="102930" y="4955"/>
                  </a:lnTo>
                  <a:lnTo>
                    <a:pt x="102419" y="4853"/>
                  </a:lnTo>
                  <a:close/>
                  <a:moveTo>
                    <a:pt x="64415" y="8991"/>
                  </a:moveTo>
                  <a:lnTo>
                    <a:pt x="64925" y="9042"/>
                  </a:lnTo>
                  <a:lnTo>
                    <a:pt x="65181" y="9093"/>
                  </a:lnTo>
                  <a:lnTo>
                    <a:pt x="65436" y="9195"/>
                  </a:lnTo>
                  <a:lnTo>
                    <a:pt x="65947" y="9553"/>
                  </a:lnTo>
                  <a:lnTo>
                    <a:pt x="66509" y="10013"/>
                  </a:lnTo>
                  <a:lnTo>
                    <a:pt x="67020" y="10626"/>
                  </a:lnTo>
                  <a:lnTo>
                    <a:pt x="67582" y="11494"/>
                  </a:lnTo>
                  <a:lnTo>
                    <a:pt x="68195" y="12516"/>
                  </a:lnTo>
                  <a:lnTo>
                    <a:pt x="68756" y="13741"/>
                  </a:lnTo>
                  <a:lnTo>
                    <a:pt x="69267" y="15019"/>
                  </a:lnTo>
                  <a:lnTo>
                    <a:pt x="69625" y="16091"/>
                  </a:lnTo>
                  <a:lnTo>
                    <a:pt x="69778" y="17011"/>
                  </a:lnTo>
                  <a:lnTo>
                    <a:pt x="69829" y="17368"/>
                  </a:lnTo>
                  <a:lnTo>
                    <a:pt x="69829" y="17675"/>
                  </a:lnTo>
                  <a:lnTo>
                    <a:pt x="69778" y="17981"/>
                  </a:lnTo>
                  <a:lnTo>
                    <a:pt x="69727" y="18237"/>
                  </a:lnTo>
                  <a:lnTo>
                    <a:pt x="69574" y="18441"/>
                  </a:lnTo>
                  <a:lnTo>
                    <a:pt x="69472" y="18594"/>
                  </a:lnTo>
                  <a:lnTo>
                    <a:pt x="69318" y="18696"/>
                  </a:lnTo>
                  <a:lnTo>
                    <a:pt x="69114" y="18799"/>
                  </a:lnTo>
                  <a:lnTo>
                    <a:pt x="68859" y="18901"/>
                  </a:lnTo>
                  <a:lnTo>
                    <a:pt x="68297" y="18901"/>
                  </a:lnTo>
                  <a:lnTo>
                    <a:pt x="68041" y="18850"/>
                  </a:lnTo>
                  <a:lnTo>
                    <a:pt x="67786" y="18747"/>
                  </a:lnTo>
                  <a:lnTo>
                    <a:pt x="67479" y="18645"/>
                  </a:lnTo>
                  <a:lnTo>
                    <a:pt x="66969" y="18339"/>
                  </a:lnTo>
                  <a:lnTo>
                    <a:pt x="66407" y="17828"/>
                  </a:lnTo>
                  <a:lnTo>
                    <a:pt x="65845" y="17164"/>
                  </a:lnTo>
                  <a:lnTo>
                    <a:pt x="65283" y="16296"/>
                  </a:lnTo>
                  <a:lnTo>
                    <a:pt x="64721" y="15274"/>
                  </a:lnTo>
                  <a:lnTo>
                    <a:pt x="64108" y="13997"/>
                  </a:lnTo>
                  <a:lnTo>
                    <a:pt x="63597" y="12720"/>
                  </a:lnTo>
                  <a:lnTo>
                    <a:pt x="63240" y="11647"/>
                  </a:lnTo>
                  <a:lnTo>
                    <a:pt x="63086" y="10779"/>
                  </a:lnTo>
                  <a:lnTo>
                    <a:pt x="63086" y="10421"/>
                  </a:lnTo>
                  <a:lnTo>
                    <a:pt x="63086" y="10115"/>
                  </a:lnTo>
                  <a:lnTo>
                    <a:pt x="63137" y="9859"/>
                  </a:lnTo>
                  <a:lnTo>
                    <a:pt x="63189" y="9604"/>
                  </a:lnTo>
                  <a:lnTo>
                    <a:pt x="63291" y="9451"/>
                  </a:lnTo>
                  <a:lnTo>
                    <a:pt x="63444" y="9246"/>
                  </a:lnTo>
                  <a:lnTo>
                    <a:pt x="63648" y="9144"/>
                  </a:lnTo>
                  <a:lnTo>
                    <a:pt x="63802" y="9042"/>
                  </a:lnTo>
                  <a:lnTo>
                    <a:pt x="64057" y="8991"/>
                  </a:lnTo>
                  <a:close/>
                  <a:moveTo>
                    <a:pt x="85971" y="5773"/>
                  </a:moveTo>
                  <a:lnTo>
                    <a:pt x="85409" y="5824"/>
                  </a:lnTo>
                  <a:lnTo>
                    <a:pt x="84949" y="5926"/>
                  </a:lnTo>
                  <a:lnTo>
                    <a:pt x="84541" y="6130"/>
                  </a:lnTo>
                  <a:lnTo>
                    <a:pt x="84183" y="6335"/>
                  </a:lnTo>
                  <a:lnTo>
                    <a:pt x="83877" y="6590"/>
                  </a:lnTo>
                  <a:lnTo>
                    <a:pt x="83621" y="6897"/>
                  </a:lnTo>
                  <a:lnTo>
                    <a:pt x="83417" y="7305"/>
                  </a:lnTo>
                  <a:lnTo>
                    <a:pt x="83264" y="7714"/>
                  </a:lnTo>
                  <a:lnTo>
                    <a:pt x="83161" y="8174"/>
                  </a:lnTo>
                  <a:lnTo>
                    <a:pt x="83110" y="8684"/>
                  </a:lnTo>
                  <a:lnTo>
                    <a:pt x="83161" y="9246"/>
                  </a:lnTo>
                  <a:lnTo>
                    <a:pt x="83264" y="9859"/>
                  </a:lnTo>
                  <a:lnTo>
                    <a:pt x="83366" y="10574"/>
                  </a:lnTo>
                  <a:lnTo>
                    <a:pt x="83621" y="11290"/>
                  </a:lnTo>
                  <a:lnTo>
                    <a:pt x="83877" y="12005"/>
                  </a:lnTo>
                  <a:lnTo>
                    <a:pt x="84183" y="12822"/>
                  </a:lnTo>
                  <a:lnTo>
                    <a:pt x="84541" y="13639"/>
                  </a:lnTo>
                  <a:lnTo>
                    <a:pt x="84949" y="14354"/>
                  </a:lnTo>
                  <a:lnTo>
                    <a:pt x="85358" y="15070"/>
                  </a:lnTo>
                  <a:lnTo>
                    <a:pt x="85767" y="15683"/>
                  </a:lnTo>
                  <a:lnTo>
                    <a:pt x="86226" y="16296"/>
                  </a:lnTo>
                  <a:lnTo>
                    <a:pt x="86635" y="16806"/>
                  </a:lnTo>
                  <a:lnTo>
                    <a:pt x="87146" y="17317"/>
                  </a:lnTo>
                  <a:lnTo>
                    <a:pt x="87606" y="17777"/>
                  </a:lnTo>
                  <a:lnTo>
                    <a:pt x="88065" y="18186"/>
                  </a:lnTo>
                  <a:lnTo>
                    <a:pt x="88576" y="18492"/>
                  </a:lnTo>
                  <a:lnTo>
                    <a:pt x="89087" y="18799"/>
                  </a:lnTo>
                  <a:lnTo>
                    <a:pt x="89598" y="19054"/>
                  </a:lnTo>
                  <a:lnTo>
                    <a:pt x="90109" y="19207"/>
                  </a:lnTo>
                  <a:lnTo>
                    <a:pt x="90619" y="19360"/>
                  </a:lnTo>
                  <a:lnTo>
                    <a:pt x="91130" y="19463"/>
                  </a:lnTo>
                  <a:lnTo>
                    <a:pt x="91947" y="19463"/>
                  </a:lnTo>
                  <a:lnTo>
                    <a:pt x="92458" y="19412"/>
                  </a:lnTo>
                  <a:lnTo>
                    <a:pt x="92969" y="19309"/>
                  </a:lnTo>
                  <a:lnTo>
                    <a:pt x="93378" y="19105"/>
                  </a:lnTo>
                  <a:lnTo>
                    <a:pt x="93735" y="18901"/>
                  </a:lnTo>
                  <a:lnTo>
                    <a:pt x="94042" y="18594"/>
                  </a:lnTo>
                  <a:lnTo>
                    <a:pt x="94297" y="18288"/>
                  </a:lnTo>
                  <a:lnTo>
                    <a:pt x="94502" y="17930"/>
                  </a:lnTo>
                  <a:lnTo>
                    <a:pt x="94655" y="17470"/>
                  </a:lnTo>
                  <a:lnTo>
                    <a:pt x="94706" y="17011"/>
                  </a:lnTo>
                  <a:lnTo>
                    <a:pt x="94757" y="16449"/>
                  </a:lnTo>
                  <a:lnTo>
                    <a:pt x="94757" y="15887"/>
                  </a:lnTo>
                  <a:lnTo>
                    <a:pt x="94655" y="15274"/>
                  </a:lnTo>
                  <a:lnTo>
                    <a:pt x="94502" y="14610"/>
                  </a:lnTo>
                  <a:lnTo>
                    <a:pt x="94297" y="13844"/>
                  </a:lnTo>
                  <a:lnTo>
                    <a:pt x="93991" y="13077"/>
                  </a:lnTo>
                  <a:lnTo>
                    <a:pt x="93684" y="12260"/>
                  </a:lnTo>
                  <a:lnTo>
                    <a:pt x="93327" y="11494"/>
                  </a:lnTo>
                  <a:lnTo>
                    <a:pt x="92918" y="10779"/>
                  </a:lnTo>
                  <a:lnTo>
                    <a:pt x="92509" y="10115"/>
                  </a:lnTo>
                  <a:lnTo>
                    <a:pt x="92101" y="9451"/>
                  </a:lnTo>
                  <a:lnTo>
                    <a:pt x="91692" y="8889"/>
                  </a:lnTo>
                  <a:lnTo>
                    <a:pt x="91232" y="8327"/>
                  </a:lnTo>
                  <a:lnTo>
                    <a:pt x="90773" y="7867"/>
                  </a:lnTo>
                  <a:lnTo>
                    <a:pt x="90313" y="7407"/>
                  </a:lnTo>
                  <a:lnTo>
                    <a:pt x="89853" y="7050"/>
                  </a:lnTo>
                  <a:lnTo>
                    <a:pt x="89342" y="6692"/>
                  </a:lnTo>
                  <a:lnTo>
                    <a:pt x="88831" y="6437"/>
                  </a:lnTo>
                  <a:lnTo>
                    <a:pt x="88321" y="6181"/>
                  </a:lnTo>
                  <a:lnTo>
                    <a:pt x="87810" y="6028"/>
                  </a:lnTo>
                  <a:lnTo>
                    <a:pt x="87299" y="5875"/>
                  </a:lnTo>
                  <a:lnTo>
                    <a:pt x="86788" y="5773"/>
                  </a:lnTo>
                  <a:close/>
                  <a:moveTo>
                    <a:pt x="53177" y="9604"/>
                  </a:moveTo>
                  <a:lnTo>
                    <a:pt x="53636" y="9706"/>
                  </a:lnTo>
                  <a:lnTo>
                    <a:pt x="54147" y="9859"/>
                  </a:lnTo>
                  <a:lnTo>
                    <a:pt x="54709" y="10166"/>
                  </a:lnTo>
                  <a:lnTo>
                    <a:pt x="55220" y="10677"/>
                  </a:lnTo>
                  <a:lnTo>
                    <a:pt x="55782" y="11290"/>
                  </a:lnTo>
                  <a:lnTo>
                    <a:pt x="56344" y="12158"/>
                  </a:lnTo>
                  <a:lnTo>
                    <a:pt x="56906" y="13180"/>
                  </a:lnTo>
                  <a:lnTo>
                    <a:pt x="57519" y="14406"/>
                  </a:lnTo>
                  <a:lnTo>
                    <a:pt x="58029" y="15683"/>
                  </a:lnTo>
                  <a:lnTo>
                    <a:pt x="58387" y="16755"/>
                  </a:lnTo>
                  <a:lnTo>
                    <a:pt x="58540" y="17675"/>
                  </a:lnTo>
                  <a:lnTo>
                    <a:pt x="58591" y="18032"/>
                  </a:lnTo>
                  <a:lnTo>
                    <a:pt x="58591" y="18339"/>
                  </a:lnTo>
                  <a:lnTo>
                    <a:pt x="58540" y="18645"/>
                  </a:lnTo>
                  <a:lnTo>
                    <a:pt x="58438" y="18901"/>
                  </a:lnTo>
                  <a:lnTo>
                    <a:pt x="58336" y="19105"/>
                  </a:lnTo>
                  <a:lnTo>
                    <a:pt x="58234" y="19258"/>
                  </a:lnTo>
                  <a:lnTo>
                    <a:pt x="58029" y="19360"/>
                  </a:lnTo>
                  <a:lnTo>
                    <a:pt x="57876" y="19463"/>
                  </a:lnTo>
                  <a:lnTo>
                    <a:pt x="57621" y="19514"/>
                  </a:lnTo>
                  <a:lnTo>
                    <a:pt x="57416" y="19565"/>
                  </a:lnTo>
                  <a:lnTo>
                    <a:pt x="57008" y="19565"/>
                  </a:lnTo>
                  <a:lnTo>
                    <a:pt x="56752" y="19514"/>
                  </a:lnTo>
                  <a:lnTo>
                    <a:pt x="56497" y="19412"/>
                  </a:lnTo>
                  <a:lnTo>
                    <a:pt x="56241" y="19309"/>
                  </a:lnTo>
                  <a:lnTo>
                    <a:pt x="55731" y="18952"/>
                  </a:lnTo>
                  <a:lnTo>
                    <a:pt x="55169" y="18492"/>
                  </a:lnTo>
                  <a:lnTo>
                    <a:pt x="54607" y="17828"/>
                  </a:lnTo>
                  <a:lnTo>
                    <a:pt x="54045" y="16960"/>
                  </a:lnTo>
                  <a:lnTo>
                    <a:pt x="53432" y="15938"/>
                  </a:lnTo>
                  <a:lnTo>
                    <a:pt x="52870" y="14661"/>
                  </a:lnTo>
                  <a:lnTo>
                    <a:pt x="52359" y="13384"/>
                  </a:lnTo>
                  <a:lnTo>
                    <a:pt x="52002" y="12311"/>
                  </a:lnTo>
                  <a:lnTo>
                    <a:pt x="51900" y="11851"/>
                  </a:lnTo>
                  <a:lnTo>
                    <a:pt x="51848" y="11443"/>
                  </a:lnTo>
                  <a:lnTo>
                    <a:pt x="51797" y="11085"/>
                  </a:lnTo>
                  <a:lnTo>
                    <a:pt x="51848" y="10779"/>
                  </a:lnTo>
                  <a:lnTo>
                    <a:pt x="51848" y="10523"/>
                  </a:lnTo>
                  <a:lnTo>
                    <a:pt x="51951" y="10268"/>
                  </a:lnTo>
                  <a:lnTo>
                    <a:pt x="52053" y="10064"/>
                  </a:lnTo>
                  <a:lnTo>
                    <a:pt x="52206" y="9910"/>
                  </a:lnTo>
                  <a:lnTo>
                    <a:pt x="52359" y="9808"/>
                  </a:lnTo>
                  <a:lnTo>
                    <a:pt x="52564" y="9706"/>
                  </a:lnTo>
                  <a:lnTo>
                    <a:pt x="52768" y="9655"/>
                  </a:lnTo>
                  <a:lnTo>
                    <a:pt x="53023" y="9655"/>
                  </a:lnTo>
                  <a:lnTo>
                    <a:pt x="53177" y="9604"/>
                  </a:lnTo>
                  <a:close/>
                  <a:moveTo>
                    <a:pt x="74733" y="6437"/>
                  </a:moveTo>
                  <a:lnTo>
                    <a:pt x="74171" y="6488"/>
                  </a:lnTo>
                  <a:lnTo>
                    <a:pt x="73711" y="6590"/>
                  </a:lnTo>
                  <a:lnTo>
                    <a:pt x="73303" y="6794"/>
                  </a:lnTo>
                  <a:lnTo>
                    <a:pt x="72945" y="6999"/>
                  </a:lnTo>
                  <a:lnTo>
                    <a:pt x="72639" y="7254"/>
                  </a:lnTo>
                  <a:lnTo>
                    <a:pt x="72383" y="7561"/>
                  </a:lnTo>
                  <a:lnTo>
                    <a:pt x="72179" y="7969"/>
                  </a:lnTo>
                  <a:lnTo>
                    <a:pt x="72026" y="8378"/>
                  </a:lnTo>
                  <a:lnTo>
                    <a:pt x="71924" y="8838"/>
                  </a:lnTo>
                  <a:lnTo>
                    <a:pt x="71872" y="9348"/>
                  </a:lnTo>
                  <a:lnTo>
                    <a:pt x="71924" y="9910"/>
                  </a:lnTo>
                  <a:lnTo>
                    <a:pt x="71975" y="10523"/>
                  </a:lnTo>
                  <a:lnTo>
                    <a:pt x="72128" y="11187"/>
                  </a:lnTo>
                  <a:lnTo>
                    <a:pt x="72332" y="11903"/>
                  </a:lnTo>
                  <a:lnTo>
                    <a:pt x="72588" y="12669"/>
                  </a:lnTo>
                  <a:lnTo>
                    <a:pt x="72945" y="13486"/>
                  </a:lnTo>
                  <a:lnTo>
                    <a:pt x="73303" y="14303"/>
                  </a:lnTo>
                  <a:lnTo>
                    <a:pt x="73711" y="15019"/>
                  </a:lnTo>
                  <a:lnTo>
                    <a:pt x="74120" y="15734"/>
                  </a:lnTo>
                  <a:lnTo>
                    <a:pt x="74529" y="16347"/>
                  </a:lnTo>
                  <a:lnTo>
                    <a:pt x="74937" y="16960"/>
                  </a:lnTo>
                  <a:lnTo>
                    <a:pt x="75397" y="17470"/>
                  </a:lnTo>
                  <a:lnTo>
                    <a:pt x="75857" y="17981"/>
                  </a:lnTo>
                  <a:lnTo>
                    <a:pt x="76368" y="18441"/>
                  </a:lnTo>
                  <a:lnTo>
                    <a:pt x="76827" y="18799"/>
                  </a:lnTo>
                  <a:lnTo>
                    <a:pt x="77338" y="19156"/>
                  </a:lnTo>
                  <a:lnTo>
                    <a:pt x="77849" y="19463"/>
                  </a:lnTo>
                  <a:lnTo>
                    <a:pt x="78360" y="19718"/>
                  </a:lnTo>
                  <a:lnTo>
                    <a:pt x="78871" y="19871"/>
                  </a:lnTo>
                  <a:lnTo>
                    <a:pt x="79381" y="20024"/>
                  </a:lnTo>
                  <a:lnTo>
                    <a:pt x="79892" y="20127"/>
                  </a:lnTo>
                  <a:lnTo>
                    <a:pt x="80710" y="20127"/>
                  </a:lnTo>
                  <a:lnTo>
                    <a:pt x="81220" y="20076"/>
                  </a:lnTo>
                  <a:lnTo>
                    <a:pt x="81680" y="19922"/>
                  </a:lnTo>
                  <a:lnTo>
                    <a:pt x="82140" y="19769"/>
                  </a:lnTo>
                  <a:lnTo>
                    <a:pt x="82497" y="19565"/>
                  </a:lnTo>
                  <a:lnTo>
                    <a:pt x="82804" y="19258"/>
                  </a:lnTo>
                  <a:lnTo>
                    <a:pt x="83059" y="18952"/>
                  </a:lnTo>
                  <a:lnTo>
                    <a:pt x="83264" y="18594"/>
                  </a:lnTo>
                  <a:lnTo>
                    <a:pt x="83366" y="18134"/>
                  </a:lnTo>
                  <a:lnTo>
                    <a:pt x="83468" y="17675"/>
                  </a:lnTo>
                  <a:lnTo>
                    <a:pt x="83519" y="17113"/>
                  </a:lnTo>
                  <a:lnTo>
                    <a:pt x="83468" y="16551"/>
                  </a:lnTo>
                  <a:lnTo>
                    <a:pt x="83366" y="15938"/>
                  </a:lnTo>
                  <a:lnTo>
                    <a:pt x="83213" y="15223"/>
                  </a:lnTo>
                  <a:lnTo>
                    <a:pt x="83008" y="14508"/>
                  </a:lnTo>
                  <a:lnTo>
                    <a:pt x="82753" y="13741"/>
                  </a:lnTo>
                  <a:lnTo>
                    <a:pt x="82395" y="12924"/>
                  </a:lnTo>
                  <a:lnTo>
                    <a:pt x="82038" y="12158"/>
                  </a:lnTo>
                  <a:lnTo>
                    <a:pt x="81680" y="11443"/>
                  </a:lnTo>
                  <a:lnTo>
                    <a:pt x="81271" y="10728"/>
                  </a:lnTo>
                  <a:lnTo>
                    <a:pt x="80863" y="10115"/>
                  </a:lnTo>
                  <a:lnTo>
                    <a:pt x="80403" y="9553"/>
                  </a:lnTo>
                  <a:lnTo>
                    <a:pt x="79994" y="8991"/>
                  </a:lnTo>
                  <a:lnTo>
                    <a:pt x="79535" y="8531"/>
                  </a:lnTo>
                  <a:lnTo>
                    <a:pt x="79075" y="8071"/>
                  </a:lnTo>
                  <a:lnTo>
                    <a:pt x="78564" y="7714"/>
                  </a:lnTo>
                  <a:lnTo>
                    <a:pt x="78104" y="7356"/>
                  </a:lnTo>
                  <a:lnTo>
                    <a:pt x="77594" y="7101"/>
                  </a:lnTo>
                  <a:lnTo>
                    <a:pt x="77083" y="6846"/>
                  </a:lnTo>
                  <a:lnTo>
                    <a:pt x="76572" y="6641"/>
                  </a:lnTo>
                  <a:lnTo>
                    <a:pt x="76061" y="6539"/>
                  </a:lnTo>
                  <a:lnTo>
                    <a:pt x="75550" y="6437"/>
                  </a:lnTo>
                  <a:close/>
                  <a:moveTo>
                    <a:pt x="37546" y="10523"/>
                  </a:moveTo>
                  <a:lnTo>
                    <a:pt x="38005" y="10626"/>
                  </a:lnTo>
                  <a:lnTo>
                    <a:pt x="38516" y="10779"/>
                  </a:lnTo>
                  <a:lnTo>
                    <a:pt x="39078" y="11085"/>
                  </a:lnTo>
                  <a:lnTo>
                    <a:pt x="39589" y="11596"/>
                  </a:lnTo>
                  <a:lnTo>
                    <a:pt x="40151" y="12209"/>
                  </a:lnTo>
                  <a:lnTo>
                    <a:pt x="40713" y="13077"/>
                  </a:lnTo>
                  <a:lnTo>
                    <a:pt x="41275" y="14099"/>
                  </a:lnTo>
                  <a:lnTo>
                    <a:pt x="41888" y="15325"/>
                  </a:lnTo>
                  <a:lnTo>
                    <a:pt x="42398" y="16602"/>
                  </a:lnTo>
                  <a:lnTo>
                    <a:pt x="42705" y="17675"/>
                  </a:lnTo>
                  <a:lnTo>
                    <a:pt x="42909" y="18594"/>
                  </a:lnTo>
                  <a:lnTo>
                    <a:pt x="42960" y="18952"/>
                  </a:lnTo>
                  <a:lnTo>
                    <a:pt x="42909" y="19258"/>
                  </a:lnTo>
                  <a:lnTo>
                    <a:pt x="42909" y="19565"/>
                  </a:lnTo>
                  <a:lnTo>
                    <a:pt x="42807" y="19820"/>
                  </a:lnTo>
                  <a:lnTo>
                    <a:pt x="42705" y="20024"/>
                  </a:lnTo>
                  <a:lnTo>
                    <a:pt x="42552" y="20178"/>
                  </a:lnTo>
                  <a:lnTo>
                    <a:pt x="42398" y="20280"/>
                  </a:lnTo>
                  <a:lnTo>
                    <a:pt x="42194" y="20382"/>
                  </a:lnTo>
                  <a:lnTo>
                    <a:pt x="41990" y="20433"/>
                  </a:lnTo>
                  <a:lnTo>
                    <a:pt x="41785" y="20484"/>
                  </a:lnTo>
                  <a:lnTo>
                    <a:pt x="41377" y="20484"/>
                  </a:lnTo>
                  <a:lnTo>
                    <a:pt x="41121" y="20433"/>
                  </a:lnTo>
                  <a:lnTo>
                    <a:pt x="40866" y="20331"/>
                  </a:lnTo>
                  <a:lnTo>
                    <a:pt x="40611" y="20229"/>
                  </a:lnTo>
                  <a:lnTo>
                    <a:pt x="40100" y="19871"/>
                  </a:lnTo>
                  <a:lnTo>
                    <a:pt x="39538" y="19412"/>
                  </a:lnTo>
                  <a:lnTo>
                    <a:pt x="38976" y="18747"/>
                  </a:lnTo>
                  <a:lnTo>
                    <a:pt x="38414" y="17879"/>
                  </a:lnTo>
                  <a:lnTo>
                    <a:pt x="37801" y="16857"/>
                  </a:lnTo>
                  <a:lnTo>
                    <a:pt x="37239" y="15580"/>
                  </a:lnTo>
                  <a:lnTo>
                    <a:pt x="36728" y="14303"/>
                  </a:lnTo>
                  <a:lnTo>
                    <a:pt x="36371" y="13231"/>
                  </a:lnTo>
                  <a:lnTo>
                    <a:pt x="36269" y="12771"/>
                  </a:lnTo>
                  <a:lnTo>
                    <a:pt x="36218" y="12362"/>
                  </a:lnTo>
                  <a:lnTo>
                    <a:pt x="36166" y="12005"/>
                  </a:lnTo>
                  <a:lnTo>
                    <a:pt x="36166" y="11698"/>
                  </a:lnTo>
                  <a:lnTo>
                    <a:pt x="36218" y="11443"/>
                  </a:lnTo>
                  <a:lnTo>
                    <a:pt x="36320" y="11187"/>
                  </a:lnTo>
                  <a:lnTo>
                    <a:pt x="36422" y="10983"/>
                  </a:lnTo>
                  <a:lnTo>
                    <a:pt x="36575" y="10830"/>
                  </a:lnTo>
                  <a:lnTo>
                    <a:pt x="36728" y="10728"/>
                  </a:lnTo>
                  <a:lnTo>
                    <a:pt x="36933" y="10626"/>
                  </a:lnTo>
                  <a:lnTo>
                    <a:pt x="37137" y="10574"/>
                  </a:lnTo>
                  <a:lnTo>
                    <a:pt x="37392" y="10523"/>
                  </a:lnTo>
                  <a:close/>
                  <a:moveTo>
                    <a:pt x="63444" y="7101"/>
                  </a:moveTo>
                  <a:lnTo>
                    <a:pt x="62933" y="7152"/>
                  </a:lnTo>
                  <a:lnTo>
                    <a:pt x="62473" y="7254"/>
                  </a:lnTo>
                  <a:lnTo>
                    <a:pt x="62065" y="7407"/>
                  </a:lnTo>
                  <a:lnTo>
                    <a:pt x="61707" y="7663"/>
                  </a:lnTo>
                  <a:lnTo>
                    <a:pt x="61350" y="7918"/>
                  </a:lnTo>
                  <a:lnTo>
                    <a:pt x="61094" y="8225"/>
                  </a:lnTo>
                  <a:lnTo>
                    <a:pt x="60890" y="8582"/>
                  </a:lnTo>
                  <a:lnTo>
                    <a:pt x="60737" y="9042"/>
                  </a:lnTo>
                  <a:lnTo>
                    <a:pt x="60686" y="9502"/>
                  </a:lnTo>
                  <a:lnTo>
                    <a:pt x="60634" y="10013"/>
                  </a:lnTo>
                  <a:lnTo>
                    <a:pt x="60686" y="10574"/>
                  </a:lnTo>
                  <a:lnTo>
                    <a:pt x="60737" y="11187"/>
                  </a:lnTo>
                  <a:lnTo>
                    <a:pt x="60890" y="11851"/>
                  </a:lnTo>
                  <a:lnTo>
                    <a:pt x="61094" y="12567"/>
                  </a:lnTo>
                  <a:lnTo>
                    <a:pt x="61350" y="13333"/>
                  </a:lnTo>
                  <a:lnTo>
                    <a:pt x="61707" y="14150"/>
                  </a:lnTo>
                  <a:lnTo>
                    <a:pt x="62065" y="14916"/>
                  </a:lnTo>
                  <a:lnTo>
                    <a:pt x="62473" y="15683"/>
                  </a:lnTo>
                  <a:lnTo>
                    <a:pt x="62831" y="16347"/>
                  </a:lnTo>
                  <a:lnTo>
                    <a:pt x="63291" y="17011"/>
                  </a:lnTo>
                  <a:lnTo>
                    <a:pt x="63699" y="17624"/>
                  </a:lnTo>
                  <a:lnTo>
                    <a:pt x="64159" y="18134"/>
                  </a:lnTo>
                  <a:lnTo>
                    <a:pt x="64619" y="18645"/>
                  </a:lnTo>
                  <a:lnTo>
                    <a:pt x="65079" y="19105"/>
                  </a:lnTo>
                  <a:lnTo>
                    <a:pt x="65589" y="19463"/>
                  </a:lnTo>
                  <a:lnTo>
                    <a:pt x="66100" y="19820"/>
                  </a:lnTo>
                  <a:lnTo>
                    <a:pt x="66560" y="20127"/>
                  </a:lnTo>
                  <a:lnTo>
                    <a:pt x="67071" y="20382"/>
                  </a:lnTo>
                  <a:lnTo>
                    <a:pt x="67582" y="20535"/>
                  </a:lnTo>
                  <a:lnTo>
                    <a:pt x="68143" y="20689"/>
                  </a:lnTo>
                  <a:lnTo>
                    <a:pt x="68654" y="20740"/>
                  </a:lnTo>
                  <a:lnTo>
                    <a:pt x="69165" y="20791"/>
                  </a:lnTo>
                  <a:lnTo>
                    <a:pt x="69472" y="20791"/>
                  </a:lnTo>
                  <a:lnTo>
                    <a:pt x="69982" y="20740"/>
                  </a:lnTo>
                  <a:lnTo>
                    <a:pt x="70442" y="20586"/>
                  </a:lnTo>
                  <a:lnTo>
                    <a:pt x="70851" y="20433"/>
                  </a:lnTo>
                  <a:lnTo>
                    <a:pt x="71208" y="20229"/>
                  </a:lnTo>
                  <a:lnTo>
                    <a:pt x="71515" y="19922"/>
                  </a:lnTo>
                  <a:lnTo>
                    <a:pt x="71770" y="19616"/>
                  </a:lnTo>
                  <a:lnTo>
                    <a:pt x="71975" y="19207"/>
                  </a:lnTo>
                  <a:lnTo>
                    <a:pt x="72128" y="18799"/>
                  </a:lnTo>
                  <a:lnTo>
                    <a:pt x="72230" y="18339"/>
                  </a:lnTo>
                  <a:lnTo>
                    <a:pt x="72281" y="17777"/>
                  </a:lnTo>
                  <a:lnTo>
                    <a:pt x="72230" y="17215"/>
                  </a:lnTo>
                  <a:lnTo>
                    <a:pt x="72128" y="16602"/>
                  </a:lnTo>
                  <a:lnTo>
                    <a:pt x="71975" y="15887"/>
                  </a:lnTo>
                  <a:lnTo>
                    <a:pt x="71770" y="15172"/>
                  </a:lnTo>
                  <a:lnTo>
                    <a:pt x="71515" y="14406"/>
                  </a:lnTo>
                  <a:lnTo>
                    <a:pt x="71157" y="13588"/>
                  </a:lnTo>
                  <a:lnTo>
                    <a:pt x="70800" y="12822"/>
                  </a:lnTo>
                  <a:lnTo>
                    <a:pt x="70442" y="12107"/>
                  </a:lnTo>
                  <a:lnTo>
                    <a:pt x="70033" y="11392"/>
                  </a:lnTo>
                  <a:lnTo>
                    <a:pt x="69625" y="10779"/>
                  </a:lnTo>
                  <a:lnTo>
                    <a:pt x="69165" y="10217"/>
                  </a:lnTo>
                  <a:lnTo>
                    <a:pt x="68756" y="9655"/>
                  </a:lnTo>
                  <a:lnTo>
                    <a:pt x="68297" y="9195"/>
                  </a:lnTo>
                  <a:lnTo>
                    <a:pt x="67786" y="8736"/>
                  </a:lnTo>
                  <a:lnTo>
                    <a:pt x="67326" y="8378"/>
                  </a:lnTo>
                  <a:lnTo>
                    <a:pt x="66815" y="8020"/>
                  </a:lnTo>
                  <a:lnTo>
                    <a:pt x="66356" y="7714"/>
                  </a:lnTo>
                  <a:lnTo>
                    <a:pt x="65845" y="7510"/>
                  </a:lnTo>
                  <a:lnTo>
                    <a:pt x="65334" y="7305"/>
                  </a:lnTo>
                  <a:lnTo>
                    <a:pt x="64823" y="7203"/>
                  </a:lnTo>
                  <a:lnTo>
                    <a:pt x="64261" y="7101"/>
                  </a:lnTo>
                  <a:close/>
                  <a:moveTo>
                    <a:pt x="26257" y="11187"/>
                  </a:moveTo>
                  <a:lnTo>
                    <a:pt x="26767" y="11239"/>
                  </a:lnTo>
                  <a:lnTo>
                    <a:pt x="27023" y="11341"/>
                  </a:lnTo>
                  <a:lnTo>
                    <a:pt x="27278" y="11443"/>
                  </a:lnTo>
                  <a:lnTo>
                    <a:pt x="27789" y="11749"/>
                  </a:lnTo>
                  <a:lnTo>
                    <a:pt x="28351" y="12260"/>
                  </a:lnTo>
                  <a:lnTo>
                    <a:pt x="28913" y="12873"/>
                  </a:lnTo>
                  <a:lnTo>
                    <a:pt x="29475" y="13690"/>
                  </a:lnTo>
                  <a:lnTo>
                    <a:pt x="30037" y="14763"/>
                  </a:lnTo>
                  <a:lnTo>
                    <a:pt x="30599" y="15989"/>
                  </a:lnTo>
                  <a:lnTo>
                    <a:pt x="31160" y="17266"/>
                  </a:lnTo>
                  <a:lnTo>
                    <a:pt x="31467" y="18339"/>
                  </a:lnTo>
                  <a:lnTo>
                    <a:pt x="31671" y="19207"/>
                  </a:lnTo>
                  <a:lnTo>
                    <a:pt x="31671" y="19616"/>
                  </a:lnTo>
                  <a:lnTo>
                    <a:pt x="31671" y="19922"/>
                  </a:lnTo>
                  <a:lnTo>
                    <a:pt x="31620" y="20229"/>
                  </a:lnTo>
                  <a:lnTo>
                    <a:pt x="31569" y="20433"/>
                  </a:lnTo>
                  <a:lnTo>
                    <a:pt x="31467" y="20637"/>
                  </a:lnTo>
                  <a:lnTo>
                    <a:pt x="31314" y="20842"/>
                  </a:lnTo>
                  <a:lnTo>
                    <a:pt x="31160" y="20944"/>
                  </a:lnTo>
                  <a:lnTo>
                    <a:pt x="30956" y="21046"/>
                  </a:lnTo>
                  <a:lnTo>
                    <a:pt x="30752" y="21097"/>
                  </a:lnTo>
                  <a:lnTo>
                    <a:pt x="30496" y="21148"/>
                  </a:lnTo>
                  <a:lnTo>
                    <a:pt x="30139" y="21148"/>
                  </a:lnTo>
                  <a:lnTo>
                    <a:pt x="29883" y="21097"/>
                  </a:lnTo>
                  <a:lnTo>
                    <a:pt x="29628" y="20995"/>
                  </a:lnTo>
                  <a:lnTo>
                    <a:pt x="29373" y="20893"/>
                  </a:lnTo>
                  <a:lnTo>
                    <a:pt x="28811" y="20535"/>
                  </a:lnTo>
                  <a:lnTo>
                    <a:pt x="28249" y="20076"/>
                  </a:lnTo>
                  <a:lnTo>
                    <a:pt x="27687" y="19412"/>
                  </a:lnTo>
                  <a:lnTo>
                    <a:pt x="27125" y="18543"/>
                  </a:lnTo>
                  <a:lnTo>
                    <a:pt x="26563" y="17522"/>
                  </a:lnTo>
                  <a:lnTo>
                    <a:pt x="25950" y="16244"/>
                  </a:lnTo>
                  <a:lnTo>
                    <a:pt x="25439" y="14967"/>
                  </a:lnTo>
                  <a:lnTo>
                    <a:pt x="25133" y="13895"/>
                  </a:lnTo>
                  <a:lnTo>
                    <a:pt x="25031" y="13435"/>
                  </a:lnTo>
                  <a:lnTo>
                    <a:pt x="24929" y="13026"/>
                  </a:lnTo>
                  <a:lnTo>
                    <a:pt x="24929" y="12669"/>
                  </a:lnTo>
                  <a:lnTo>
                    <a:pt x="24929" y="12362"/>
                  </a:lnTo>
                  <a:lnTo>
                    <a:pt x="24980" y="12107"/>
                  </a:lnTo>
                  <a:lnTo>
                    <a:pt x="25031" y="11851"/>
                  </a:lnTo>
                  <a:lnTo>
                    <a:pt x="25184" y="11647"/>
                  </a:lnTo>
                  <a:lnTo>
                    <a:pt x="25286" y="11494"/>
                  </a:lnTo>
                  <a:lnTo>
                    <a:pt x="25490" y="11392"/>
                  </a:lnTo>
                  <a:lnTo>
                    <a:pt x="25695" y="11290"/>
                  </a:lnTo>
                  <a:lnTo>
                    <a:pt x="25899" y="11239"/>
                  </a:lnTo>
                  <a:lnTo>
                    <a:pt x="26154" y="11187"/>
                  </a:lnTo>
                  <a:close/>
                  <a:moveTo>
                    <a:pt x="52206" y="7765"/>
                  </a:moveTo>
                  <a:lnTo>
                    <a:pt x="51695" y="7816"/>
                  </a:lnTo>
                  <a:lnTo>
                    <a:pt x="51235" y="7918"/>
                  </a:lnTo>
                  <a:lnTo>
                    <a:pt x="50827" y="8071"/>
                  </a:lnTo>
                  <a:lnTo>
                    <a:pt x="50418" y="8327"/>
                  </a:lnTo>
                  <a:lnTo>
                    <a:pt x="50112" y="8582"/>
                  </a:lnTo>
                  <a:lnTo>
                    <a:pt x="49856" y="8889"/>
                  </a:lnTo>
                  <a:lnTo>
                    <a:pt x="49652" y="9246"/>
                  </a:lnTo>
                  <a:lnTo>
                    <a:pt x="49499" y="9706"/>
                  </a:lnTo>
                  <a:lnTo>
                    <a:pt x="49397" y="10166"/>
                  </a:lnTo>
                  <a:lnTo>
                    <a:pt x="49397" y="10677"/>
                  </a:lnTo>
                  <a:lnTo>
                    <a:pt x="49397" y="11239"/>
                  </a:lnTo>
                  <a:lnTo>
                    <a:pt x="49499" y="11851"/>
                  </a:lnTo>
                  <a:lnTo>
                    <a:pt x="49652" y="12516"/>
                  </a:lnTo>
                  <a:lnTo>
                    <a:pt x="49856" y="13231"/>
                  </a:lnTo>
                  <a:lnTo>
                    <a:pt x="50112" y="13997"/>
                  </a:lnTo>
                  <a:lnTo>
                    <a:pt x="50469" y="14814"/>
                  </a:lnTo>
                  <a:lnTo>
                    <a:pt x="50827" y="15580"/>
                  </a:lnTo>
                  <a:lnTo>
                    <a:pt x="51184" y="16347"/>
                  </a:lnTo>
                  <a:lnTo>
                    <a:pt x="51593" y="17011"/>
                  </a:lnTo>
                  <a:lnTo>
                    <a:pt x="52002" y="17675"/>
                  </a:lnTo>
                  <a:lnTo>
                    <a:pt x="52461" y="18288"/>
                  </a:lnTo>
                  <a:lnTo>
                    <a:pt x="52921" y="18799"/>
                  </a:lnTo>
                  <a:lnTo>
                    <a:pt x="53381" y="19309"/>
                  </a:lnTo>
                  <a:lnTo>
                    <a:pt x="53841" y="19769"/>
                  </a:lnTo>
                  <a:lnTo>
                    <a:pt x="54351" y="20127"/>
                  </a:lnTo>
                  <a:lnTo>
                    <a:pt x="54811" y="20484"/>
                  </a:lnTo>
                  <a:lnTo>
                    <a:pt x="55322" y="20791"/>
                  </a:lnTo>
                  <a:lnTo>
                    <a:pt x="55833" y="20995"/>
                  </a:lnTo>
                  <a:lnTo>
                    <a:pt x="56344" y="21199"/>
                  </a:lnTo>
                  <a:lnTo>
                    <a:pt x="56854" y="21353"/>
                  </a:lnTo>
                  <a:lnTo>
                    <a:pt x="57416" y="21404"/>
                  </a:lnTo>
                  <a:lnTo>
                    <a:pt x="57927" y="21455"/>
                  </a:lnTo>
                  <a:lnTo>
                    <a:pt x="58234" y="21455"/>
                  </a:lnTo>
                  <a:lnTo>
                    <a:pt x="58744" y="21404"/>
                  </a:lnTo>
                  <a:lnTo>
                    <a:pt x="59204" y="21250"/>
                  </a:lnTo>
                  <a:lnTo>
                    <a:pt x="59613" y="21097"/>
                  </a:lnTo>
                  <a:lnTo>
                    <a:pt x="59970" y="20893"/>
                  </a:lnTo>
                  <a:lnTo>
                    <a:pt x="60277" y="20586"/>
                  </a:lnTo>
                  <a:lnTo>
                    <a:pt x="60532" y="20280"/>
                  </a:lnTo>
                  <a:lnTo>
                    <a:pt x="60737" y="19871"/>
                  </a:lnTo>
                  <a:lnTo>
                    <a:pt x="60890" y="19463"/>
                  </a:lnTo>
                  <a:lnTo>
                    <a:pt x="60992" y="19003"/>
                  </a:lnTo>
                  <a:lnTo>
                    <a:pt x="60992" y="18441"/>
                  </a:lnTo>
                  <a:lnTo>
                    <a:pt x="60992" y="17879"/>
                  </a:lnTo>
                  <a:lnTo>
                    <a:pt x="60890" y="17266"/>
                  </a:lnTo>
                  <a:lnTo>
                    <a:pt x="60737" y="16551"/>
                  </a:lnTo>
                  <a:lnTo>
                    <a:pt x="60532" y="15836"/>
                  </a:lnTo>
                  <a:lnTo>
                    <a:pt x="60277" y="15070"/>
                  </a:lnTo>
                  <a:lnTo>
                    <a:pt x="59919" y="14252"/>
                  </a:lnTo>
                  <a:lnTo>
                    <a:pt x="59562" y="13486"/>
                  </a:lnTo>
                  <a:lnTo>
                    <a:pt x="59153" y="12771"/>
                  </a:lnTo>
                  <a:lnTo>
                    <a:pt x="58796" y="12056"/>
                  </a:lnTo>
                  <a:lnTo>
                    <a:pt x="58336" y="11443"/>
                  </a:lnTo>
                  <a:lnTo>
                    <a:pt x="57927" y="10830"/>
                  </a:lnTo>
                  <a:lnTo>
                    <a:pt x="57467" y="10319"/>
                  </a:lnTo>
                  <a:lnTo>
                    <a:pt x="57008" y="9808"/>
                  </a:lnTo>
                  <a:lnTo>
                    <a:pt x="56548" y="9400"/>
                  </a:lnTo>
                  <a:lnTo>
                    <a:pt x="56088" y="8991"/>
                  </a:lnTo>
                  <a:lnTo>
                    <a:pt x="55577" y="8684"/>
                  </a:lnTo>
                  <a:lnTo>
                    <a:pt x="55067" y="8378"/>
                  </a:lnTo>
                  <a:lnTo>
                    <a:pt x="54607" y="8174"/>
                  </a:lnTo>
                  <a:lnTo>
                    <a:pt x="54096" y="7969"/>
                  </a:lnTo>
                  <a:lnTo>
                    <a:pt x="53534" y="7867"/>
                  </a:lnTo>
                  <a:lnTo>
                    <a:pt x="53023" y="7765"/>
                  </a:lnTo>
                  <a:close/>
                  <a:moveTo>
                    <a:pt x="15019" y="11851"/>
                  </a:moveTo>
                  <a:lnTo>
                    <a:pt x="15530" y="11903"/>
                  </a:lnTo>
                  <a:lnTo>
                    <a:pt x="15785" y="12005"/>
                  </a:lnTo>
                  <a:lnTo>
                    <a:pt x="16040" y="12107"/>
                  </a:lnTo>
                  <a:lnTo>
                    <a:pt x="16551" y="12413"/>
                  </a:lnTo>
                  <a:lnTo>
                    <a:pt x="17113" y="12924"/>
                  </a:lnTo>
                  <a:lnTo>
                    <a:pt x="17624" y="13537"/>
                  </a:lnTo>
                  <a:lnTo>
                    <a:pt x="18186" y="14354"/>
                  </a:lnTo>
                  <a:lnTo>
                    <a:pt x="18799" y="15376"/>
                  </a:lnTo>
                  <a:lnTo>
                    <a:pt x="19361" y="16653"/>
                  </a:lnTo>
                  <a:lnTo>
                    <a:pt x="19871" y="17930"/>
                  </a:lnTo>
                  <a:lnTo>
                    <a:pt x="20229" y="19003"/>
                  </a:lnTo>
                  <a:lnTo>
                    <a:pt x="20382" y="19871"/>
                  </a:lnTo>
                  <a:lnTo>
                    <a:pt x="20433" y="20280"/>
                  </a:lnTo>
                  <a:lnTo>
                    <a:pt x="20433" y="20586"/>
                  </a:lnTo>
                  <a:lnTo>
                    <a:pt x="20382" y="20893"/>
                  </a:lnTo>
                  <a:lnTo>
                    <a:pt x="20331" y="21097"/>
                  </a:lnTo>
                  <a:lnTo>
                    <a:pt x="20229" y="21302"/>
                  </a:lnTo>
                  <a:lnTo>
                    <a:pt x="20076" y="21506"/>
                  </a:lnTo>
                  <a:lnTo>
                    <a:pt x="19923" y="21608"/>
                  </a:lnTo>
                  <a:lnTo>
                    <a:pt x="19718" y="21710"/>
                  </a:lnTo>
                  <a:lnTo>
                    <a:pt x="19463" y="21761"/>
                  </a:lnTo>
                  <a:lnTo>
                    <a:pt x="19258" y="21812"/>
                  </a:lnTo>
                  <a:lnTo>
                    <a:pt x="18901" y="21812"/>
                  </a:lnTo>
                  <a:lnTo>
                    <a:pt x="18645" y="21761"/>
                  </a:lnTo>
                  <a:lnTo>
                    <a:pt x="18390" y="21659"/>
                  </a:lnTo>
                  <a:lnTo>
                    <a:pt x="18084" y="21557"/>
                  </a:lnTo>
                  <a:lnTo>
                    <a:pt x="17573" y="21199"/>
                  </a:lnTo>
                  <a:lnTo>
                    <a:pt x="17011" y="20740"/>
                  </a:lnTo>
                  <a:lnTo>
                    <a:pt x="16449" y="20076"/>
                  </a:lnTo>
                  <a:lnTo>
                    <a:pt x="15887" y="19207"/>
                  </a:lnTo>
                  <a:lnTo>
                    <a:pt x="15325" y="18134"/>
                  </a:lnTo>
                  <a:lnTo>
                    <a:pt x="14712" y="16909"/>
                  </a:lnTo>
                  <a:lnTo>
                    <a:pt x="14201" y="15631"/>
                  </a:lnTo>
                  <a:lnTo>
                    <a:pt x="13844" y="14559"/>
                  </a:lnTo>
                  <a:lnTo>
                    <a:pt x="13691" y="13690"/>
                  </a:lnTo>
                  <a:lnTo>
                    <a:pt x="13691" y="13333"/>
                  </a:lnTo>
                  <a:lnTo>
                    <a:pt x="13691" y="13026"/>
                  </a:lnTo>
                  <a:lnTo>
                    <a:pt x="13742" y="12771"/>
                  </a:lnTo>
                  <a:lnTo>
                    <a:pt x="13793" y="12516"/>
                  </a:lnTo>
                  <a:lnTo>
                    <a:pt x="13946" y="12311"/>
                  </a:lnTo>
                  <a:lnTo>
                    <a:pt x="14048" y="12158"/>
                  </a:lnTo>
                  <a:lnTo>
                    <a:pt x="14252" y="12056"/>
                  </a:lnTo>
                  <a:lnTo>
                    <a:pt x="14406" y="11954"/>
                  </a:lnTo>
                  <a:lnTo>
                    <a:pt x="14661" y="11903"/>
                  </a:lnTo>
                  <a:lnTo>
                    <a:pt x="14865" y="11851"/>
                  </a:lnTo>
                  <a:close/>
                  <a:moveTo>
                    <a:pt x="36575" y="8684"/>
                  </a:moveTo>
                  <a:lnTo>
                    <a:pt x="36064" y="8736"/>
                  </a:lnTo>
                  <a:lnTo>
                    <a:pt x="35605" y="8838"/>
                  </a:lnTo>
                  <a:lnTo>
                    <a:pt x="35145" y="8991"/>
                  </a:lnTo>
                  <a:lnTo>
                    <a:pt x="34787" y="9246"/>
                  </a:lnTo>
                  <a:lnTo>
                    <a:pt x="34481" y="9502"/>
                  </a:lnTo>
                  <a:lnTo>
                    <a:pt x="34225" y="9808"/>
                  </a:lnTo>
                  <a:lnTo>
                    <a:pt x="34021" y="10166"/>
                  </a:lnTo>
                  <a:lnTo>
                    <a:pt x="33868" y="10626"/>
                  </a:lnTo>
                  <a:lnTo>
                    <a:pt x="33766" y="11085"/>
                  </a:lnTo>
                  <a:lnTo>
                    <a:pt x="33766" y="11596"/>
                  </a:lnTo>
                  <a:lnTo>
                    <a:pt x="33766" y="12158"/>
                  </a:lnTo>
                  <a:lnTo>
                    <a:pt x="33868" y="12771"/>
                  </a:lnTo>
                  <a:lnTo>
                    <a:pt x="34021" y="13435"/>
                  </a:lnTo>
                  <a:lnTo>
                    <a:pt x="34225" y="14150"/>
                  </a:lnTo>
                  <a:lnTo>
                    <a:pt x="34481" y="14916"/>
                  </a:lnTo>
                  <a:lnTo>
                    <a:pt x="34787" y="15734"/>
                  </a:lnTo>
                  <a:lnTo>
                    <a:pt x="35196" y="16500"/>
                  </a:lnTo>
                  <a:lnTo>
                    <a:pt x="35553" y="17266"/>
                  </a:lnTo>
                  <a:lnTo>
                    <a:pt x="35962" y="17930"/>
                  </a:lnTo>
                  <a:lnTo>
                    <a:pt x="36371" y="18594"/>
                  </a:lnTo>
                  <a:lnTo>
                    <a:pt x="36831" y="19156"/>
                  </a:lnTo>
                  <a:lnTo>
                    <a:pt x="37290" y="19718"/>
                  </a:lnTo>
                  <a:lnTo>
                    <a:pt x="37750" y="20229"/>
                  </a:lnTo>
                  <a:lnTo>
                    <a:pt x="38210" y="20689"/>
                  </a:lnTo>
                  <a:lnTo>
                    <a:pt x="38721" y="21046"/>
                  </a:lnTo>
                  <a:lnTo>
                    <a:pt x="39180" y="21404"/>
                  </a:lnTo>
                  <a:lnTo>
                    <a:pt x="39691" y="21710"/>
                  </a:lnTo>
                  <a:lnTo>
                    <a:pt x="40202" y="21915"/>
                  </a:lnTo>
                  <a:lnTo>
                    <a:pt x="40713" y="22119"/>
                  </a:lnTo>
                  <a:lnTo>
                    <a:pt x="41224" y="22272"/>
                  </a:lnTo>
                  <a:lnTo>
                    <a:pt x="41785" y="22323"/>
                  </a:lnTo>
                  <a:lnTo>
                    <a:pt x="42296" y="22374"/>
                  </a:lnTo>
                  <a:lnTo>
                    <a:pt x="42603" y="22374"/>
                  </a:lnTo>
                  <a:lnTo>
                    <a:pt x="43114" y="22272"/>
                  </a:lnTo>
                  <a:lnTo>
                    <a:pt x="43573" y="22170"/>
                  </a:lnTo>
                  <a:lnTo>
                    <a:pt x="43982" y="22017"/>
                  </a:lnTo>
                  <a:lnTo>
                    <a:pt x="44339" y="21812"/>
                  </a:lnTo>
                  <a:lnTo>
                    <a:pt x="44646" y="21506"/>
                  </a:lnTo>
                  <a:lnTo>
                    <a:pt x="44901" y="21199"/>
                  </a:lnTo>
                  <a:lnTo>
                    <a:pt x="45106" y="20791"/>
                  </a:lnTo>
                  <a:lnTo>
                    <a:pt x="45259" y="20382"/>
                  </a:lnTo>
                  <a:lnTo>
                    <a:pt x="45361" y="19871"/>
                  </a:lnTo>
                  <a:lnTo>
                    <a:pt x="45361" y="19360"/>
                  </a:lnTo>
                  <a:lnTo>
                    <a:pt x="45361" y="18799"/>
                  </a:lnTo>
                  <a:lnTo>
                    <a:pt x="45259" y="18134"/>
                  </a:lnTo>
                  <a:lnTo>
                    <a:pt x="45106" y="17470"/>
                  </a:lnTo>
                  <a:lnTo>
                    <a:pt x="44901" y="16755"/>
                  </a:lnTo>
                  <a:lnTo>
                    <a:pt x="44595" y="15989"/>
                  </a:lnTo>
                  <a:lnTo>
                    <a:pt x="44288" y="15172"/>
                  </a:lnTo>
                  <a:lnTo>
                    <a:pt x="43931" y="14406"/>
                  </a:lnTo>
                  <a:lnTo>
                    <a:pt x="43522" y="13690"/>
                  </a:lnTo>
                  <a:lnTo>
                    <a:pt x="43114" y="12975"/>
                  </a:lnTo>
                  <a:lnTo>
                    <a:pt x="42705" y="12362"/>
                  </a:lnTo>
                  <a:lnTo>
                    <a:pt x="42296" y="11749"/>
                  </a:lnTo>
                  <a:lnTo>
                    <a:pt x="41836" y="11239"/>
                  </a:lnTo>
                  <a:lnTo>
                    <a:pt x="41377" y="10728"/>
                  </a:lnTo>
                  <a:lnTo>
                    <a:pt x="40917" y="10319"/>
                  </a:lnTo>
                  <a:lnTo>
                    <a:pt x="40457" y="9910"/>
                  </a:lnTo>
                  <a:lnTo>
                    <a:pt x="39946" y="9604"/>
                  </a:lnTo>
                  <a:lnTo>
                    <a:pt x="39436" y="9297"/>
                  </a:lnTo>
                  <a:lnTo>
                    <a:pt x="38925" y="9093"/>
                  </a:lnTo>
                  <a:lnTo>
                    <a:pt x="38414" y="8889"/>
                  </a:lnTo>
                  <a:lnTo>
                    <a:pt x="37903" y="8787"/>
                  </a:lnTo>
                  <a:lnTo>
                    <a:pt x="37392" y="8684"/>
                  </a:lnTo>
                  <a:close/>
                  <a:moveTo>
                    <a:pt x="3781" y="12516"/>
                  </a:moveTo>
                  <a:lnTo>
                    <a:pt x="4241" y="12567"/>
                  </a:lnTo>
                  <a:lnTo>
                    <a:pt x="4751" y="12771"/>
                  </a:lnTo>
                  <a:lnTo>
                    <a:pt x="5313" y="13077"/>
                  </a:lnTo>
                  <a:lnTo>
                    <a:pt x="5824" y="13537"/>
                  </a:lnTo>
                  <a:lnTo>
                    <a:pt x="6386" y="14201"/>
                  </a:lnTo>
                  <a:lnTo>
                    <a:pt x="6948" y="15019"/>
                  </a:lnTo>
                  <a:lnTo>
                    <a:pt x="7510" y="16040"/>
                  </a:lnTo>
                  <a:lnTo>
                    <a:pt x="8123" y="17317"/>
                  </a:lnTo>
                  <a:lnTo>
                    <a:pt x="8634" y="18594"/>
                  </a:lnTo>
                  <a:lnTo>
                    <a:pt x="8991" y="19667"/>
                  </a:lnTo>
                  <a:lnTo>
                    <a:pt x="9144" y="20535"/>
                  </a:lnTo>
                  <a:lnTo>
                    <a:pt x="9195" y="20944"/>
                  </a:lnTo>
                  <a:lnTo>
                    <a:pt x="9195" y="21250"/>
                  </a:lnTo>
                  <a:lnTo>
                    <a:pt x="9144" y="21557"/>
                  </a:lnTo>
                  <a:lnTo>
                    <a:pt x="9042" y="21761"/>
                  </a:lnTo>
                  <a:lnTo>
                    <a:pt x="8940" y="21966"/>
                  </a:lnTo>
                  <a:lnTo>
                    <a:pt x="8838" y="22170"/>
                  </a:lnTo>
                  <a:lnTo>
                    <a:pt x="8634" y="22272"/>
                  </a:lnTo>
                  <a:lnTo>
                    <a:pt x="8480" y="22374"/>
                  </a:lnTo>
                  <a:lnTo>
                    <a:pt x="8225" y="22425"/>
                  </a:lnTo>
                  <a:lnTo>
                    <a:pt x="8021" y="22476"/>
                  </a:lnTo>
                  <a:lnTo>
                    <a:pt x="7867" y="22476"/>
                  </a:lnTo>
                  <a:lnTo>
                    <a:pt x="7612" y="22425"/>
                  </a:lnTo>
                  <a:lnTo>
                    <a:pt x="7356" y="22425"/>
                  </a:lnTo>
                  <a:lnTo>
                    <a:pt x="7101" y="22323"/>
                  </a:lnTo>
                  <a:lnTo>
                    <a:pt x="6846" y="22221"/>
                  </a:lnTo>
                  <a:lnTo>
                    <a:pt x="6335" y="21863"/>
                  </a:lnTo>
                  <a:lnTo>
                    <a:pt x="5773" y="21353"/>
                  </a:lnTo>
                  <a:lnTo>
                    <a:pt x="5211" y="20689"/>
                  </a:lnTo>
                  <a:lnTo>
                    <a:pt x="4649" y="19871"/>
                  </a:lnTo>
                  <a:lnTo>
                    <a:pt x="4036" y="18799"/>
                  </a:lnTo>
                  <a:lnTo>
                    <a:pt x="3474" y="17573"/>
                  </a:lnTo>
                  <a:lnTo>
                    <a:pt x="2963" y="16296"/>
                  </a:lnTo>
                  <a:lnTo>
                    <a:pt x="2606" y="15223"/>
                  </a:lnTo>
                  <a:lnTo>
                    <a:pt x="2504" y="14763"/>
                  </a:lnTo>
                  <a:lnTo>
                    <a:pt x="2453" y="14354"/>
                  </a:lnTo>
                  <a:lnTo>
                    <a:pt x="2402" y="13997"/>
                  </a:lnTo>
                  <a:lnTo>
                    <a:pt x="2453" y="13690"/>
                  </a:lnTo>
                  <a:lnTo>
                    <a:pt x="2453" y="13384"/>
                  </a:lnTo>
                  <a:lnTo>
                    <a:pt x="2555" y="13180"/>
                  </a:lnTo>
                  <a:lnTo>
                    <a:pt x="2657" y="12975"/>
                  </a:lnTo>
                  <a:lnTo>
                    <a:pt x="2810" y="12822"/>
                  </a:lnTo>
                  <a:lnTo>
                    <a:pt x="2963" y="12720"/>
                  </a:lnTo>
                  <a:lnTo>
                    <a:pt x="3168" y="12618"/>
                  </a:lnTo>
                  <a:lnTo>
                    <a:pt x="3372" y="12567"/>
                  </a:lnTo>
                  <a:lnTo>
                    <a:pt x="3628" y="12516"/>
                  </a:lnTo>
                  <a:close/>
                  <a:moveTo>
                    <a:pt x="25337" y="9348"/>
                  </a:moveTo>
                  <a:lnTo>
                    <a:pt x="24775" y="9400"/>
                  </a:lnTo>
                  <a:lnTo>
                    <a:pt x="24316" y="9502"/>
                  </a:lnTo>
                  <a:lnTo>
                    <a:pt x="23907" y="9655"/>
                  </a:lnTo>
                  <a:lnTo>
                    <a:pt x="23549" y="9859"/>
                  </a:lnTo>
                  <a:lnTo>
                    <a:pt x="23243" y="10166"/>
                  </a:lnTo>
                  <a:lnTo>
                    <a:pt x="22987" y="10472"/>
                  </a:lnTo>
                  <a:lnTo>
                    <a:pt x="22783" y="10830"/>
                  </a:lnTo>
                  <a:lnTo>
                    <a:pt x="22630" y="11239"/>
                  </a:lnTo>
                  <a:lnTo>
                    <a:pt x="22528" y="11749"/>
                  </a:lnTo>
                  <a:lnTo>
                    <a:pt x="22477" y="12260"/>
                  </a:lnTo>
                  <a:lnTo>
                    <a:pt x="22528" y="12822"/>
                  </a:lnTo>
                  <a:lnTo>
                    <a:pt x="22630" y="13435"/>
                  </a:lnTo>
                  <a:lnTo>
                    <a:pt x="22732" y="14099"/>
                  </a:lnTo>
                  <a:lnTo>
                    <a:pt x="22987" y="14814"/>
                  </a:lnTo>
                  <a:lnTo>
                    <a:pt x="23243" y="15580"/>
                  </a:lnTo>
                  <a:lnTo>
                    <a:pt x="23549" y="16398"/>
                  </a:lnTo>
                  <a:lnTo>
                    <a:pt x="23907" y="17164"/>
                  </a:lnTo>
                  <a:lnTo>
                    <a:pt x="24316" y="17930"/>
                  </a:lnTo>
                  <a:lnTo>
                    <a:pt x="24724" y="18594"/>
                  </a:lnTo>
                  <a:lnTo>
                    <a:pt x="25133" y="19258"/>
                  </a:lnTo>
                  <a:lnTo>
                    <a:pt x="25593" y="19820"/>
                  </a:lnTo>
                  <a:lnTo>
                    <a:pt x="26001" y="20382"/>
                  </a:lnTo>
                  <a:lnTo>
                    <a:pt x="26461" y="20893"/>
                  </a:lnTo>
                  <a:lnTo>
                    <a:pt x="26972" y="21302"/>
                  </a:lnTo>
                  <a:lnTo>
                    <a:pt x="27432" y="21710"/>
                  </a:lnTo>
                  <a:lnTo>
                    <a:pt x="27942" y="22068"/>
                  </a:lnTo>
                  <a:lnTo>
                    <a:pt x="28453" y="22374"/>
                  </a:lnTo>
                  <a:lnTo>
                    <a:pt x="28964" y="22579"/>
                  </a:lnTo>
                  <a:lnTo>
                    <a:pt x="29475" y="22783"/>
                  </a:lnTo>
                  <a:lnTo>
                    <a:pt x="29986" y="22936"/>
                  </a:lnTo>
                  <a:lnTo>
                    <a:pt x="30496" y="22987"/>
                  </a:lnTo>
                  <a:lnTo>
                    <a:pt x="31007" y="23038"/>
                  </a:lnTo>
                  <a:lnTo>
                    <a:pt x="31314" y="23038"/>
                  </a:lnTo>
                  <a:lnTo>
                    <a:pt x="31825" y="22936"/>
                  </a:lnTo>
                  <a:lnTo>
                    <a:pt x="32284" y="22834"/>
                  </a:lnTo>
                  <a:lnTo>
                    <a:pt x="32744" y="22681"/>
                  </a:lnTo>
                  <a:lnTo>
                    <a:pt x="33102" y="22425"/>
                  </a:lnTo>
                  <a:lnTo>
                    <a:pt x="33408" y="22170"/>
                  </a:lnTo>
                  <a:lnTo>
                    <a:pt x="33663" y="21863"/>
                  </a:lnTo>
                  <a:lnTo>
                    <a:pt x="33868" y="21455"/>
                  </a:lnTo>
                  <a:lnTo>
                    <a:pt x="33970" y="21046"/>
                  </a:lnTo>
                  <a:lnTo>
                    <a:pt x="34072" y="20535"/>
                  </a:lnTo>
                  <a:lnTo>
                    <a:pt x="34123" y="20024"/>
                  </a:lnTo>
                  <a:lnTo>
                    <a:pt x="34072" y="19463"/>
                  </a:lnTo>
                  <a:lnTo>
                    <a:pt x="33970" y="18799"/>
                  </a:lnTo>
                  <a:lnTo>
                    <a:pt x="33817" y="18134"/>
                  </a:lnTo>
                  <a:lnTo>
                    <a:pt x="33612" y="17419"/>
                  </a:lnTo>
                  <a:lnTo>
                    <a:pt x="33357" y="16653"/>
                  </a:lnTo>
                  <a:lnTo>
                    <a:pt x="32999" y="15836"/>
                  </a:lnTo>
                  <a:lnTo>
                    <a:pt x="32642" y="15070"/>
                  </a:lnTo>
                  <a:lnTo>
                    <a:pt x="32284" y="14303"/>
                  </a:lnTo>
                  <a:lnTo>
                    <a:pt x="31876" y="13639"/>
                  </a:lnTo>
                  <a:lnTo>
                    <a:pt x="31467" y="13026"/>
                  </a:lnTo>
                  <a:lnTo>
                    <a:pt x="31058" y="12413"/>
                  </a:lnTo>
                  <a:lnTo>
                    <a:pt x="30599" y="11903"/>
                  </a:lnTo>
                  <a:lnTo>
                    <a:pt x="30139" y="11392"/>
                  </a:lnTo>
                  <a:lnTo>
                    <a:pt x="29679" y="10983"/>
                  </a:lnTo>
                  <a:lnTo>
                    <a:pt x="29168" y="10574"/>
                  </a:lnTo>
                  <a:lnTo>
                    <a:pt x="28709" y="10268"/>
                  </a:lnTo>
                  <a:lnTo>
                    <a:pt x="28198" y="9961"/>
                  </a:lnTo>
                  <a:lnTo>
                    <a:pt x="27687" y="9757"/>
                  </a:lnTo>
                  <a:lnTo>
                    <a:pt x="27176" y="9553"/>
                  </a:lnTo>
                  <a:lnTo>
                    <a:pt x="26665" y="9451"/>
                  </a:lnTo>
                  <a:lnTo>
                    <a:pt x="26154" y="9348"/>
                  </a:lnTo>
                  <a:close/>
                  <a:moveTo>
                    <a:pt x="14355" y="9961"/>
                  </a:moveTo>
                  <a:lnTo>
                    <a:pt x="14048" y="10013"/>
                  </a:lnTo>
                  <a:lnTo>
                    <a:pt x="13537" y="10064"/>
                  </a:lnTo>
                  <a:lnTo>
                    <a:pt x="13078" y="10166"/>
                  </a:lnTo>
                  <a:lnTo>
                    <a:pt x="12669" y="10319"/>
                  </a:lnTo>
                  <a:lnTo>
                    <a:pt x="12311" y="10523"/>
                  </a:lnTo>
                  <a:lnTo>
                    <a:pt x="11954" y="10830"/>
                  </a:lnTo>
                  <a:lnTo>
                    <a:pt x="11698" y="11136"/>
                  </a:lnTo>
                  <a:lnTo>
                    <a:pt x="11494" y="11494"/>
                  </a:lnTo>
                  <a:lnTo>
                    <a:pt x="11392" y="11903"/>
                  </a:lnTo>
                  <a:lnTo>
                    <a:pt x="11290" y="12413"/>
                  </a:lnTo>
                  <a:lnTo>
                    <a:pt x="11239" y="12924"/>
                  </a:lnTo>
                  <a:lnTo>
                    <a:pt x="11290" y="13486"/>
                  </a:lnTo>
                  <a:lnTo>
                    <a:pt x="11341" y="14099"/>
                  </a:lnTo>
                  <a:lnTo>
                    <a:pt x="11494" y="14763"/>
                  </a:lnTo>
                  <a:lnTo>
                    <a:pt x="11698" y="15478"/>
                  </a:lnTo>
                  <a:lnTo>
                    <a:pt x="11954" y="16244"/>
                  </a:lnTo>
                  <a:lnTo>
                    <a:pt x="12311" y="17062"/>
                  </a:lnTo>
                  <a:lnTo>
                    <a:pt x="12669" y="17828"/>
                  </a:lnTo>
                  <a:lnTo>
                    <a:pt x="13078" y="18594"/>
                  </a:lnTo>
                  <a:lnTo>
                    <a:pt x="13486" y="19258"/>
                  </a:lnTo>
                  <a:lnTo>
                    <a:pt x="13895" y="19922"/>
                  </a:lnTo>
                  <a:lnTo>
                    <a:pt x="14304" y="20484"/>
                  </a:lnTo>
                  <a:lnTo>
                    <a:pt x="14763" y="21046"/>
                  </a:lnTo>
                  <a:lnTo>
                    <a:pt x="15223" y="21557"/>
                  </a:lnTo>
                  <a:lnTo>
                    <a:pt x="15683" y="21966"/>
                  </a:lnTo>
                  <a:lnTo>
                    <a:pt x="16194" y="22374"/>
                  </a:lnTo>
                  <a:lnTo>
                    <a:pt x="16704" y="22732"/>
                  </a:lnTo>
                  <a:lnTo>
                    <a:pt x="17164" y="23038"/>
                  </a:lnTo>
                  <a:lnTo>
                    <a:pt x="17675" y="23243"/>
                  </a:lnTo>
                  <a:lnTo>
                    <a:pt x="18186" y="23447"/>
                  </a:lnTo>
                  <a:lnTo>
                    <a:pt x="18748" y="23600"/>
                  </a:lnTo>
                  <a:lnTo>
                    <a:pt x="19258" y="23651"/>
                  </a:lnTo>
                  <a:lnTo>
                    <a:pt x="19769" y="23702"/>
                  </a:lnTo>
                  <a:lnTo>
                    <a:pt x="20076" y="23651"/>
                  </a:lnTo>
                  <a:lnTo>
                    <a:pt x="20587" y="23600"/>
                  </a:lnTo>
                  <a:lnTo>
                    <a:pt x="21046" y="23498"/>
                  </a:lnTo>
                  <a:lnTo>
                    <a:pt x="21455" y="23345"/>
                  </a:lnTo>
                  <a:lnTo>
                    <a:pt x="21864" y="23089"/>
                  </a:lnTo>
                  <a:lnTo>
                    <a:pt x="22170" y="22834"/>
                  </a:lnTo>
                  <a:lnTo>
                    <a:pt x="22426" y="22527"/>
                  </a:lnTo>
                  <a:lnTo>
                    <a:pt x="22630" y="22119"/>
                  </a:lnTo>
                  <a:lnTo>
                    <a:pt x="22732" y="21710"/>
                  </a:lnTo>
                  <a:lnTo>
                    <a:pt x="22834" y="21199"/>
                  </a:lnTo>
                  <a:lnTo>
                    <a:pt x="22885" y="20689"/>
                  </a:lnTo>
                  <a:lnTo>
                    <a:pt x="22834" y="20127"/>
                  </a:lnTo>
                  <a:lnTo>
                    <a:pt x="22732" y="19463"/>
                  </a:lnTo>
                  <a:lnTo>
                    <a:pt x="22579" y="18799"/>
                  </a:lnTo>
                  <a:lnTo>
                    <a:pt x="22374" y="18083"/>
                  </a:lnTo>
                  <a:lnTo>
                    <a:pt x="22119" y="17317"/>
                  </a:lnTo>
                  <a:lnTo>
                    <a:pt x="21761" y="16500"/>
                  </a:lnTo>
                  <a:lnTo>
                    <a:pt x="21404" y="15734"/>
                  </a:lnTo>
                  <a:lnTo>
                    <a:pt x="21046" y="14967"/>
                  </a:lnTo>
                  <a:lnTo>
                    <a:pt x="20638" y="14303"/>
                  </a:lnTo>
                  <a:lnTo>
                    <a:pt x="20229" y="13690"/>
                  </a:lnTo>
                  <a:lnTo>
                    <a:pt x="19769" y="13077"/>
                  </a:lnTo>
                  <a:lnTo>
                    <a:pt x="19361" y="12567"/>
                  </a:lnTo>
                  <a:lnTo>
                    <a:pt x="18901" y="12056"/>
                  </a:lnTo>
                  <a:lnTo>
                    <a:pt x="18441" y="11647"/>
                  </a:lnTo>
                  <a:lnTo>
                    <a:pt x="17930" y="11239"/>
                  </a:lnTo>
                  <a:lnTo>
                    <a:pt x="17471" y="10932"/>
                  </a:lnTo>
                  <a:lnTo>
                    <a:pt x="16960" y="10626"/>
                  </a:lnTo>
                  <a:lnTo>
                    <a:pt x="16449" y="10421"/>
                  </a:lnTo>
                  <a:lnTo>
                    <a:pt x="15938" y="10217"/>
                  </a:lnTo>
                  <a:lnTo>
                    <a:pt x="15427" y="10064"/>
                  </a:lnTo>
                  <a:lnTo>
                    <a:pt x="14917" y="10013"/>
                  </a:lnTo>
                  <a:lnTo>
                    <a:pt x="14355" y="9961"/>
                  </a:lnTo>
                  <a:close/>
                  <a:moveTo>
                    <a:pt x="3117" y="10626"/>
                  </a:moveTo>
                  <a:lnTo>
                    <a:pt x="2810" y="10677"/>
                  </a:lnTo>
                  <a:lnTo>
                    <a:pt x="2299" y="10728"/>
                  </a:lnTo>
                  <a:lnTo>
                    <a:pt x="1840" y="10830"/>
                  </a:lnTo>
                  <a:lnTo>
                    <a:pt x="1431" y="10983"/>
                  </a:lnTo>
                  <a:lnTo>
                    <a:pt x="1022" y="11187"/>
                  </a:lnTo>
                  <a:lnTo>
                    <a:pt x="716" y="11494"/>
                  </a:lnTo>
                  <a:lnTo>
                    <a:pt x="460" y="11800"/>
                  </a:lnTo>
                  <a:lnTo>
                    <a:pt x="256" y="12158"/>
                  </a:lnTo>
                  <a:lnTo>
                    <a:pt x="103" y="12567"/>
                  </a:lnTo>
                  <a:lnTo>
                    <a:pt x="1" y="13026"/>
                  </a:lnTo>
                  <a:lnTo>
                    <a:pt x="1" y="13588"/>
                  </a:lnTo>
                  <a:lnTo>
                    <a:pt x="1" y="14150"/>
                  </a:lnTo>
                  <a:lnTo>
                    <a:pt x="103" y="14763"/>
                  </a:lnTo>
                  <a:lnTo>
                    <a:pt x="256" y="15427"/>
                  </a:lnTo>
                  <a:lnTo>
                    <a:pt x="460" y="16142"/>
                  </a:lnTo>
                  <a:lnTo>
                    <a:pt x="716" y="16909"/>
                  </a:lnTo>
                  <a:lnTo>
                    <a:pt x="1073" y="17726"/>
                  </a:lnTo>
                  <a:lnTo>
                    <a:pt x="1431" y="18492"/>
                  </a:lnTo>
                  <a:lnTo>
                    <a:pt x="1789" y="19258"/>
                  </a:lnTo>
                  <a:lnTo>
                    <a:pt x="2197" y="19922"/>
                  </a:lnTo>
                  <a:lnTo>
                    <a:pt x="2606" y="20586"/>
                  </a:lnTo>
                  <a:lnTo>
                    <a:pt x="3066" y="21148"/>
                  </a:lnTo>
                  <a:lnTo>
                    <a:pt x="3525" y="21710"/>
                  </a:lnTo>
                  <a:lnTo>
                    <a:pt x="3985" y="22221"/>
                  </a:lnTo>
                  <a:lnTo>
                    <a:pt x="4445" y="22630"/>
                  </a:lnTo>
                  <a:lnTo>
                    <a:pt x="4956" y="23038"/>
                  </a:lnTo>
                  <a:lnTo>
                    <a:pt x="5415" y="23396"/>
                  </a:lnTo>
                  <a:lnTo>
                    <a:pt x="5926" y="23651"/>
                  </a:lnTo>
                  <a:lnTo>
                    <a:pt x="6437" y="23907"/>
                  </a:lnTo>
                  <a:lnTo>
                    <a:pt x="6948" y="24111"/>
                  </a:lnTo>
                  <a:lnTo>
                    <a:pt x="7510" y="24213"/>
                  </a:lnTo>
                  <a:lnTo>
                    <a:pt x="8021" y="24315"/>
                  </a:lnTo>
                  <a:lnTo>
                    <a:pt x="8531" y="24366"/>
                  </a:lnTo>
                  <a:lnTo>
                    <a:pt x="8838" y="24315"/>
                  </a:lnTo>
                  <a:lnTo>
                    <a:pt x="9349" y="24264"/>
                  </a:lnTo>
                  <a:lnTo>
                    <a:pt x="9808" y="24162"/>
                  </a:lnTo>
                  <a:lnTo>
                    <a:pt x="10217" y="24009"/>
                  </a:lnTo>
                  <a:lnTo>
                    <a:pt x="10575" y="23753"/>
                  </a:lnTo>
                  <a:lnTo>
                    <a:pt x="10881" y="23498"/>
                  </a:lnTo>
                  <a:lnTo>
                    <a:pt x="11137" y="23192"/>
                  </a:lnTo>
                  <a:lnTo>
                    <a:pt x="11341" y="22783"/>
                  </a:lnTo>
                  <a:lnTo>
                    <a:pt x="11494" y="22374"/>
                  </a:lnTo>
                  <a:lnTo>
                    <a:pt x="11596" y="21863"/>
                  </a:lnTo>
                  <a:lnTo>
                    <a:pt x="11596" y="21353"/>
                  </a:lnTo>
                  <a:lnTo>
                    <a:pt x="11596" y="20740"/>
                  </a:lnTo>
                  <a:lnTo>
                    <a:pt x="11494" y="20127"/>
                  </a:lnTo>
                  <a:lnTo>
                    <a:pt x="11341" y="19463"/>
                  </a:lnTo>
                  <a:lnTo>
                    <a:pt x="11137" y="18747"/>
                  </a:lnTo>
                  <a:lnTo>
                    <a:pt x="10881" y="17981"/>
                  </a:lnTo>
                  <a:lnTo>
                    <a:pt x="10524" y="17164"/>
                  </a:lnTo>
                  <a:lnTo>
                    <a:pt x="10166" y="16398"/>
                  </a:lnTo>
                  <a:lnTo>
                    <a:pt x="9757" y="15631"/>
                  </a:lnTo>
                  <a:lnTo>
                    <a:pt x="9400" y="14967"/>
                  </a:lnTo>
                  <a:lnTo>
                    <a:pt x="8940" y="14354"/>
                  </a:lnTo>
                  <a:lnTo>
                    <a:pt x="8531" y="13741"/>
                  </a:lnTo>
                  <a:lnTo>
                    <a:pt x="8072" y="13231"/>
                  </a:lnTo>
                  <a:lnTo>
                    <a:pt x="7612" y="12720"/>
                  </a:lnTo>
                  <a:lnTo>
                    <a:pt x="7152" y="12311"/>
                  </a:lnTo>
                  <a:lnTo>
                    <a:pt x="6692" y="11903"/>
                  </a:lnTo>
                  <a:lnTo>
                    <a:pt x="6182" y="11596"/>
                  </a:lnTo>
                  <a:lnTo>
                    <a:pt x="5671" y="11290"/>
                  </a:lnTo>
                  <a:lnTo>
                    <a:pt x="5211" y="11034"/>
                  </a:lnTo>
                  <a:lnTo>
                    <a:pt x="4700" y="10881"/>
                  </a:lnTo>
                  <a:lnTo>
                    <a:pt x="4138" y="10728"/>
                  </a:lnTo>
                  <a:lnTo>
                    <a:pt x="3628" y="10677"/>
                  </a:lnTo>
                  <a:lnTo>
                    <a:pt x="3117" y="10626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36"/>
            <p:cNvSpPr/>
            <p:nvPr/>
          </p:nvSpPr>
          <p:spPr>
            <a:xfrm>
              <a:off x="3654000" y="-10526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10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52" y="1175"/>
                  </a:lnTo>
                  <a:lnTo>
                    <a:pt x="52" y="869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40" y="52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25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3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429"/>
                  </a:lnTo>
                  <a:lnTo>
                    <a:pt x="6794" y="8735"/>
                  </a:lnTo>
                  <a:lnTo>
                    <a:pt x="6743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437" y="9655"/>
                  </a:lnTo>
                  <a:lnTo>
                    <a:pt x="6233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20" y="9961"/>
                  </a:lnTo>
                  <a:lnTo>
                    <a:pt x="5620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6" name="Google Shape;976;p36"/>
            <p:cNvSpPr/>
            <p:nvPr/>
          </p:nvSpPr>
          <p:spPr>
            <a:xfrm>
              <a:off x="3593975" y="-1099925"/>
              <a:ext cx="289925" cy="343550"/>
            </a:xfrm>
            <a:custGeom>
              <a:avLst/>
              <a:gdLst/>
              <a:ahLst/>
              <a:cxnLst/>
              <a:rect l="l" t="t" r="r" b="b"/>
              <a:pathLst>
                <a:path w="11597" h="13742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22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63"/>
                  </a:lnTo>
                  <a:lnTo>
                    <a:pt x="1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789" y="8633"/>
                  </a:lnTo>
                  <a:lnTo>
                    <a:pt x="2197" y="9297"/>
                  </a:lnTo>
                  <a:lnTo>
                    <a:pt x="2606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588"/>
                  </a:lnTo>
                  <a:lnTo>
                    <a:pt x="8021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5" y="13128"/>
                  </a:lnTo>
                  <a:lnTo>
                    <a:pt x="10881" y="12873"/>
                  </a:lnTo>
                  <a:lnTo>
                    <a:pt x="11137" y="12567"/>
                  </a:lnTo>
                  <a:lnTo>
                    <a:pt x="11341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7" y="8122"/>
                  </a:lnTo>
                  <a:lnTo>
                    <a:pt x="10881" y="7356"/>
                  </a:lnTo>
                  <a:lnTo>
                    <a:pt x="10524" y="6539"/>
                  </a:lnTo>
                  <a:lnTo>
                    <a:pt x="10524" y="6539"/>
                  </a:lnTo>
                  <a:lnTo>
                    <a:pt x="10166" y="5773"/>
                  </a:lnTo>
                  <a:lnTo>
                    <a:pt x="9757" y="5006"/>
                  </a:lnTo>
                  <a:lnTo>
                    <a:pt x="9400" y="4342"/>
                  </a:lnTo>
                  <a:lnTo>
                    <a:pt x="8940" y="3729"/>
                  </a:lnTo>
                  <a:lnTo>
                    <a:pt x="8531" y="3116"/>
                  </a:lnTo>
                  <a:lnTo>
                    <a:pt x="8072" y="2606"/>
                  </a:lnTo>
                  <a:lnTo>
                    <a:pt x="7612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2" y="971"/>
                  </a:lnTo>
                  <a:lnTo>
                    <a:pt x="567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8" y="52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7" name="Google Shape;977;p36"/>
            <p:cNvSpPr/>
            <p:nvPr/>
          </p:nvSpPr>
          <p:spPr>
            <a:xfrm>
              <a:off x="3936225" y="-10692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15" y="9961"/>
                  </a:moveTo>
                  <a:lnTo>
                    <a:pt x="5415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394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0"/>
                  </a:lnTo>
                  <a:lnTo>
                    <a:pt x="154" y="270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16" y="103"/>
                  </a:lnTo>
                  <a:lnTo>
                    <a:pt x="971" y="52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3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8" y="9859"/>
                  </a:lnTo>
                  <a:lnTo>
                    <a:pt x="577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15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36"/>
            <p:cNvSpPr/>
            <p:nvPr/>
          </p:nvSpPr>
          <p:spPr>
            <a:xfrm>
              <a:off x="3874925" y="-1116525"/>
              <a:ext cx="291200" cy="343550"/>
            </a:xfrm>
            <a:custGeom>
              <a:avLst/>
              <a:gdLst/>
              <a:ahLst/>
              <a:cxnLst/>
              <a:rect l="l" t="t" r="r" b="b"/>
              <a:pathLst>
                <a:path w="11648" h="13742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40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6" y="869"/>
                  </a:lnTo>
                  <a:lnTo>
                    <a:pt x="460" y="1175"/>
                  </a:lnTo>
                  <a:lnTo>
                    <a:pt x="256" y="1533"/>
                  </a:lnTo>
                  <a:lnTo>
                    <a:pt x="154" y="1942"/>
                  </a:lnTo>
                  <a:lnTo>
                    <a:pt x="52" y="2452"/>
                  </a:lnTo>
                  <a:lnTo>
                    <a:pt x="1" y="2963"/>
                  </a:lnTo>
                  <a:lnTo>
                    <a:pt x="52" y="3525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83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1" y="7867"/>
                  </a:lnTo>
                  <a:lnTo>
                    <a:pt x="1840" y="8633"/>
                  </a:lnTo>
                  <a:lnTo>
                    <a:pt x="2248" y="9297"/>
                  </a:lnTo>
                  <a:lnTo>
                    <a:pt x="2657" y="9961"/>
                  </a:lnTo>
                  <a:lnTo>
                    <a:pt x="3066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5" y="12005"/>
                  </a:lnTo>
                  <a:lnTo>
                    <a:pt x="4956" y="12413"/>
                  </a:lnTo>
                  <a:lnTo>
                    <a:pt x="5466" y="12771"/>
                  </a:lnTo>
                  <a:lnTo>
                    <a:pt x="5926" y="13077"/>
                  </a:lnTo>
                  <a:lnTo>
                    <a:pt x="6437" y="13282"/>
                  </a:lnTo>
                  <a:lnTo>
                    <a:pt x="6948" y="13486"/>
                  </a:lnTo>
                  <a:lnTo>
                    <a:pt x="7510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626" y="13128"/>
                  </a:lnTo>
                  <a:lnTo>
                    <a:pt x="10932" y="12873"/>
                  </a:lnTo>
                  <a:lnTo>
                    <a:pt x="11188" y="12566"/>
                  </a:lnTo>
                  <a:lnTo>
                    <a:pt x="11392" y="12158"/>
                  </a:lnTo>
                  <a:lnTo>
                    <a:pt x="11494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4" y="9502"/>
                  </a:lnTo>
                  <a:lnTo>
                    <a:pt x="11341" y="8838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73"/>
                  </a:lnTo>
                  <a:lnTo>
                    <a:pt x="9808" y="5006"/>
                  </a:lnTo>
                  <a:lnTo>
                    <a:pt x="9400" y="4342"/>
                  </a:lnTo>
                  <a:lnTo>
                    <a:pt x="8991" y="3729"/>
                  </a:lnTo>
                  <a:lnTo>
                    <a:pt x="8531" y="3116"/>
                  </a:lnTo>
                  <a:lnTo>
                    <a:pt x="8123" y="2606"/>
                  </a:lnTo>
                  <a:lnTo>
                    <a:pt x="7663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3" y="971"/>
                  </a:lnTo>
                  <a:lnTo>
                    <a:pt x="5722" y="665"/>
                  </a:lnTo>
                  <a:lnTo>
                    <a:pt x="5211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9" y="52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36"/>
            <p:cNvSpPr/>
            <p:nvPr/>
          </p:nvSpPr>
          <p:spPr>
            <a:xfrm>
              <a:off x="4217175" y="-10858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225"/>
                  </a:lnTo>
                  <a:lnTo>
                    <a:pt x="2197" y="7356"/>
                  </a:lnTo>
                  <a:lnTo>
                    <a:pt x="1635" y="6335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1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9" y="0"/>
                  </a:lnTo>
                  <a:lnTo>
                    <a:pt x="1329" y="0"/>
                  </a:lnTo>
                  <a:lnTo>
                    <a:pt x="1839" y="52"/>
                  </a:lnTo>
                  <a:lnTo>
                    <a:pt x="2095" y="154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3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429"/>
                  </a:lnTo>
                  <a:lnTo>
                    <a:pt x="6743" y="8735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36"/>
            <p:cNvSpPr/>
            <p:nvPr/>
          </p:nvSpPr>
          <p:spPr>
            <a:xfrm>
              <a:off x="4155875" y="-11318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8" y="0"/>
                  </a:moveTo>
                  <a:lnTo>
                    <a:pt x="3168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431" y="307"/>
                  </a:lnTo>
                  <a:lnTo>
                    <a:pt x="1073" y="511"/>
                  </a:lnTo>
                  <a:lnTo>
                    <a:pt x="767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4" y="1891"/>
                  </a:lnTo>
                  <a:lnTo>
                    <a:pt x="52" y="2401"/>
                  </a:lnTo>
                  <a:lnTo>
                    <a:pt x="1" y="2912"/>
                  </a:lnTo>
                  <a:lnTo>
                    <a:pt x="52" y="3474"/>
                  </a:lnTo>
                  <a:lnTo>
                    <a:pt x="154" y="4087"/>
                  </a:lnTo>
                  <a:lnTo>
                    <a:pt x="256" y="4751"/>
                  </a:lnTo>
                  <a:lnTo>
                    <a:pt x="511" y="5466"/>
                  </a:lnTo>
                  <a:lnTo>
                    <a:pt x="767" y="6232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40" y="8582"/>
                  </a:lnTo>
                  <a:lnTo>
                    <a:pt x="2248" y="9246"/>
                  </a:lnTo>
                  <a:lnTo>
                    <a:pt x="2657" y="9910"/>
                  </a:lnTo>
                  <a:lnTo>
                    <a:pt x="3117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1954"/>
                  </a:lnTo>
                  <a:lnTo>
                    <a:pt x="4956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8" y="13231"/>
                  </a:lnTo>
                  <a:lnTo>
                    <a:pt x="6999" y="13435"/>
                  </a:lnTo>
                  <a:lnTo>
                    <a:pt x="7510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6" y="13077"/>
                  </a:lnTo>
                  <a:lnTo>
                    <a:pt x="10932" y="12822"/>
                  </a:lnTo>
                  <a:lnTo>
                    <a:pt x="11187" y="12515"/>
                  </a:lnTo>
                  <a:lnTo>
                    <a:pt x="11392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647" y="10676"/>
                  </a:lnTo>
                  <a:lnTo>
                    <a:pt x="11596" y="10115"/>
                  </a:lnTo>
                  <a:lnTo>
                    <a:pt x="11494" y="9451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4955"/>
                  </a:lnTo>
                  <a:lnTo>
                    <a:pt x="9400" y="4291"/>
                  </a:lnTo>
                  <a:lnTo>
                    <a:pt x="8991" y="3678"/>
                  </a:lnTo>
                  <a:lnTo>
                    <a:pt x="8582" y="3065"/>
                  </a:lnTo>
                  <a:lnTo>
                    <a:pt x="8123" y="2555"/>
                  </a:lnTo>
                  <a:lnTo>
                    <a:pt x="7663" y="2044"/>
                  </a:lnTo>
                  <a:lnTo>
                    <a:pt x="7203" y="1635"/>
                  </a:lnTo>
                  <a:lnTo>
                    <a:pt x="6692" y="1226"/>
                  </a:lnTo>
                  <a:lnTo>
                    <a:pt x="6233" y="920"/>
                  </a:lnTo>
                  <a:lnTo>
                    <a:pt x="5722" y="613"/>
                  </a:lnTo>
                  <a:lnTo>
                    <a:pt x="5211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0"/>
                  </a:lnTo>
                  <a:lnTo>
                    <a:pt x="316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1" name="Google Shape;981;p36"/>
            <p:cNvSpPr/>
            <p:nvPr/>
          </p:nvSpPr>
          <p:spPr>
            <a:xfrm>
              <a:off x="4498125" y="-1102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1" y="9961"/>
                  </a:lnTo>
                  <a:lnTo>
                    <a:pt x="4955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934" y="9348"/>
                  </a:lnTo>
                  <a:lnTo>
                    <a:pt x="3372" y="8889"/>
                  </a:lnTo>
                  <a:lnTo>
                    <a:pt x="2810" y="8224"/>
                  </a:lnTo>
                  <a:lnTo>
                    <a:pt x="2248" y="7356"/>
                  </a:lnTo>
                  <a:lnTo>
                    <a:pt x="1635" y="6334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80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2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2" y="920"/>
                  </a:lnTo>
                  <a:lnTo>
                    <a:pt x="154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54"/>
                  </a:lnTo>
                  <a:lnTo>
                    <a:pt x="5109" y="3576"/>
                  </a:lnTo>
                  <a:lnTo>
                    <a:pt x="5722" y="4802"/>
                  </a:lnTo>
                  <a:lnTo>
                    <a:pt x="5722" y="4802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71"/>
                  </a:lnTo>
                  <a:lnTo>
                    <a:pt x="6794" y="8429"/>
                  </a:lnTo>
                  <a:lnTo>
                    <a:pt x="6743" y="8735"/>
                  </a:lnTo>
                  <a:lnTo>
                    <a:pt x="6743" y="9042"/>
                  </a:lnTo>
                  <a:lnTo>
                    <a:pt x="6641" y="9297"/>
                  </a:lnTo>
                  <a:lnTo>
                    <a:pt x="6539" y="9501"/>
                  </a:lnTo>
                  <a:lnTo>
                    <a:pt x="6386" y="9655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4" y="9910"/>
                  </a:lnTo>
                  <a:lnTo>
                    <a:pt x="5619" y="9961"/>
                  </a:lnTo>
                  <a:lnTo>
                    <a:pt x="5619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2" name="Google Shape;982;p36"/>
            <p:cNvSpPr/>
            <p:nvPr/>
          </p:nvSpPr>
          <p:spPr>
            <a:xfrm>
              <a:off x="4438100" y="-1148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0"/>
                  </a:moveTo>
                  <a:lnTo>
                    <a:pt x="3117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2"/>
                  </a:lnTo>
                  <a:lnTo>
                    <a:pt x="1840" y="154"/>
                  </a:lnTo>
                  <a:lnTo>
                    <a:pt x="1380" y="307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1"/>
                  </a:lnTo>
                  <a:lnTo>
                    <a:pt x="1" y="2912"/>
                  </a:lnTo>
                  <a:lnTo>
                    <a:pt x="1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6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16"/>
                  </a:lnTo>
                  <a:lnTo>
                    <a:pt x="1788" y="8582"/>
                  </a:lnTo>
                  <a:lnTo>
                    <a:pt x="2197" y="9246"/>
                  </a:lnTo>
                  <a:lnTo>
                    <a:pt x="2606" y="9910"/>
                  </a:lnTo>
                  <a:lnTo>
                    <a:pt x="3066" y="10472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6" y="12362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8" y="13690"/>
                  </a:lnTo>
                  <a:lnTo>
                    <a:pt x="8838" y="13690"/>
                  </a:lnTo>
                  <a:lnTo>
                    <a:pt x="9349" y="13588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22"/>
                  </a:lnTo>
                  <a:lnTo>
                    <a:pt x="11136" y="12515"/>
                  </a:lnTo>
                  <a:lnTo>
                    <a:pt x="11341" y="12107"/>
                  </a:lnTo>
                  <a:lnTo>
                    <a:pt x="11494" y="11698"/>
                  </a:lnTo>
                  <a:lnTo>
                    <a:pt x="11596" y="11187"/>
                  </a:lnTo>
                  <a:lnTo>
                    <a:pt x="11596" y="10676"/>
                  </a:lnTo>
                  <a:lnTo>
                    <a:pt x="11596" y="10115"/>
                  </a:lnTo>
                  <a:lnTo>
                    <a:pt x="11494" y="9450"/>
                  </a:lnTo>
                  <a:lnTo>
                    <a:pt x="11341" y="8786"/>
                  </a:lnTo>
                  <a:lnTo>
                    <a:pt x="11136" y="8071"/>
                  </a:lnTo>
                  <a:lnTo>
                    <a:pt x="10830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6"/>
                  </a:lnTo>
                  <a:lnTo>
                    <a:pt x="9349" y="4291"/>
                  </a:lnTo>
                  <a:lnTo>
                    <a:pt x="8940" y="3678"/>
                  </a:lnTo>
                  <a:lnTo>
                    <a:pt x="8531" y="3065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5"/>
                  </a:lnTo>
                  <a:lnTo>
                    <a:pt x="6692" y="1226"/>
                  </a:lnTo>
                  <a:lnTo>
                    <a:pt x="6181" y="920"/>
                  </a:lnTo>
                  <a:lnTo>
                    <a:pt x="5671" y="613"/>
                  </a:lnTo>
                  <a:lnTo>
                    <a:pt x="5160" y="409"/>
                  </a:lnTo>
                  <a:lnTo>
                    <a:pt x="4649" y="205"/>
                  </a:lnTo>
                  <a:lnTo>
                    <a:pt x="4138" y="103"/>
                  </a:lnTo>
                  <a:lnTo>
                    <a:pt x="3627" y="0"/>
                  </a:lnTo>
                  <a:lnTo>
                    <a:pt x="311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36"/>
            <p:cNvSpPr/>
            <p:nvPr/>
          </p:nvSpPr>
          <p:spPr>
            <a:xfrm>
              <a:off x="4888900" y="-1125475"/>
              <a:ext cx="169875" cy="249050"/>
            </a:xfrm>
            <a:custGeom>
              <a:avLst/>
              <a:gdLst/>
              <a:ahLst/>
              <a:cxnLst/>
              <a:rect l="l" t="t" r="r" b="b"/>
              <a:pathLst>
                <a:path w="6795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1" y="9962"/>
                  </a:lnTo>
                  <a:lnTo>
                    <a:pt x="4955" y="9911"/>
                  </a:lnTo>
                  <a:lnTo>
                    <a:pt x="4700" y="9809"/>
                  </a:lnTo>
                  <a:lnTo>
                    <a:pt x="4444" y="9706"/>
                  </a:lnTo>
                  <a:lnTo>
                    <a:pt x="3934" y="9349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8" y="7357"/>
                  </a:lnTo>
                  <a:lnTo>
                    <a:pt x="1635" y="6335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5" y="2708"/>
                  </a:lnTo>
                  <a:lnTo>
                    <a:pt x="103" y="224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51" y="1176"/>
                  </a:lnTo>
                  <a:lnTo>
                    <a:pt x="51" y="920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6" y="52"/>
                  </a:lnTo>
                  <a:lnTo>
                    <a:pt x="1226" y="52"/>
                  </a:lnTo>
                  <a:lnTo>
                    <a:pt x="1380" y="1"/>
                  </a:lnTo>
                  <a:lnTo>
                    <a:pt x="1380" y="1"/>
                  </a:lnTo>
                  <a:lnTo>
                    <a:pt x="1839" y="103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74"/>
                  </a:lnTo>
                  <a:lnTo>
                    <a:pt x="3985" y="1687"/>
                  </a:lnTo>
                  <a:lnTo>
                    <a:pt x="4547" y="2555"/>
                  </a:lnTo>
                  <a:lnTo>
                    <a:pt x="5109" y="3577"/>
                  </a:lnTo>
                  <a:lnTo>
                    <a:pt x="5722" y="4803"/>
                  </a:lnTo>
                  <a:lnTo>
                    <a:pt x="5722" y="4803"/>
                  </a:lnTo>
                  <a:lnTo>
                    <a:pt x="6232" y="6080"/>
                  </a:lnTo>
                  <a:lnTo>
                    <a:pt x="6590" y="7152"/>
                  </a:lnTo>
                  <a:lnTo>
                    <a:pt x="6743" y="8072"/>
                  </a:lnTo>
                  <a:lnTo>
                    <a:pt x="6794" y="8429"/>
                  </a:lnTo>
                  <a:lnTo>
                    <a:pt x="6794" y="8736"/>
                  </a:lnTo>
                  <a:lnTo>
                    <a:pt x="6743" y="9042"/>
                  </a:lnTo>
                  <a:lnTo>
                    <a:pt x="6641" y="9298"/>
                  </a:lnTo>
                  <a:lnTo>
                    <a:pt x="6539" y="9502"/>
                  </a:lnTo>
                  <a:lnTo>
                    <a:pt x="6437" y="9655"/>
                  </a:lnTo>
                  <a:lnTo>
                    <a:pt x="6232" y="9757"/>
                  </a:lnTo>
                  <a:lnTo>
                    <a:pt x="6079" y="9860"/>
                  </a:lnTo>
                  <a:lnTo>
                    <a:pt x="5824" y="9911"/>
                  </a:lnTo>
                  <a:lnTo>
                    <a:pt x="5619" y="9962"/>
                  </a:lnTo>
                  <a:lnTo>
                    <a:pt x="5619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36"/>
            <p:cNvSpPr/>
            <p:nvPr/>
          </p:nvSpPr>
          <p:spPr>
            <a:xfrm>
              <a:off x="4828875" y="-1171450"/>
              <a:ext cx="289925" cy="342275"/>
            </a:xfrm>
            <a:custGeom>
              <a:avLst/>
              <a:gdLst/>
              <a:ahLst/>
              <a:cxnLst/>
              <a:rect l="l" t="t" r="r" b="b"/>
              <a:pathLst>
                <a:path w="11597" h="13691" fill="none" extrusionOk="0">
                  <a:moveTo>
                    <a:pt x="3117" y="1"/>
                  </a:moveTo>
                  <a:lnTo>
                    <a:pt x="3117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22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1" y="2402"/>
                  </a:lnTo>
                  <a:lnTo>
                    <a:pt x="1" y="2913"/>
                  </a:lnTo>
                  <a:lnTo>
                    <a:pt x="1" y="3475"/>
                  </a:lnTo>
                  <a:lnTo>
                    <a:pt x="103" y="4087"/>
                  </a:lnTo>
                  <a:lnTo>
                    <a:pt x="256" y="4752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788" y="8583"/>
                  </a:lnTo>
                  <a:lnTo>
                    <a:pt x="2197" y="9247"/>
                  </a:lnTo>
                  <a:lnTo>
                    <a:pt x="2606" y="9911"/>
                  </a:lnTo>
                  <a:lnTo>
                    <a:pt x="3065" y="10524"/>
                  </a:lnTo>
                  <a:lnTo>
                    <a:pt x="3525" y="11035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15" y="12720"/>
                  </a:lnTo>
                  <a:lnTo>
                    <a:pt x="5926" y="13027"/>
                  </a:lnTo>
                  <a:lnTo>
                    <a:pt x="6437" y="13231"/>
                  </a:lnTo>
                  <a:lnTo>
                    <a:pt x="6948" y="13435"/>
                  </a:lnTo>
                  <a:lnTo>
                    <a:pt x="7458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596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757" y="5007"/>
                  </a:lnTo>
                  <a:lnTo>
                    <a:pt x="9400" y="4292"/>
                  </a:lnTo>
                  <a:lnTo>
                    <a:pt x="8940" y="3679"/>
                  </a:lnTo>
                  <a:lnTo>
                    <a:pt x="8531" y="3066"/>
                  </a:lnTo>
                  <a:lnTo>
                    <a:pt x="8071" y="2555"/>
                  </a:lnTo>
                  <a:lnTo>
                    <a:pt x="7612" y="2044"/>
                  </a:lnTo>
                  <a:lnTo>
                    <a:pt x="7152" y="1636"/>
                  </a:lnTo>
                  <a:lnTo>
                    <a:pt x="6692" y="1227"/>
                  </a:lnTo>
                  <a:lnTo>
                    <a:pt x="6181" y="920"/>
                  </a:lnTo>
                  <a:lnTo>
                    <a:pt x="5671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38" y="103"/>
                  </a:lnTo>
                  <a:lnTo>
                    <a:pt x="3627" y="1"/>
                  </a:lnTo>
                  <a:lnTo>
                    <a:pt x="311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36"/>
            <p:cNvSpPr/>
            <p:nvPr/>
          </p:nvSpPr>
          <p:spPr>
            <a:xfrm>
              <a:off x="5171125" y="-11408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15" y="9911"/>
                  </a:moveTo>
                  <a:lnTo>
                    <a:pt x="5415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393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6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154" y="2657"/>
                  </a:lnTo>
                  <a:lnTo>
                    <a:pt x="0" y="1789"/>
                  </a:lnTo>
                  <a:lnTo>
                    <a:pt x="0" y="1431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05" y="461"/>
                  </a:lnTo>
                  <a:lnTo>
                    <a:pt x="358" y="256"/>
                  </a:lnTo>
                  <a:lnTo>
                    <a:pt x="562" y="154"/>
                  </a:lnTo>
                  <a:lnTo>
                    <a:pt x="716" y="52"/>
                  </a:lnTo>
                  <a:lnTo>
                    <a:pt x="971" y="1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3"/>
                  </a:lnTo>
                  <a:lnTo>
                    <a:pt x="3934" y="1636"/>
                  </a:lnTo>
                  <a:lnTo>
                    <a:pt x="4496" y="2504"/>
                  </a:lnTo>
                  <a:lnTo>
                    <a:pt x="5109" y="3526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9"/>
                  </a:lnTo>
                  <a:lnTo>
                    <a:pt x="6539" y="7101"/>
                  </a:lnTo>
                  <a:lnTo>
                    <a:pt x="6692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488" y="9451"/>
                  </a:lnTo>
                  <a:lnTo>
                    <a:pt x="6386" y="9604"/>
                  </a:lnTo>
                  <a:lnTo>
                    <a:pt x="6232" y="9706"/>
                  </a:lnTo>
                  <a:lnTo>
                    <a:pt x="6028" y="9809"/>
                  </a:lnTo>
                  <a:lnTo>
                    <a:pt x="5773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15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6" name="Google Shape;986;p36"/>
            <p:cNvSpPr/>
            <p:nvPr/>
          </p:nvSpPr>
          <p:spPr>
            <a:xfrm>
              <a:off x="5109825" y="-11880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07"/>
                  </a:lnTo>
                  <a:lnTo>
                    <a:pt x="1073" y="563"/>
                  </a:lnTo>
                  <a:lnTo>
                    <a:pt x="716" y="818"/>
                  </a:lnTo>
                  <a:lnTo>
                    <a:pt x="460" y="1125"/>
                  </a:lnTo>
                  <a:lnTo>
                    <a:pt x="256" y="1482"/>
                  </a:lnTo>
                  <a:lnTo>
                    <a:pt x="103" y="1942"/>
                  </a:lnTo>
                  <a:lnTo>
                    <a:pt x="52" y="2402"/>
                  </a:lnTo>
                  <a:lnTo>
                    <a:pt x="0" y="2913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16"/>
                  </a:lnTo>
                  <a:lnTo>
                    <a:pt x="1839" y="8583"/>
                  </a:lnTo>
                  <a:lnTo>
                    <a:pt x="2197" y="9247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45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26" y="13027"/>
                  </a:lnTo>
                  <a:lnTo>
                    <a:pt x="6437" y="13282"/>
                  </a:lnTo>
                  <a:lnTo>
                    <a:pt x="6948" y="13435"/>
                  </a:lnTo>
                  <a:lnTo>
                    <a:pt x="7509" y="13589"/>
                  </a:lnTo>
                  <a:lnTo>
                    <a:pt x="8020" y="13640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17" y="13333"/>
                  </a:lnTo>
                  <a:lnTo>
                    <a:pt x="10574" y="13129"/>
                  </a:lnTo>
                  <a:lnTo>
                    <a:pt x="10881" y="12822"/>
                  </a:lnTo>
                  <a:lnTo>
                    <a:pt x="11136" y="12516"/>
                  </a:lnTo>
                  <a:lnTo>
                    <a:pt x="11341" y="12107"/>
                  </a:lnTo>
                  <a:lnTo>
                    <a:pt x="11494" y="11699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6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152" y="1636"/>
                  </a:lnTo>
                  <a:lnTo>
                    <a:pt x="6692" y="1278"/>
                  </a:lnTo>
                  <a:lnTo>
                    <a:pt x="6181" y="920"/>
                  </a:lnTo>
                  <a:lnTo>
                    <a:pt x="5722" y="614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27" y="1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7" name="Google Shape;987;p36"/>
            <p:cNvSpPr/>
            <p:nvPr/>
          </p:nvSpPr>
          <p:spPr>
            <a:xfrm>
              <a:off x="5452075" y="-11574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757"/>
                  </a:lnTo>
                  <a:lnTo>
                    <a:pt x="4444" y="9655"/>
                  </a:lnTo>
                  <a:lnTo>
                    <a:pt x="3883" y="9349"/>
                  </a:lnTo>
                  <a:lnTo>
                    <a:pt x="3321" y="8838"/>
                  </a:lnTo>
                  <a:lnTo>
                    <a:pt x="2759" y="8174"/>
                  </a:lnTo>
                  <a:lnTo>
                    <a:pt x="2197" y="7305"/>
                  </a:lnTo>
                  <a:lnTo>
                    <a:pt x="1635" y="6284"/>
                  </a:lnTo>
                  <a:lnTo>
                    <a:pt x="1022" y="5007"/>
                  </a:lnTo>
                  <a:lnTo>
                    <a:pt x="1022" y="5007"/>
                  </a:lnTo>
                  <a:lnTo>
                    <a:pt x="511" y="3730"/>
                  </a:lnTo>
                  <a:lnTo>
                    <a:pt x="205" y="2657"/>
                  </a:lnTo>
                  <a:lnTo>
                    <a:pt x="51" y="224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03" y="614"/>
                  </a:lnTo>
                  <a:lnTo>
                    <a:pt x="256" y="461"/>
                  </a:lnTo>
                  <a:lnTo>
                    <a:pt x="358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4" y="1687"/>
                  </a:lnTo>
                  <a:lnTo>
                    <a:pt x="4496" y="2504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28"/>
                  </a:lnTo>
                  <a:lnTo>
                    <a:pt x="6539" y="7101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685"/>
                  </a:lnTo>
                  <a:lnTo>
                    <a:pt x="6692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6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8" name="Google Shape;988;p36"/>
            <p:cNvSpPr/>
            <p:nvPr/>
          </p:nvSpPr>
          <p:spPr>
            <a:xfrm>
              <a:off x="5390775" y="-1204650"/>
              <a:ext cx="291200" cy="342275"/>
            </a:xfrm>
            <a:custGeom>
              <a:avLst/>
              <a:gdLst/>
              <a:ahLst/>
              <a:cxnLst/>
              <a:rect l="l" t="t" r="r" b="b"/>
              <a:pathLst>
                <a:path w="11648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2" y="2402"/>
                  </a:lnTo>
                  <a:lnTo>
                    <a:pt x="0" y="2912"/>
                  </a:lnTo>
                  <a:lnTo>
                    <a:pt x="52" y="3474"/>
                  </a:lnTo>
                  <a:lnTo>
                    <a:pt x="103" y="4087"/>
                  </a:lnTo>
                  <a:lnTo>
                    <a:pt x="256" y="4751"/>
                  </a:lnTo>
                  <a:lnTo>
                    <a:pt x="460" y="5467"/>
                  </a:lnTo>
                  <a:lnTo>
                    <a:pt x="71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3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065" y="10524"/>
                  </a:lnTo>
                  <a:lnTo>
                    <a:pt x="3525" y="11034"/>
                  </a:lnTo>
                  <a:lnTo>
                    <a:pt x="3985" y="11545"/>
                  </a:lnTo>
                  <a:lnTo>
                    <a:pt x="4496" y="12005"/>
                  </a:lnTo>
                  <a:lnTo>
                    <a:pt x="4955" y="12363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8" y="13691"/>
                  </a:lnTo>
                  <a:lnTo>
                    <a:pt x="8838" y="13691"/>
                  </a:lnTo>
                  <a:lnTo>
                    <a:pt x="9348" y="13640"/>
                  </a:lnTo>
                  <a:lnTo>
                    <a:pt x="9808" y="13486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494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1" y="8787"/>
                  </a:lnTo>
                  <a:lnTo>
                    <a:pt x="11136" y="8072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2"/>
                  </a:lnTo>
                  <a:lnTo>
                    <a:pt x="9808" y="5007"/>
                  </a:lnTo>
                  <a:lnTo>
                    <a:pt x="9399" y="4292"/>
                  </a:lnTo>
                  <a:lnTo>
                    <a:pt x="8991" y="3679"/>
                  </a:lnTo>
                  <a:lnTo>
                    <a:pt x="8531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692" y="1278"/>
                  </a:lnTo>
                  <a:lnTo>
                    <a:pt x="6232" y="920"/>
                  </a:lnTo>
                  <a:lnTo>
                    <a:pt x="5722" y="665"/>
                  </a:lnTo>
                  <a:lnTo>
                    <a:pt x="5211" y="410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9" name="Google Shape;989;p36"/>
            <p:cNvSpPr/>
            <p:nvPr/>
          </p:nvSpPr>
          <p:spPr>
            <a:xfrm>
              <a:off x="5733025" y="-1174000"/>
              <a:ext cx="168600" cy="247775"/>
            </a:xfrm>
            <a:custGeom>
              <a:avLst/>
              <a:gdLst/>
              <a:ahLst/>
              <a:cxnLst/>
              <a:rect l="l" t="t" r="r" b="b"/>
              <a:pathLst>
                <a:path w="6744" h="9911" fill="none" extrusionOk="0">
                  <a:moveTo>
                    <a:pt x="5466" y="9911"/>
                  </a:moveTo>
                  <a:lnTo>
                    <a:pt x="5466" y="9911"/>
                  </a:lnTo>
                  <a:lnTo>
                    <a:pt x="5211" y="9911"/>
                  </a:lnTo>
                  <a:lnTo>
                    <a:pt x="4955" y="9860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882" y="9349"/>
                  </a:lnTo>
                  <a:lnTo>
                    <a:pt x="3372" y="8838"/>
                  </a:lnTo>
                  <a:lnTo>
                    <a:pt x="2810" y="8174"/>
                  </a:lnTo>
                  <a:lnTo>
                    <a:pt x="2248" y="7305"/>
                  </a:lnTo>
                  <a:lnTo>
                    <a:pt x="1635" y="6284"/>
                  </a:lnTo>
                  <a:lnTo>
                    <a:pt x="1073" y="5007"/>
                  </a:lnTo>
                  <a:lnTo>
                    <a:pt x="1073" y="5007"/>
                  </a:lnTo>
                  <a:lnTo>
                    <a:pt x="511" y="3730"/>
                  </a:lnTo>
                  <a:lnTo>
                    <a:pt x="205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25"/>
                  </a:lnTo>
                  <a:lnTo>
                    <a:pt x="51" y="869"/>
                  </a:lnTo>
                  <a:lnTo>
                    <a:pt x="154" y="665"/>
                  </a:lnTo>
                  <a:lnTo>
                    <a:pt x="256" y="461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7" y="52"/>
                  </a:lnTo>
                  <a:lnTo>
                    <a:pt x="971" y="1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5" y="103"/>
                  </a:lnTo>
                  <a:lnTo>
                    <a:pt x="2350" y="205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39" y="7152"/>
                  </a:lnTo>
                  <a:lnTo>
                    <a:pt x="6743" y="8021"/>
                  </a:lnTo>
                  <a:lnTo>
                    <a:pt x="6743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7"/>
                  </a:lnTo>
                  <a:lnTo>
                    <a:pt x="6539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08"/>
                  </a:lnTo>
                  <a:lnTo>
                    <a:pt x="5824" y="9911"/>
                  </a:lnTo>
                  <a:lnTo>
                    <a:pt x="5568" y="9911"/>
                  </a:lnTo>
                  <a:lnTo>
                    <a:pt x="5568" y="9911"/>
                  </a:lnTo>
                  <a:lnTo>
                    <a:pt x="5466" y="991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0" name="Google Shape;990;p36"/>
            <p:cNvSpPr/>
            <p:nvPr/>
          </p:nvSpPr>
          <p:spPr>
            <a:xfrm>
              <a:off x="5671725" y="-12212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1" y="358"/>
                  </a:lnTo>
                  <a:lnTo>
                    <a:pt x="1073" y="563"/>
                  </a:lnTo>
                  <a:lnTo>
                    <a:pt x="767" y="818"/>
                  </a:lnTo>
                  <a:lnTo>
                    <a:pt x="511" y="1125"/>
                  </a:lnTo>
                  <a:lnTo>
                    <a:pt x="307" y="1533"/>
                  </a:lnTo>
                  <a:lnTo>
                    <a:pt x="154" y="1942"/>
                  </a:lnTo>
                  <a:lnTo>
                    <a:pt x="51" y="2402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4" y="4087"/>
                  </a:lnTo>
                  <a:lnTo>
                    <a:pt x="256" y="4802"/>
                  </a:lnTo>
                  <a:lnTo>
                    <a:pt x="511" y="5518"/>
                  </a:lnTo>
                  <a:lnTo>
                    <a:pt x="767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8"/>
                  </a:lnTo>
                  <a:lnTo>
                    <a:pt x="2657" y="9911"/>
                  </a:lnTo>
                  <a:lnTo>
                    <a:pt x="3116" y="10524"/>
                  </a:lnTo>
                  <a:lnTo>
                    <a:pt x="3525" y="11034"/>
                  </a:lnTo>
                  <a:lnTo>
                    <a:pt x="4036" y="11545"/>
                  </a:lnTo>
                  <a:lnTo>
                    <a:pt x="4496" y="12005"/>
                  </a:lnTo>
                  <a:lnTo>
                    <a:pt x="4955" y="12414"/>
                  </a:lnTo>
                  <a:lnTo>
                    <a:pt x="5466" y="12720"/>
                  </a:lnTo>
                  <a:lnTo>
                    <a:pt x="5977" y="13027"/>
                  </a:lnTo>
                  <a:lnTo>
                    <a:pt x="6488" y="13282"/>
                  </a:lnTo>
                  <a:lnTo>
                    <a:pt x="6999" y="13435"/>
                  </a:lnTo>
                  <a:lnTo>
                    <a:pt x="7509" y="13588"/>
                  </a:lnTo>
                  <a:lnTo>
                    <a:pt x="8020" y="13691"/>
                  </a:lnTo>
                  <a:lnTo>
                    <a:pt x="8531" y="13691"/>
                  </a:lnTo>
                  <a:lnTo>
                    <a:pt x="8531" y="13691"/>
                  </a:lnTo>
                  <a:lnTo>
                    <a:pt x="8837" y="13691"/>
                  </a:lnTo>
                  <a:lnTo>
                    <a:pt x="8837" y="13691"/>
                  </a:lnTo>
                  <a:lnTo>
                    <a:pt x="9348" y="13640"/>
                  </a:lnTo>
                  <a:lnTo>
                    <a:pt x="9859" y="13537"/>
                  </a:lnTo>
                  <a:lnTo>
                    <a:pt x="10268" y="13333"/>
                  </a:lnTo>
                  <a:lnTo>
                    <a:pt x="10625" y="13129"/>
                  </a:lnTo>
                  <a:lnTo>
                    <a:pt x="10932" y="12822"/>
                  </a:lnTo>
                  <a:lnTo>
                    <a:pt x="11187" y="12516"/>
                  </a:lnTo>
                  <a:lnTo>
                    <a:pt x="11392" y="12158"/>
                  </a:lnTo>
                  <a:lnTo>
                    <a:pt x="11545" y="11698"/>
                  </a:lnTo>
                  <a:lnTo>
                    <a:pt x="11596" y="11239"/>
                  </a:lnTo>
                  <a:lnTo>
                    <a:pt x="11647" y="10677"/>
                  </a:lnTo>
                  <a:lnTo>
                    <a:pt x="11647" y="10115"/>
                  </a:lnTo>
                  <a:lnTo>
                    <a:pt x="11545" y="9502"/>
                  </a:lnTo>
                  <a:lnTo>
                    <a:pt x="11392" y="8838"/>
                  </a:lnTo>
                  <a:lnTo>
                    <a:pt x="11187" y="8072"/>
                  </a:lnTo>
                  <a:lnTo>
                    <a:pt x="10881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7" y="5722"/>
                  </a:lnTo>
                  <a:lnTo>
                    <a:pt x="9808" y="5007"/>
                  </a:lnTo>
                  <a:lnTo>
                    <a:pt x="9399" y="4343"/>
                  </a:lnTo>
                  <a:lnTo>
                    <a:pt x="8991" y="3679"/>
                  </a:lnTo>
                  <a:lnTo>
                    <a:pt x="8582" y="3117"/>
                  </a:lnTo>
                  <a:lnTo>
                    <a:pt x="8122" y="2555"/>
                  </a:lnTo>
                  <a:lnTo>
                    <a:pt x="7663" y="2095"/>
                  </a:lnTo>
                  <a:lnTo>
                    <a:pt x="7203" y="1635"/>
                  </a:lnTo>
                  <a:lnTo>
                    <a:pt x="6743" y="1278"/>
                  </a:lnTo>
                  <a:lnTo>
                    <a:pt x="6232" y="920"/>
                  </a:lnTo>
                  <a:lnTo>
                    <a:pt x="5721" y="665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36"/>
            <p:cNvSpPr/>
            <p:nvPr/>
          </p:nvSpPr>
          <p:spPr>
            <a:xfrm>
              <a:off x="6123800" y="-1196975"/>
              <a:ext cx="169875" cy="247775"/>
            </a:xfrm>
            <a:custGeom>
              <a:avLst/>
              <a:gdLst/>
              <a:ahLst/>
              <a:cxnLst/>
              <a:rect l="l" t="t" r="r" b="b"/>
              <a:pathLst>
                <a:path w="6795" h="9911" fill="none" extrusionOk="0">
                  <a:moveTo>
                    <a:pt x="5466" y="9910"/>
                  </a:moveTo>
                  <a:lnTo>
                    <a:pt x="5466" y="9910"/>
                  </a:lnTo>
                  <a:lnTo>
                    <a:pt x="5211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655"/>
                  </a:lnTo>
                  <a:lnTo>
                    <a:pt x="3933" y="9348"/>
                  </a:lnTo>
                  <a:lnTo>
                    <a:pt x="3372" y="8837"/>
                  </a:lnTo>
                  <a:lnTo>
                    <a:pt x="2810" y="8173"/>
                  </a:lnTo>
                  <a:lnTo>
                    <a:pt x="2248" y="7305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62" y="3729"/>
                  </a:lnTo>
                  <a:lnTo>
                    <a:pt x="205" y="2708"/>
                  </a:lnTo>
                  <a:lnTo>
                    <a:pt x="102" y="2248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51" y="1124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154"/>
                  </a:lnTo>
                  <a:lnTo>
                    <a:pt x="766" y="103"/>
                  </a:lnTo>
                  <a:lnTo>
                    <a:pt x="971" y="0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79" y="0"/>
                  </a:lnTo>
                  <a:lnTo>
                    <a:pt x="1379" y="0"/>
                  </a:lnTo>
                  <a:lnTo>
                    <a:pt x="1839" y="51"/>
                  </a:lnTo>
                  <a:lnTo>
                    <a:pt x="2350" y="205"/>
                  </a:lnTo>
                  <a:lnTo>
                    <a:pt x="2912" y="562"/>
                  </a:lnTo>
                  <a:lnTo>
                    <a:pt x="3423" y="1022"/>
                  </a:lnTo>
                  <a:lnTo>
                    <a:pt x="3985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28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94" y="8735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436" y="9604"/>
                  </a:lnTo>
                  <a:lnTo>
                    <a:pt x="6232" y="9757"/>
                  </a:lnTo>
                  <a:lnTo>
                    <a:pt x="6079" y="9859"/>
                  </a:lnTo>
                  <a:lnTo>
                    <a:pt x="5824" y="9910"/>
                  </a:lnTo>
                  <a:lnTo>
                    <a:pt x="5619" y="9910"/>
                  </a:lnTo>
                  <a:lnTo>
                    <a:pt x="5619" y="9910"/>
                  </a:lnTo>
                  <a:lnTo>
                    <a:pt x="5466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6063775" y="-12442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154"/>
                  </a:lnTo>
                  <a:lnTo>
                    <a:pt x="1380" y="358"/>
                  </a:lnTo>
                  <a:lnTo>
                    <a:pt x="1022" y="562"/>
                  </a:lnTo>
                  <a:lnTo>
                    <a:pt x="716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3" y="1941"/>
                  </a:lnTo>
                  <a:lnTo>
                    <a:pt x="0" y="2401"/>
                  </a:lnTo>
                  <a:lnTo>
                    <a:pt x="0" y="2912"/>
                  </a:lnTo>
                  <a:lnTo>
                    <a:pt x="0" y="3474"/>
                  </a:lnTo>
                  <a:lnTo>
                    <a:pt x="103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6" y="6232"/>
                  </a:lnTo>
                  <a:lnTo>
                    <a:pt x="1022" y="7050"/>
                  </a:lnTo>
                  <a:lnTo>
                    <a:pt x="1022" y="7050"/>
                  </a:lnTo>
                  <a:lnTo>
                    <a:pt x="1431" y="7867"/>
                  </a:lnTo>
                  <a:lnTo>
                    <a:pt x="1788" y="8582"/>
                  </a:lnTo>
                  <a:lnTo>
                    <a:pt x="2197" y="9297"/>
                  </a:lnTo>
                  <a:lnTo>
                    <a:pt x="260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04" y="12413"/>
                  </a:lnTo>
                  <a:lnTo>
                    <a:pt x="5415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35"/>
                  </a:lnTo>
                  <a:lnTo>
                    <a:pt x="7458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596" y="10676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071"/>
                  </a:lnTo>
                  <a:lnTo>
                    <a:pt x="10881" y="7305"/>
                  </a:lnTo>
                  <a:lnTo>
                    <a:pt x="10523" y="6488"/>
                  </a:lnTo>
                  <a:lnTo>
                    <a:pt x="10523" y="6488"/>
                  </a:lnTo>
                  <a:lnTo>
                    <a:pt x="10166" y="5721"/>
                  </a:lnTo>
                  <a:lnTo>
                    <a:pt x="9757" y="5006"/>
                  </a:lnTo>
                  <a:lnTo>
                    <a:pt x="9399" y="4342"/>
                  </a:lnTo>
                  <a:lnTo>
                    <a:pt x="8940" y="3678"/>
                  </a:lnTo>
                  <a:lnTo>
                    <a:pt x="8531" y="3116"/>
                  </a:lnTo>
                  <a:lnTo>
                    <a:pt x="8071" y="2554"/>
                  </a:lnTo>
                  <a:lnTo>
                    <a:pt x="7612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670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38" y="102"/>
                  </a:lnTo>
                  <a:lnTo>
                    <a:pt x="3627" y="0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6406025" y="-1213575"/>
              <a:ext cx="168575" cy="247775"/>
            </a:xfrm>
            <a:custGeom>
              <a:avLst/>
              <a:gdLst/>
              <a:ahLst/>
              <a:cxnLst/>
              <a:rect l="l" t="t" r="r" b="b"/>
              <a:pathLst>
                <a:path w="6743" h="9911" fill="none" extrusionOk="0">
                  <a:moveTo>
                    <a:pt x="5415" y="9910"/>
                  </a:moveTo>
                  <a:lnTo>
                    <a:pt x="5415" y="9910"/>
                  </a:lnTo>
                  <a:lnTo>
                    <a:pt x="5159" y="9910"/>
                  </a:lnTo>
                  <a:lnTo>
                    <a:pt x="4904" y="9859"/>
                  </a:lnTo>
                  <a:lnTo>
                    <a:pt x="4649" y="9808"/>
                  </a:lnTo>
                  <a:lnTo>
                    <a:pt x="4393" y="9655"/>
                  </a:lnTo>
                  <a:lnTo>
                    <a:pt x="3882" y="9348"/>
                  </a:lnTo>
                  <a:lnTo>
                    <a:pt x="3321" y="8837"/>
                  </a:lnTo>
                  <a:lnTo>
                    <a:pt x="2759" y="8173"/>
                  </a:lnTo>
                  <a:lnTo>
                    <a:pt x="2197" y="7305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153" y="270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05" y="460"/>
                  </a:lnTo>
                  <a:lnTo>
                    <a:pt x="358" y="307"/>
                  </a:lnTo>
                  <a:lnTo>
                    <a:pt x="511" y="154"/>
                  </a:lnTo>
                  <a:lnTo>
                    <a:pt x="715" y="102"/>
                  </a:lnTo>
                  <a:lnTo>
                    <a:pt x="920" y="0"/>
                  </a:lnTo>
                  <a:lnTo>
                    <a:pt x="1175" y="0"/>
                  </a:lnTo>
                  <a:lnTo>
                    <a:pt x="1175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095" y="102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4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488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15" y="991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36"/>
            <p:cNvSpPr/>
            <p:nvPr/>
          </p:nvSpPr>
          <p:spPr>
            <a:xfrm>
              <a:off x="6344725" y="-12608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16" y="0"/>
                  </a:moveTo>
                  <a:lnTo>
                    <a:pt x="3116" y="0"/>
                  </a:lnTo>
                  <a:lnTo>
                    <a:pt x="2810" y="0"/>
                  </a:lnTo>
                  <a:lnTo>
                    <a:pt x="2810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15" y="818"/>
                  </a:lnTo>
                  <a:lnTo>
                    <a:pt x="460" y="1124"/>
                  </a:lnTo>
                  <a:lnTo>
                    <a:pt x="256" y="1533"/>
                  </a:lnTo>
                  <a:lnTo>
                    <a:pt x="102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197" y="9297"/>
                  </a:lnTo>
                  <a:lnTo>
                    <a:pt x="2657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44" y="12004"/>
                  </a:lnTo>
                  <a:lnTo>
                    <a:pt x="4955" y="12413"/>
                  </a:lnTo>
                  <a:lnTo>
                    <a:pt x="5466" y="12720"/>
                  </a:lnTo>
                  <a:lnTo>
                    <a:pt x="5926" y="13026"/>
                  </a:lnTo>
                  <a:lnTo>
                    <a:pt x="6437" y="13281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33"/>
                  </a:lnTo>
                  <a:lnTo>
                    <a:pt x="10574" y="13128"/>
                  </a:lnTo>
                  <a:lnTo>
                    <a:pt x="10881" y="12873"/>
                  </a:lnTo>
                  <a:lnTo>
                    <a:pt x="11136" y="12515"/>
                  </a:lnTo>
                  <a:lnTo>
                    <a:pt x="11340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05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3" y="2095"/>
                  </a:lnTo>
                  <a:lnTo>
                    <a:pt x="7152" y="1635"/>
                  </a:lnTo>
                  <a:lnTo>
                    <a:pt x="6692" y="1277"/>
                  </a:lnTo>
                  <a:lnTo>
                    <a:pt x="6181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27" y="51"/>
                  </a:lnTo>
                  <a:lnTo>
                    <a:pt x="311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6686975" y="-12301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20" y="8837"/>
                  </a:lnTo>
                  <a:lnTo>
                    <a:pt x="2759" y="8173"/>
                  </a:lnTo>
                  <a:lnTo>
                    <a:pt x="2197" y="7356"/>
                  </a:lnTo>
                  <a:lnTo>
                    <a:pt x="1635" y="6283"/>
                  </a:lnTo>
                  <a:lnTo>
                    <a:pt x="1022" y="5057"/>
                  </a:lnTo>
                  <a:lnTo>
                    <a:pt x="1022" y="5057"/>
                  </a:lnTo>
                  <a:lnTo>
                    <a:pt x="511" y="3780"/>
                  </a:lnTo>
                  <a:lnTo>
                    <a:pt x="204" y="2708"/>
                  </a:lnTo>
                  <a:lnTo>
                    <a:pt x="51" y="2248"/>
                  </a:lnTo>
                  <a:lnTo>
                    <a:pt x="0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02" y="664"/>
                  </a:lnTo>
                  <a:lnTo>
                    <a:pt x="256" y="460"/>
                  </a:lnTo>
                  <a:lnTo>
                    <a:pt x="358" y="307"/>
                  </a:lnTo>
                  <a:lnTo>
                    <a:pt x="562" y="153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3"/>
                  </a:lnTo>
                  <a:lnTo>
                    <a:pt x="5108" y="3525"/>
                  </a:lnTo>
                  <a:lnTo>
                    <a:pt x="5670" y="4751"/>
                  </a:lnTo>
                  <a:lnTo>
                    <a:pt x="5670" y="4751"/>
                  </a:lnTo>
                  <a:lnTo>
                    <a:pt x="6181" y="6079"/>
                  </a:lnTo>
                  <a:lnTo>
                    <a:pt x="6539" y="7152"/>
                  </a:lnTo>
                  <a:lnTo>
                    <a:pt x="6692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1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10"/>
                  </a:lnTo>
                  <a:lnTo>
                    <a:pt x="5568" y="9910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625675" y="-1277425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51"/>
                  </a:lnTo>
                  <a:lnTo>
                    <a:pt x="1839" y="205"/>
                  </a:lnTo>
                  <a:lnTo>
                    <a:pt x="1431" y="358"/>
                  </a:lnTo>
                  <a:lnTo>
                    <a:pt x="1073" y="562"/>
                  </a:lnTo>
                  <a:lnTo>
                    <a:pt x="766" y="818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4" y="194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3"/>
                  </a:lnTo>
                  <a:lnTo>
                    <a:pt x="1073" y="7049"/>
                  </a:lnTo>
                  <a:lnTo>
                    <a:pt x="1073" y="7049"/>
                  </a:lnTo>
                  <a:lnTo>
                    <a:pt x="1431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8" y="13332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494" y="11698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494" y="9501"/>
                  </a:lnTo>
                  <a:lnTo>
                    <a:pt x="11340" y="8837"/>
                  </a:lnTo>
                  <a:lnTo>
                    <a:pt x="11136" y="8122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31" y="3116"/>
                  </a:lnTo>
                  <a:lnTo>
                    <a:pt x="8122" y="2554"/>
                  </a:lnTo>
                  <a:lnTo>
                    <a:pt x="7662" y="2095"/>
                  </a:lnTo>
                  <a:lnTo>
                    <a:pt x="7203" y="1635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967925" y="-12467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66" y="9961"/>
                  </a:moveTo>
                  <a:lnTo>
                    <a:pt x="5466" y="9961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882" y="9348"/>
                  </a:lnTo>
                  <a:lnTo>
                    <a:pt x="3371" y="8837"/>
                  </a:lnTo>
                  <a:lnTo>
                    <a:pt x="2810" y="8173"/>
                  </a:lnTo>
                  <a:lnTo>
                    <a:pt x="2248" y="7356"/>
                  </a:lnTo>
                  <a:lnTo>
                    <a:pt x="1635" y="6283"/>
                  </a:lnTo>
                  <a:lnTo>
                    <a:pt x="1073" y="5057"/>
                  </a:lnTo>
                  <a:lnTo>
                    <a:pt x="1073" y="5057"/>
                  </a:lnTo>
                  <a:lnTo>
                    <a:pt x="511" y="3780"/>
                  </a:lnTo>
                  <a:lnTo>
                    <a:pt x="204" y="2707"/>
                  </a:lnTo>
                  <a:lnTo>
                    <a:pt x="51" y="1839"/>
                  </a:lnTo>
                  <a:lnTo>
                    <a:pt x="0" y="1482"/>
                  </a:lnTo>
                  <a:lnTo>
                    <a:pt x="0" y="1175"/>
                  </a:lnTo>
                  <a:lnTo>
                    <a:pt x="51" y="869"/>
                  </a:lnTo>
                  <a:lnTo>
                    <a:pt x="153" y="664"/>
                  </a:lnTo>
                  <a:lnTo>
                    <a:pt x="256" y="460"/>
                  </a:lnTo>
                  <a:lnTo>
                    <a:pt x="409" y="307"/>
                  </a:lnTo>
                  <a:lnTo>
                    <a:pt x="562" y="204"/>
                  </a:lnTo>
                  <a:lnTo>
                    <a:pt x="766" y="102"/>
                  </a:lnTo>
                  <a:lnTo>
                    <a:pt x="971" y="51"/>
                  </a:lnTo>
                  <a:lnTo>
                    <a:pt x="1226" y="0"/>
                  </a:lnTo>
                  <a:lnTo>
                    <a:pt x="1226" y="0"/>
                  </a:lnTo>
                  <a:lnTo>
                    <a:pt x="1328" y="0"/>
                  </a:lnTo>
                  <a:lnTo>
                    <a:pt x="1328" y="0"/>
                  </a:lnTo>
                  <a:lnTo>
                    <a:pt x="1839" y="51"/>
                  </a:lnTo>
                  <a:lnTo>
                    <a:pt x="2350" y="256"/>
                  </a:lnTo>
                  <a:lnTo>
                    <a:pt x="2861" y="562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3"/>
                  </a:lnTo>
                  <a:lnTo>
                    <a:pt x="5108" y="3525"/>
                  </a:lnTo>
                  <a:lnTo>
                    <a:pt x="5721" y="4751"/>
                  </a:lnTo>
                  <a:lnTo>
                    <a:pt x="5721" y="4751"/>
                  </a:lnTo>
                  <a:lnTo>
                    <a:pt x="6232" y="6079"/>
                  </a:lnTo>
                  <a:lnTo>
                    <a:pt x="6539" y="7152"/>
                  </a:lnTo>
                  <a:lnTo>
                    <a:pt x="6743" y="8020"/>
                  </a:lnTo>
                  <a:lnTo>
                    <a:pt x="6743" y="8378"/>
                  </a:lnTo>
                  <a:lnTo>
                    <a:pt x="6743" y="8735"/>
                  </a:lnTo>
                  <a:lnTo>
                    <a:pt x="6692" y="8990"/>
                  </a:lnTo>
                  <a:lnTo>
                    <a:pt x="6641" y="9246"/>
                  </a:lnTo>
                  <a:lnTo>
                    <a:pt x="6539" y="9450"/>
                  </a:lnTo>
                  <a:lnTo>
                    <a:pt x="6385" y="9603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1"/>
                  </a:lnTo>
                  <a:lnTo>
                    <a:pt x="5568" y="9961"/>
                  </a:lnTo>
                  <a:lnTo>
                    <a:pt x="5466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906625" y="-1294025"/>
              <a:ext cx="291175" cy="342250"/>
            </a:xfrm>
            <a:custGeom>
              <a:avLst/>
              <a:gdLst/>
              <a:ahLst/>
              <a:cxnLst/>
              <a:rect l="l" t="t" r="r" b="b"/>
              <a:pathLst>
                <a:path w="11647" h="13690" fill="none" extrusionOk="0">
                  <a:moveTo>
                    <a:pt x="3167" y="0"/>
                  </a:moveTo>
                  <a:lnTo>
                    <a:pt x="3167" y="0"/>
                  </a:lnTo>
                  <a:lnTo>
                    <a:pt x="2861" y="0"/>
                  </a:lnTo>
                  <a:lnTo>
                    <a:pt x="2861" y="0"/>
                  </a:lnTo>
                  <a:lnTo>
                    <a:pt x="2299" y="102"/>
                  </a:lnTo>
                  <a:lnTo>
                    <a:pt x="1839" y="204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17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1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53" y="4138"/>
                  </a:lnTo>
                  <a:lnTo>
                    <a:pt x="256" y="4802"/>
                  </a:lnTo>
                  <a:lnTo>
                    <a:pt x="511" y="5517"/>
                  </a:lnTo>
                  <a:lnTo>
                    <a:pt x="766" y="6283"/>
                  </a:lnTo>
                  <a:lnTo>
                    <a:pt x="1073" y="7100"/>
                  </a:lnTo>
                  <a:lnTo>
                    <a:pt x="1073" y="7100"/>
                  </a:lnTo>
                  <a:lnTo>
                    <a:pt x="1430" y="7867"/>
                  </a:lnTo>
                  <a:lnTo>
                    <a:pt x="1839" y="8582"/>
                  </a:lnTo>
                  <a:lnTo>
                    <a:pt x="2248" y="9297"/>
                  </a:lnTo>
                  <a:lnTo>
                    <a:pt x="2656" y="9910"/>
                  </a:lnTo>
                  <a:lnTo>
                    <a:pt x="3116" y="10523"/>
                  </a:lnTo>
                  <a:lnTo>
                    <a:pt x="3525" y="11085"/>
                  </a:lnTo>
                  <a:lnTo>
                    <a:pt x="3985" y="11545"/>
                  </a:lnTo>
                  <a:lnTo>
                    <a:pt x="4495" y="12004"/>
                  </a:lnTo>
                  <a:lnTo>
                    <a:pt x="4955" y="12413"/>
                  </a:lnTo>
                  <a:lnTo>
                    <a:pt x="5466" y="12770"/>
                  </a:lnTo>
                  <a:lnTo>
                    <a:pt x="5977" y="13026"/>
                  </a:lnTo>
                  <a:lnTo>
                    <a:pt x="6488" y="13281"/>
                  </a:lnTo>
                  <a:lnTo>
                    <a:pt x="6998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59" y="13537"/>
                  </a:lnTo>
                  <a:lnTo>
                    <a:pt x="10268" y="13383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15"/>
                  </a:lnTo>
                  <a:lnTo>
                    <a:pt x="11391" y="12158"/>
                  </a:lnTo>
                  <a:lnTo>
                    <a:pt x="11545" y="11749"/>
                  </a:lnTo>
                  <a:lnTo>
                    <a:pt x="11596" y="11238"/>
                  </a:lnTo>
                  <a:lnTo>
                    <a:pt x="11647" y="10727"/>
                  </a:lnTo>
                  <a:lnTo>
                    <a:pt x="11596" y="10114"/>
                  </a:lnTo>
                  <a:lnTo>
                    <a:pt x="11545" y="9501"/>
                  </a:lnTo>
                  <a:lnTo>
                    <a:pt x="11391" y="8837"/>
                  </a:lnTo>
                  <a:lnTo>
                    <a:pt x="11187" y="8122"/>
                  </a:lnTo>
                  <a:lnTo>
                    <a:pt x="10881" y="7356"/>
                  </a:lnTo>
                  <a:lnTo>
                    <a:pt x="10574" y="6539"/>
                  </a:lnTo>
                  <a:lnTo>
                    <a:pt x="10574" y="6539"/>
                  </a:lnTo>
                  <a:lnTo>
                    <a:pt x="10216" y="5721"/>
                  </a:lnTo>
                  <a:lnTo>
                    <a:pt x="9808" y="5006"/>
                  </a:lnTo>
                  <a:lnTo>
                    <a:pt x="9399" y="4342"/>
                  </a:lnTo>
                  <a:lnTo>
                    <a:pt x="8991" y="3678"/>
                  </a:lnTo>
                  <a:lnTo>
                    <a:pt x="8582" y="3116"/>
                  </a:lnTo>
                  <a:lnTo>
                    <a:pt x="8122" y="2605"/>
                  </a:lnTo>
                  <a:lnTo>
                    <a:pt x="7662" y="2094"/>
                  </a:lnTo>
                  <a:lnTo>
                    <a:pt x="7203" y="1686"/>
                  </a:lnTo>
                  <a:lnTo>
                    <a:pt x="6692" y="1277"/>
                  </a:lnTo>
                  <a:lnTo>
                    <a:pt x="6232" y="920"/>
                  </a:lnTo>
                  <a:lnTo>
                    <a:pt x="5721" y="664"/>
                  </a:lnTo>
                  <a:lnTo>
                    <a:pt x="5211" y="409"/>
                  </a:lnTo>
                  <a:lnTo>
                    <a:pt x="4700" y="256"/>
                  </a:lnTo>
                  <a:lnTo>
                    <a:pt x="4189" y="102"/>
                  </a:lnTo>
                  <a:lnTo>
                    <a:pt x="3678" y="51"/>
                  </a:lnTo>
                  <a:lnTo>
                    <a:pt x="3167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7358700" y="-1269775"/>
              <a:ext cx="169850" cy="249050"/>
            </a:xfrm>
            <a:custGeom>
              <a:avLst/>
              <a:gdLst/>
              <a:ahLst/>
              <a:cxnLst/>
              <a:rect l="l" t="t" r="r" b="b"/>
              <a:pathLst>
                <a:path w="6794" h="9962" fill="none" extrusionOk="0">
                  <a:moveTo>
                    <a:pt x="5466" y="9962"/>
                  </a:moveTo>
                  <a:lnTo>
                    <a:pt x="5466" y="9962"/>
                  </a:lnTo>
                  <a:lnTo>
                    <a:pt x="5210" y="9910"/>
                  </a:lnTo>
                  <a:lnTo>
                    <a:pt x="4955" y="9859"/>
                  </a:lnTo>
                  <a:lnTo>
                    <a:pt x="4700" y="9808"/>
                  </a:lnTo>
                  <a:lnTo>
                    <a:pt x="4444" y="9706"/>
                  </a:lnTo>
                  <a:lnTo>
                    <a:pt x="3933" y="9349"/>
                  </a:lnTo>
                  <a:lnTo>
                    <a:pt x="3371" y="8838"/>
                  </a:lnTo>
                  <a:lnTo>
                    <a:pt x="2810" y="8174"/>
                  </a:lnTo>
                  <a:lnTo>
                    <a:pt x="2248" y="7356"/>
                  </a:lnTo>
                  <a:lnTo>
                    <a:pt x="1635" y="6284"/>
                  </a:lnTo>
                  <a:lnTo>
                    <a:pt x="1073" y="5058"/>
                  </a:lnTo>
                  <a:lnTo>
                    <a:pt x="1073" y="5058"/>
                  </a:lnTo>
                  <a:lnTo>
                    <a:pt x="562" y="3781"/>
                  </a:lnTo>
                  <a:lnTo>
                    <a:pt x="204" y="2708"/>
                  </a:lnTo>
                  <a:lnTo>
                    <a:pt x="51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869"/>
                  </a:lnTo>
                  <a:lnTo>
                    <a:pt x="153" y="665"/>
                  </a:lnTo>
                  <a:lnTo>
                    <a:pt x="255" y="460"/>
                  </a:lnTo>
                  <a:lnTo>
                    <a:pt x="409" y="307"/>
                  </a:lnTo>
                  <a:lnTo>
                    <a:pt x="562" y="205"/>
                  </a:lnTo>
                  <a:lnTo>
                    <a:pt x="766" y="103"/>
                  </a:lnTo>
                  <a:lnTo>
                    <a:pt x="971" y="52"/>
                  </a:lnTo>
                  <a:lnTo>
                    <a:pt x="1226" y="1"/>
                  </a:lnTo>
                  <a:lnTo>
                    <a:pt x="1226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912" y="563"/>
                  </a:lnTo>
                  <a:lnTo>
                    <a:pt x="3423" y="1022"/>
                  </a:lnTo>
                  <a:lnTo>
                    <a:pt x="3984" y="1686"/>
                  </a:lnTo>
                  <a:lnTo>
                    <a:pt x="4546" y="2504"/>
                  </a:lnTo>
                  <a:lnTo>
                    <a:pt x="5108" y="3525"/>
                  </a:lnTo>
                  <a:lnTo>
                    <a:pt x="5721" y="4802"/>
                  </a:lnTo>
                  <a:lnTo>
                    <a:pt x="5721" y="4802"/>
                  </a:lnTo>
                  <a:lnTo>
                    <a:pt x="6232" y="6079"/>
                  </a:lnTo>
                  <a:lnTo>
                    <a:pt x="6590" y="7152"/>
                  </a:lnTo>
                  <a:lnTo>
                    <a:pt x="6743" y="8020"/>
                  </a:lnTo>
                  <a:lnTo>
                    <a:pt x="6794" y="8378"/>
                  </a:lnTo>
                  <a:lnTo>
                    <a:pt x="6743" y="8736"/>
                  </a:lnTo>
                  <a:lnTo>
                    <a:pt x="6743" y="8991"/>
                  </a:lnTo>
                  <a:lnTo>
                    <a:pt x="6641" y="9246"/>
                  </a:lnTo>
                  <a:lnTo>
                    <a:pt x="6538" y="9451"/>
                  </a:lnTo>
                  <a:lnTo>
                    <a:pt x="6385" y="9604"/>
                  </a:lnTo>
                  <a:lnTo>
                    <a:pt x="6232" y="9757"/>
                  </a:lnTo>
                  <a:lnTo>
                    <a:pt x="6028" y="9859"/>
                  </a:lnTo>
                  <a:lnTo>
                    <a:pt x="5823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66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298675" y="-1317025"/>
              <a:ext cx="289900" cy="342275"/>
            </a:xfrm>
            <a:custGeom>
              <a:avLst/>
              <a:gdLst/>
              <a:ahLst/>
              <a:cxnLst/>
              <a:rect l="l" t="t" r="r" b="b"/>
              <a:pathLst>
                <a:path w="11596" h="13691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1"/>
                  </a:lnTo>
                  <a:lnTo>
                    <a:pt x="2810" y="1"/>
                  </a:lnTo>
                  <a:lnTo>
                    <a:pt x="2299" y="103"/>
                  </a:lnTo>
                  <a:lnTo>
                    <a:pt x="1788" y="205"/>
                  </a:lnTo>
                  <a:lnTo>
                    <a:pt x="1379" y="358"/>
                  </a:lnTo>
                  <a:lnTo>
                    <a:pt x="1022" y="563"/>
                  </a:lnTo>
                  <a:lnTo>
                    <a:pt x="715" y="818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0" y="2402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22" y="7101"/>
                  </a:lnTo>
                  <a:lnTo>
                    <a:pt x="1022" y="7101"/>
                  </a:lnTo>
                  <a:lnTo>
                    <a:pt x="1430" y="7867"/>
                  </a:lnTo>
                  <a:lnTo>
                    <a:pt x="1788" y="8582"/>
                  </a:lnTo>
                  <a:lnTo>
                    <a:pt x="2197" y="9298"/>
                  </a:lnTo>
                  <a:lnTo>
                    <a:pt x="2605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04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458" y="13588"/>
                  </a:lnTo>
                  <a:lnTo>
                    <a:pt x="7969" y="13690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786" y="13690"/>
                  </a:lnTo>
                  <a:lnTo>
                    <a:pt x="8786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7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16"/>
                  </a:lnTo>
                  <a:lnTo>
                    <a:pt x="11340" y="12158"/>
                  </a:lnTo>
                  <a:lnTo>
                    <a:pt x="11494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15"/>
                  </a:lnTo>
                  <a:lnTo>
                    <a:pt x="11494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29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22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679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159" y="409"/>
                  </a:lnTo>
                  <a:lnTo>
                    <a:pt x="4649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7640925" y="-1286375"/>
              <a:ext cx="168575" cy="249050"/>
            </a:xfrm>
            <a:custGeom>
              <a:avLst/>
              <a:gdLst/>
              <a:ahLst/>
              <a:cxnLst/>
              <a:rect l="l" t="t" r="r" b="b"/>
              <a:pathLst>
                <a:path w="6743" h="9962" fill="none" extrusionOk="0">
                  <a:moveTo>
                    <a:pt x="5415" y="9962"/>
                  </a:moveTo>
                  <a:lnTo>
                    <a:pt x="5415" y="9962"/>
                  </a:lnTo>
                  <a:lnTo>
                    <a:pt x="5159" y="9910"/>
                  </a:lnTo>
                  <a:lnTo>
                    <a:pt x="4904" y="9910"/>
                  </a:lnTo>
                  <a:lnTo>
                    <a:pt x="4648" y="9808"/>
                  </a:lnTo>
                  <a:lnTo>
                    <a:pt x="4393" y="9706"/>
                  </a:lnTo>
                  <a:lnTo>
                    <a:pt x="3882" y="9349"/>
                  </a:lnTo>
                  <a:lnTo>
                    <a:pt x="3320" y="8838"/>
                  </a:lnTo>
                  <a:lnTo>
                    <a:pt x="2758" y="8174"/>
                  </a:lnTo>
                  <a:lnTo>
                    <a:pt x="2197" y="7356"/>
                  </a:lnTo>
                  <a:lnTo>
                    <a:pt x="1635" y="6284"/>
                  </a:lnTo>
                  <a:lnTo>
                    <a:pt x="1022" y="5058"/>
                  </a:lnTo>
                  <a:lnTo>
                    <a:pt x="1022" y="5058"/>
                  </a:lnTo>
                  <a:lnTo>
                    <a:pt x="511" y="3781"/>
                  </a:lnTo>
                  <a:lnTo>
                    <a:pt x="153" y="2708"/>
                  </a:lnTo>
                  <a:lnTo>
                    <a:pt x="0" y="1840"/>
                  </a:lnTo>
                  <a:lnTo>
                    <a:pt x="0" y="1482"/>
                  </a:lnTo>
                  <a:lnTo>
                    <a:pt x="0" y="1176"/>
                  </a:lnTo>
                  <a:lnTo>
                    <a:pt x="51" y="920"/>
                  </a:lnTo>
                  <a:lnTo>
                    <a:pt x="102" y="665"/>
                  </a:lnTo>
                  <a:lnTo>
                    <a:pt x="204" y="460"/>
                  </a:lnTo>
                  <a:lnTo>
                    <a:pt x="358" y="307"/>
                  </a:lnTo>
                  <a:lnTo>
                    <a:pt x="511" y="205"/>
                  </a:lnTo>
                  <a:lnTo>
                    <a:pt x="715" y="103"/>
                  </a:lnTo>
                  <a:lnTo>
                    <a:pt x="920" y="52"/>
                  </a:lnTo>
                  <a:lnTo>
                    <a:pt x="1175" y="1"/>
                  </a:lnTo>
                  <a:lnTo>
                    <a:pt x="1175" y="1"/>
                  </a:lnTo>
                  <a:lnTo>
                    <a:pt x="1328" y="1"/>
                  </a:lnTo>
                  <a:lnTo>
                    <a:pt x="1328" y="1"/>
                  </a:lnTo>
                  <a:lnTo>
                    <a:pt x="1839" y="52"/>
                  </a:lnTo>
                  <a:lnTo>
                    <a:pt x="2094" y="154"/>
                  </a:lnTo>
                  <a:lnTo>
                    <a:pt x="2350" y="256"/>
                  </a:lnTo>
                  <a:lnTo>
                    <a:pt x="2861" y="563"/>
                  </a:lnTo>
                  <a:lnTo>
                    <a:pt x="3423" y="1022"/>
                  </a:lnTo>
                  <a:lnTo>
                    <a:pt x="3933" y="1686"/>
                  </a:lnTo>
                  <a:lnTo>
                    <a:pt x="4495" y="2504"/>
                  </a:lnTo>
                  <a:lnTo>
                    <a:pt x="5108" y="3525"/>
                  </a:lnTo>
                  <a:lnTo>
                    <a:pt x="5670" y="4802"/>
                  </a:lnTo>
                  <a:lnTo>
                    <a:pt x="5670" y="4802"/>
                  </a:lnTo>
                  <a:lnTo>
                    <a:pt x="6181" y="6079"/>
                  </a:lnTo>
                  <a:lnTo>
                    <a:pt x="6538" y="7152"/>
                  </a:lnTo>
                  <a:lnTo>
                    <a:pt x="6692" y="8020"/>
                  </a:lnTo>
                  <a:lnTo>
                    <a:pt x="6743" y="8429"/>
                  </a:lnTo>
                  <a:lnTo>
                    <a:pt x="6743" y="8736"/>
                  </a:lnTo>
                  <a:lnTo>
                    <a:pt x="6692" y="9042"/>
                  </a:lnTo>
                  <a:lnTo>
                    <a:pt x="6641" y="9246"/>
                  </a:lnTo>
                  <a:lnTo>
                    <a:pt x="6487" y="9451"/>
                  </a:lnTo>
                  <a:lnTo>
                    <a:pt x="6385" y="9655"/>
                  </a:lnTo>
                  <a:lnTo>
                    <a:pt x="6181" y="9757"/>
                  </a:lnTo>
                  <a:lnTo>
                    <a:pt x="6028" y="9859"/>
                  </a:lnTo>
                  <a:lnTo>
                    <a:pt x="5772" y="9910"/>
                  </a:lnTo>
                  <a:lnTo>
                    <a:pt x="5568" y="9962"/>
                  </a:lnTo>
                  <a:lnTo>
                    <a:pt x="5568" y="9962"/>
                  </a:lnTo>
                  <a:lnTo>
                    <a:pt x="5415" y="9962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7579625" y="-1333625"/>
              <a:ext cx="289900" cy="343550"/>
            </a:xfrm>
            <a:custGeom>
              <a:avLst/>
              <a:gdLst/>
              <a:ahLst/>
              <a:cxnLst/>
              <a:rect l="l" t="t" r="r" b="b"/>
              <a:pathLst>
                <a:path w="11596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3"/>
                  </a:lnTo>
                  <a:lnTo>
                    <a:pt x="715" y="869"/>
                  </a:lnTo>
                  <a:lnTo>
                    <a:pt x="460" y="1176"/>
                  </a:lnTo>
                  <a:lnTo>
                    <a:pt x="256" y="1533"/>
                  </a:lnTo>
                  <a:lnTo>
                    <a:pt x="102" y="1942"/>
                  </a:lnTo>
                  <a:lnTo>
                    <a:pt x="51" y="2401"/>
                  </a:lnTo>
                  <a:lnTo>
                    <a:pt x="0" y="2963"/>
                  </a:lnTo>
                  <a:lnTo>
                    <a:pt x="0" y="3525"/>
                  </a:lnTo>
                  <a:lnTo>
                    <a:pt x="102" y="4138"/>
                  </a:lnTo>
                  <a:lnTo>
                    <a:pt x="256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197" y="9297"/>
                  </a:lnTo>
                  <a:lnTo>
                    <a:pt x="2656" y="9962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5" y="11596"/>
                  </a:lnTo>
                  <a:lnTo>
                    <a:pt x="4444" y="12005"/>
                  </a:lnTo>
                  <a:lnTo>
                    <a:pt x="4955" y="12413"/>
                  </a:lnTo>
                  <a:lnTo>
                    <a:pt x="5415" y="12771"/>
                  </a:lnTo>
                  <a:lnTo>
                    <a:pt x="5926" y="13026"/>
                  </a:lnTo>
                  <a:lnTo>
                    <a:pt x="6436" y="13282"/>
                  </a:lnTo>
                  <a:lnTo>
                    <a:pt x="6947" y="13486"/>
                  </a:lnTo>
                  <a:lnTo>
                    <a:pt x="7509" y="13588"/>
                  </a:lnTo>
                  <a:lnTo>
                    <a:pt x="8020" y="13690"/>
                  </a:lnTo>
                  <a:lnTo>
                    <a:pt x="8531" y="13742"/>
                  </a:lnTo>
                  <a:lnTo>
                    <a:pt x="8531" y="13742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16" y="13384"/>
                  </a:lnTo>
                  <a:lnTo>
                    <a:pt x="10574" y="13129"/>
                  </a:lnTo>
                  <a:lnTo>
                    <a:pt x="10881" y="12873"/>
                  </a:lnTo>
                  <a:lnTo>
                    <a:pt x="11136" y="12567"/>
                  </a:lnTo>
                  <a:lnTo>
                    <a:pt x="11340" y="12158"/>
                  </a:lnTo>
                  <a:lnTo>
                    <a:pt x="11493" y="11749"/>
                  </a:lnTo>
                  <a:lnTo>
                    <a:pt x="11596" y="11239"/>
                  </a:lnTo>
                  <a:lnTo>
                    <a:pt x="11596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1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757" y="5007"/>
                  </a:lnTo>
                  <a:lnTo>
                    <a:pt x="9399" y="4343"/>
                  </a:lnTo>
                  <a:lnTo>
                    <a:pt x="8939" y="3730"/>
                  </a:lnTo>
                  <a:lnTo>
                    <a:pt x="8531" y="3117"/>
                  </a:lnTo>
                  <a:lnTo>
                    <a:pt x="8071" y="2606"/>
                  </a:lnTo>
                  <a:lnTo>
                    <a:pt x="7611" y="2095"/>
                  </a:lnTo>
                  <a:lnTo>
                    <a:pt x="7152" y="1686"/>
                  </a:lnTo>
                  <a:lnTo>
                    <a:pt x="6692" y="1278"/>
                  </a:lnTo>
                  <a:lnTo>
                    <a:pt x="6181" y="971"/>
                  </a:lnTo>
                  <a:lnTo>
                    <a:pt x="5670" y="665"/>
                  </a:lnTo>
                  <a:lnTo>
                    <a:pt x="5210" y="409"/>
                  </a:lnTo>
                  <a:lnTo>
                    <a:pt x="4700" y="256"/>
                  </a:lnTo>
                  <a:lnTo>
                    <a:pt x="4138" y="103"/>
                  </a:lnTo>
                  <a:lnTo>
                    <a:pt x="3627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7921850" y="-13029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21" y="8889"/>
                  </a:lnTo>
                  <a:lnTo>
                    <a:pt x="2759" y="8174"/>
                  </a:lnTo>
                  <a:lnTo>
                    <a:pt x="2198" y="7356"/>
                  </a:lnTo>
                  <a:lnTo>
                    <a:pt x="1636" y="6284"/>
                  </a:lnTo>
                  <a:lnTo>
                    <a:pt x="1023" y="5058"/>
                  </a:lnTo>
                  <a:lnTo>
                    <a:pt x="1023" y="5058"/>
                  </a:lnTo>
                  <a:lnTo>
                    <a:pt x="512" y="3781"/>
                  </a:lnTo>
                  <a:lnTo>
                    <a:pt x="154" y="2708"/>
                  </a:lnTo>
                  <a:lnTo>
                    <a:pt x="52" y="2248"/>
                  </a:lnTo>
                  <a:lnTo>
                    <a:pt x="1" y="1840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03" y="665"/>
                  </a:lnTo>
                  <a:lnTo>
                    <a:pt x="256" y="460"/>
                  </a:lnTo>
                  <a:lnTo>
                    <a:pt x="359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2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351" y="256"/>
                  </a:lnTo>
                  <a:lnTo>
                    <a:pt x="2862" y="562"/>
                  </a:lnTo>
                  <a:lnTo>
                    <a:pt x="3423" y="1073"/>
                  </a:lnTo>
                  <a:lnTo>
                    <a:pt x="3934" y="1686"/>
                  </a:lnTo>
                  <a:lnTo>
                    <a:pt x="4496" y="2504"/>
                  </a:lnTo>
                  <a:lnTo>
                    <a:pt x="5109" y="3525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182" y="6079"/>
                  </a:lnTo>
                  <a:lnTo>
                    <a:pt x="6539" y="7152"/>
                  </a:lnTo>
                  <a:lnTo>
                    <a:pt x="6693" y="8020"/>
                  </a:lnTo>
                  <a:lnTo>
                    <a:pt x="6744" y="8429"/>
                  </a:lnTo>
                  <a:lnTo>
                    <a:pt x="6744" y="8736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7860575" y="-1350225"/>
              <a:ext cx="291175" cy="343550"/>
            </a:xfrm>
            <a:custGeom>
              <a:avLst/>
              <a:gdLst/>
              <a:ahLst/>
              <a:cxnLst/>
              <a:rect l="l" t="t" r="r" b="b"/>
              <a:pathLst>
                <a:path w="11647" h="13742" fill="none" extrusionOk="0">
                  <a:moveTo>
                    <a:pt x="3116" y="1"/>
                  </a:moveTo>
                  <a:lnTo>
                    <a:pt x="3116" y="1"/>
                  </a:lnTo>
                  <a:lnTo>
                    <a:pt x="2810" y="52"/>
                  </a:lnTo>
                  <a:lnTo>
                    <a:pt x="2810" y="52"/>
                  </a:lnTo>
                  <a:lnTo>
                    <a:pt x="2299" y="103"/>
                  </a:lnTo>
                  <a:lnTo>
                    <a:pt x="1839" y="205"/>
                  </a:lnTo>
                  <a:lnTo>
                    <a:pt x="1430" y="358"/>
                  </a:lnTo>
                  <a:lnTo>
                    <a:pt x="1073" y="562"/>
                  </a:lnTo>
                  <a:lnTo>
                    <a:pt x="766" y="869"/>
                  </a:lnTo>
                  <a:lnTo>
                    <a:pt x="511" y="1175"/>
                  </a:lnTo>
                  <a:lnTo>
                    <a:pt x="307" y="1533"/>
                  </a:lnTo>
                  <a:lnTo>
                    <a:pt x="153" y="1942"/>
                  </a:lnTo>
                  <a:lnTo>
                    <a:pt x="51" y="2452"/>
                  </a:lnTo>
                  <a:lnTo>
                    <a:pt x="0" y="2963"/>
                  </a:lnTo>
                  <a:lnTo>
                    <a:pt x="51" y="3525"/>
                  </a:lnTo>
                  <a:lnTo>
                    <a:pt x="102" y="4138"/>
                  </a:lnTo>
                  <a:lnTo>
                    <a:pt x="255" y="4802"/>
                  </a:lnTo>
                  <a:lnTo>
                    <a:pt x="460" y="5517"/>
                  </a:lnTo>
                  <a:lnTo>
                    <a:pt x="715" y="6284"/>
                  </a:lnTo>
                  <a:lnTo>
                    <a:pt x="1073" y="7101"/>
                  </a:lnTo>
                  <a:lnTo>
                    <a:pt x="1073" y="7101"/>
                  </a:lnTo>
                  <a:lnTo>
                    <a:pt x="1430" y="7867"/>
                  </a:lnTo>
                  <a:lnTo>
                    <a:pt x="1839" y="8633"/>
                  </a:lnTo>
                  <a:lnTo>
                    <a:pt x="2248" y="9297"/>
                  </a:lnTo>
                  <a:lnTo>
                    <a:pt x="2656" y="9961"/>
                  </a:lnTo>
                  <a:lnTo>
                    <a:pt x="3065" y="10523"/>
                  </a:lnTo>
                  <a:lnTo>
                    <a:pt x="3525" y="11085"/>
                  </a:lnTo>
                  <a:lnTo>
                    <a:pt x="3984" y="11596"/>
                  </a:lnTo>
                  <a:lnTo>
                    <a:pt x="4495" y="12005"/>
                  </a:lnTo>
                  <a:lnTo>
                    <a:pt x="4955" y="12413"/>
                  </a:lnTo>
                  <a:lnTo>
                    <a:pt x="5466" y="12771"/>
                  </a:lnTo>
                  <a:lnTo>
                    <a:pt x="5977" y="13077"/>
                  </a:lnTo>
                  <a:lnTo>
                    <a:pt x="6487" y="13282"/>
                  </a:lnTo>
                  <a:lnTo>
                    <a:pt x="6998" y="13486"/>
                  </a:lnTo>
                  <a:lnTo>
                    <a:pt x="7509" y="13639"/>
                  </a:lnTo>
                  <a:lnTo>
                    <a:pt x="8020" y="13690"/>
                  </a:lnTo>
                  <a:lnTo>
                    <a:pt x="8531" y="13741"/>
                  </a:lnTo>
                  <a:lnTo>
                    <a:pt x="8531" y="13741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639"/>
                  </a:lnTo>
                  <a:lnTo>
                    <a:pt x="9808" y="13537"/>
                  </a:lnTo>
                  <a:lnTo>
                    <a:pt x="10267" y="13384"/>
                  </a:lnTo>
                  <a:lnTo>
                    <a:pt x="10625" y="13128"/>
                  </a:lnTo>
                  <a:lnTo>
                    <a:pt x="10932" y="12873"/>
                  </a:lnTo>
                  <a:lnTo>
                    <a:pt x="11187" y="12567"/>
                  </a:lnTo>
                  <a:lnTo>
                    <a:pt x="11391" y="12158"/>
                  </a:lnTo>
                  <a:lnTo>
                    <a:pt x="11493" y="11749"/>
                  </a:lnTo>
                  <a:lnTo>
                    <a:pt x="11596" y="11238"/>
                  </a:lnTo>
                  <a:lnTo>
                    <a:pt x="11647" y="10728"/>
                  </a:lnTo>
                  <a:lnTo>
                    <a:pt x="11596" y="10166"/>
                  </a:lnTo>
                  <a:lnTo>
                    <a:pt x="11493" y="9502"/>
                  </a:lnTo>
                  <a:lnTo>
                    <a:pt x="11340" y="8838"/>
                  </a:lnTo>
                  <a:lnTo>
                    <a:pt x="11136" y="8123"/>
                  </a:lnTo>
                  <a:lnTo>
                    <a:pt x="10880" y="7356"/>
                  </a:lnTo>
                  <a:lnTo>
                    <a:pt x="10523" y="6539"/>
                  </a:lnTo>
                  <a:lnTo>
                    <a:pt x="10523" y="6539"/>
                  </a:lnTo>
                  <a:lnTo>
                    <a:pt x="10165" y="5773"/>
                  </a:lnTo>
                  <a:lnTo>
                    <a:pt x="9808" y="5007"/>
                  </a:lnTo>
                  <a:lnTo>
                    <a:pt x="9399" y="4342"/>
                  </a:lnTo>
                  <a:lnTo>
                    <a:pt x="8990" y="3730"/>
                  </a:lnTo>
                  <a:lnTo>
                    <a:pt x="8531" y="3117"/>
                  </a:lnTo>
                  <a:lnTo>
                    <a:pt x="8122" y="2606"/>
                  </a:lnTo>
                  <a:lnTo>
                    <a:pt x="7662" y="2095"/>
                  </a:lnTo>
                  <a:lnTo>
                    <a:pt x="7203" y="1686"/>
                  </a:lnTo>
                  <a:lnTo>
                    <a:pt x="6692" y="1278"/>
                  </a:lnTo>
                  <a:lnTo>
                    <a:pt x="6232" y="971"/>
                  </a:lnTo>
                  <a:lnTo>
                    <a:pt x="5721" y="665"/>
                  </a:lnTo>
                  <a:lnTo>
                    <a:pt x="5210" y="460"/>
                  </a:lnTo>
                  <a:lnTo>
                    <a:pt x="4700" y="256"/>
                  </a:lnTo>
                  <a:lnTo>
                    <a:pt x="4189" y="103"/>
                  </a:lnTo>
                  <a:lnTo>
                    <a:pt x="3678" y="52"/>
                  </a:lnTo>
                  <a:lnTo>
                    <a:pt x="3116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8202800" y="-1319575"/>
              <a:ext cx="168600" cy="249050"/>
            </a:xfrm>
            <a:custGeom>
              <a:avLst/>
              <a:gdLst/>
              <a:ahLst/>
              <a:cxnLst/>
              <a:rect l="l" t="t" r="r" b="b"/>
              <a:pathLst>
                <a:path w="6744" h="9962" fill="none" extrusionOk="0">
                  <a:moveTo>
                    <a:pt x="5467" y="9961"/>
                  </a:moveTo>
                  <a:lnTo>
                    <a:pt x="5467" y="9961"/>
                  </a:lnTo>
                  <a:lnTo>
                    <a:pt x="5211" y="9961"/>
                  </a:lnTo>
                  <a:lnTo>
                    <a:pt x="4956" y="9910"/>
                  </a:lnTo>
                  <a:lnTo>
                    <a:pt x="4700" y="9808"/>
                  </a:lnTo>
                  <a:lnTo>
                    <a:pt x="4445" y="9706"/>
                  </a:lnTo>
                  <a:lnTo>
                    <a:pt x="3883" y="9348"/>
                  </a:lnTo>
                  <a:lnTo>
                    <a:pt x="3372" y="8889"/>
                  </a:lnTo>
                  <a:lnTo>
                    <a:pt x="2810" y="8225"/>
                  </a:lnTo>
                  <a:lnTo>
                    <a:pt x="2249" y="7356"/>
                  </a:lnTo>
                  <a:lnTo>
                    <a:pt x="1636" y="6335"/>
                  </a:lnTo>
                  <a:lnTo>
                    <a:pt x="1074" y="5058"/>
                  </a:lnTo>
                  <a:lnTo>
                    <a:pt x="1074" y="5058"/>
                  </a:lnTo>
                  <a:lnTo>
                    <a:pt x="512" y="3781"/>
                  </a:lnTo>
                  <a:lnTo>
                    <a:pt x="205" y="2708"/>
                  </a:lnTo>
                  <a:lnTo>
                    <a:pt x="52" y="1839"/>
                  </a:lnTo>
                  <a:lnTo>
                    <a:pt x="1" y="1482"/>
                  </a:lnTo>
                  <a:lnTo>
                    <a:pt x="1" y="1175"/>
                  </a:lnTo>
                  <a:lnTo>
                    <a:pt x="52" y="920"/>
                  </a:lnTo>
                  <a:lnTo>
                    <a:pt x="154" y="665"/>
                  </a:lnTo>
                  <a:lnTo>
                    <a:pt x="256" y="460"/>
                  </a:lnTo>
                  <a:lnTo>
                    <a:pt x="410" y="307"/>
                  </a:lnTo>
                  <a:lnTo>
                    <a:pt x="563" y="205"/>
                  </a:lnTo>
                  <a:lnTo>
                    <a:pt x="767" y="103"/>
                  </a:lnTo>
                  <a:lnTo>
                    <a:pt x="971" y="52"/>
                  </a:lnTo>
                  <a:lnTo>
                    <a:pt x="1227" y="1"/>
                  </a:lnTo>
                  <a:lnTo>
                    <a:pt x="1227" y="1"/>
                  </a:lnTo>
                  <a:lnTo>
                    <a:pt x="1329" y="1"/>
                  </a:lnTo>
                  <a:lnTo>
                    <a:pt x="1329" y="1"/>
                  </a:lnTo>
                  <a:lnTo>
                    <a:pt x="1840" y="52"/>
                  </a:lnTo>
                  <a:lnTo>
                    <a:pt x="2095" y="154"/>
                  </a:lnTo>
                  <a:lnTo>
                    <a:pt x="2351" y="256"/>
                  </a:lnTo>
                  <a:lnTo>
                    <a:pt x="2861" y="562"/>
                  </a:lnTo>
                  <a:lnTo>
                    <a:pt x="3423" y="1073"/>
                  </a:lnTo>
                  <a:lnTo>
                    <a:pt x="3985" y="1686"/>
                  </a:lnTo>
                  <a:lnTo>
                    <a:pt x="4547" y="2504"/>
                  </a:lnTo>
                  <a:lnTo>
                    <a:pt x="5109" y="3576"/>
                  </a:lnTo>
                  <a:lnTo>
                    <a:pt x="5671" y="4802"/>
                  </a:lnTo>
                  <a:lnTo>
                    <a:pt x="5671" y="4802"/>
                  </a:lnTo>
                  <a:lnTo>
                    <a:pt x="6233" y="6079"/>
                  </a:lnTo>
                  <a:lnTo>
                    <a:pt x="6539" y="7152"/>
                  </a:lnTo>
                  <a:lnTo>
                    <a:pt x="6744" y="8020"/>
                  </a:lnTo>
                  <a:lnTo>
                    <a:pt x="6744" y="8429"/>
                  </a:lnTo>
                  <a:lnTo>
                    <a:pt x="6744" y="8735"/>
                  </a:lnTo>
                  <a:lnTo>
                    <a:pt x="6693" y="9042"/>
                  </a:lnTo>
                  <a:lnTo>
                    <a:pt x="6642" y="9246"/>
                  </a:lnTo>
                  <a:lnTo>
                    <a:pt x="6539" y="9451"/>
                  </a:lnTo>
                  <a:lnTo>
                    <a:pt x="6386" y="9655"/>
                  </a:lnTo>
                  <a:lnTo>
                    <a:pt x="6233" y="9757"/>
                  </a:lnTo>
                  <a:lnTo>
                    <a:pt x="6029" y="9859"/>
                  </a:lnTo>
                  <a:lnTo>
                    <a:pt x="5824" y="9910"/>
                  </a:lnTo>
                  <a:lnTo>
                    <a:pt x="5569" y="9961"/>
                  </a:lnTo>
                  <a:lnTo>
                    <a:pt x="5569" y="9961"/>
                  </a:lnTo>
                  <a:lnTo>
                    <a:pt x="5467" y="996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8141525" y="-1365550"/>
              <a:ext cx="291175" cy="342275"/>
            </a:xfrm>
            <a:custGeom>
              <a:avLst/>
              <a:gdLst/>
              <a:ahLst/>
              <a:cxnLst/>
              <a:rect l="l" t="t" r="r" b="b"/>
              <a:pathLst>
                <a:path w="11647" h="13691" fill="none" extrusionOk="0">
                  <a:moveTo>
                    <a:pt x="3167" y="1"/>
                  </a:moveTo>
                  <a:lnTo>
                    <a:pt x="3167" y="1"/>
                  </a:lnTo>
                  <a:lnTo>
                    <a:pt x="2861" y="1"/>
                  </a:lnTo>
                  <a:lnTo>
                    <a:pt x="2861" y="1"/>
                  </a:lnTo>
                  <a:lnTo>
                    <a:pt x="2299" y="52"/>
                  </a:lnTo>
                  <a:lnTo>
                    <a:pt x="1839" y="154"/>
                  </a:lnTo>
                  <a:lnTo>
                    <a:pt x="1430" y="307"/>
                  </a:lnTo>
                  <a:lnTo>
                    <a:pt x="1073" y="511"/>
                  </a:lnTo>
                  <a:lnTo>
                    <a:pt x="766" y="818"/>
                  </a:lnTo>
                  <a:lnTo>
                    <a:pt x="511" y="1124"/>
                  </a:lnTo>
                  <a:lnTo>
                    <a:pt x="307" y="1482"/>
                  </a:lnTo>
                  <a:lnTo>
                    <a:pt x="153" y="1891"/>
                  </a:lnTo>
                  <a:lnTo>
                    <a:pt x="51" y="2401"/>
                  </a:lnTo>
                  <a:lnTo>
                    <a:pt x="0" y="2912"/>
                  </a:lnTo>
                  <a:lnTo>
                    <a:pt x="51" y="3474"/>
                  </a:lnTo>
                  <a:lnTo>
                    <a:pt x="153" y="4087"/>
                  </a:lnTo>
                  <a:lnTo>
                    <a:pt x="255" y="4751"/>
                  </a:lnTo>
                  <a:lnTo>
                    <a:pt x="460" y="5466"/>
                  </a:lnTo>
                  <a:lnTo>
                    <a:pt x="766" y="6233"/>
                  </a:lnTo>
                  <a:lnTo>
                    <a:pt x="1073" y="7050"/>
                  </a:lnTo>
                  <a:lnTo>
                    <a:pt x="1073" y="7050"/>
                  </a:lnTo>
                  <a:lnTo>
                    <a:pt x="1430" y="7816"/>
                  </a:lnTo>
                  <a:lnTo>
                    <a:pt x="1839" y="8582"/>
                  </a:lnTo>
                  <a:lnTo>
                    <a:pt x="2248" y="9246"/>
                  </a:lnTo>
                  <a:lnTo>
                    <a:pt x="2656" y="9910"/>
                  </a:lnTo>
                  <a:lnTo>
                    <a:pt x="3116" y="10472"/>
                  </a:lnTo>
                  <a:lnTo>
                    <a:pt x="3525" y="11034"/>
                  </a:lnTo>
                  <a:lnTo>
                    <a:pt x="3984" y="11545"/>
                  </a:lnTo>
                  <a:lnTo>
                    <a:pt x="4495" y="11954"/>
                  </a:lnTo>
                  <a:lnTo>
                    <a:pt x="4955" y="12362"/>
                  </a:lnTo>
                  <a:lnTo>
                    <a:pt x="5466" y="12720"/>
                  </a:lnTo>
                  <a:lnTo>
                    <a:pt x="5977" y="13026"/>
                  </a:lnTo>
                  <a:lnTo>
                    <a:pt x="6487" y="13231"/>
                  </a:lnTo>
                  <a:lnTo>
                    <a:pt x="6998" y="13435"/>
                  </a:lnTo>
                  <a:lnTo>
                    <a:pt x="7509" y="13588"/>
                  </a:lnTo>
                  <a:lnTo>
                    <a:pt x="8020" y="13639"/>
                  </a:lnTo>
                  <a:lnTo>
                    <a:pt x="8531" y="13690"/>
                  </a:lnTo>
                  <a:lnTo>
                    <a:pt x="8531" y="13690"/>
                  </a:lnTo>
                  <a:lnTo>
                    <a:pt x="8837" y="13690"/>
                  </a:lnTo>
                  <a:lnTo>
                    <a:pt x="8837" y="13690"/>
                  </a:lnTo>
                  <a:lnTo>
                    <a:pt x="9348" y="13588"/>
                  </a:lnTo>
                  <a:lnTo>
                    <a:pt x="9808" y="13486"/>
                  </a:lnTo>
                  <a:lnTo>
                    <a:pt x="10267" y="13333"/>
                  </a:lnTo>
                  <a:lnTo>
                    <a:pt x="10625" y="13077"/>
                  </a:lnTo>
                  <a:lnTo>
                    <a:pt x="10931" y="12822"/>
                  </a:lnTo>
                  <a:lnTo>
                    <a:pt x="11187" y="12516"/>
                  </a:lnTo>
                  <a:lnTo>
                    <a:pt x="11391" y="12107"/>
                  </a:lnTo>
                  <a:lnTo>
                    <a:pt x="11544" y="11698"/>
                  </a:lnTo>
                  <a:lnTo>
                    <a:pt x="11596" y="11187"/>
                  </a:lnTo>
                  <a:lnTo>
                    <a:pt x="11647" y="10677"/>
                  </a:lnTo>
                  <a:lnTo>
                    <a:pt x="11596" y="10115"/>
                  </a:lnTo>
                  <a:lnTo>
                    <a:pt x="11544" y="9451"/>
                  </a:lnTo>
                  <a:lnTo>
                    <a:pt x="11391" y="8787"/>
                  </a:lnTo>
                  <a:lnTo>
                    <a:pt x="11187" y="8071"/>
                  </a:lnTo>
                  <a:lnTo>
                    <a:pt x="10880" y="7305"/>
                  </a:lnTo>
                  <a:lnTo>
                    <a:pt x="10574" y="6488"/>
                  </a:lnTo>
                  <a:lnTo>
                    <a:pt x="10574" y="6488"/>
                  </a:lnTo>
                  <a:lnTo>
                    <a:pt x="10216" y="5722"/>
                  </a:lnTo>
                  <a:lnTo>
                    <a:pt x="9808" y="4955"/>
                  </a:lnTo>
                  <a:lnTo>
                    <a:pt x="9399" y="4291"/>
                  </a:lnTo>
                  <a:lnTo>
                    <a:pt x="8990" y="3678"/>
                  </a:lnTo>
                  <a:lnTo>
                    <a:pt x="8582" y="3065"/>
                  </a:lnTo>
                  <a:lnTo>
                    <a:pt x="8122" y="2555"/>
                  </a:lnTo>
                  <a:lnTo>
                    <a:pt x="7662" y="2044"/>
                  </a:lnTo>
                  <a:lnTo>
                    <a:pt x="7203" y="1635"/>
                  </a:lnTo>
                  <a:lnTo>
                    <a:pt x="6692" y="1227"/>
                  </a:lnTo>
                  <a:lnTo>
                    <a:pt x="6232" y="920"/>
                  </a:lnTo>
                  <a:lnTo>
                    <a:pt x="5721" y="614"/>
                  </a:lnTo>
                  <a:lnTo>
                    <a:pt x="5210" y="409"/>
                  </a:lnTo>
                  <a:lnTo>
                    <a:pt x="4700" y="205"/>
                  </a:lnTo>
                  <a:lnTo>
                    <a:pt x="4189" y="103"/>
                  </a:lnTo>
                  <a:lnTo>
                    <a:pt x="3678" y="1"/>
                  </a:lnTo>
                  <a:lnTo>
                    <a:pt x="3167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extrusionOk="0">
                  <a:moveTo>
                    <a:pt x="36830" y="0"/>
                  </a:move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2737100" y="-3112525"/>
              <a:ext cx="1159575" cy="349925"/>
            </a:xfrm>
            <a:custGeom>
              <a:avLst/>
              <a:gdLst/>
              <a:ahLst/>
              <a:cxnLst/>
              <a:rect l="l" t="t" r="r" b="b"/>
              <a:pathLst>
                <a:path w="46383" h="13997" fill="none" extrusionOk="0">
                  <a:moveTo>
                    <a:pt x="37238" y="0"/>
                  </a:moveTo>
                  <a:lnTo>
                    <a:pt x="37238" y="0"/>
                  </a:lnTo>
                  <a:lnTo>
                    <a:pt x="36830" y="0"/>
                  </a:lnTo>
                  <a:lnTo>
                    <a:pt x="4240" y="1941"/>
                  </a:lnTo>
                  <a:lnTo>
                    <a:pt x="4240" y="1941"/>
                  </a:lnTo>
                  <a:lnTo>
                    <a:pt x="3627" y="1992"/>
                  </a:lnTo>
                  <a:lnTo>
                    <a:pt x="3014" y="2146"/>
                  </a:lnTo>
                  <a:lnTo>
                    <a:pt x="2452" y="2299"/>
                  </a:lnTo>
                  <a:lnTo>
                    <a:pt x="1992" y="2554"/>
                  </a:lnTo>
                  <a:lnTo>
                    <a:pt x="1532" y="2810"/>
                  </a:lnTo>
                  <a:lnTo>
                    <a:pt x="1124" y="3167"/>
                  </a:lnTo>
                  <a:lnTo>
                    <a:pt x="766" y="3525"/>
                  </a:lnTo>
                  <a:lnTo>
                    <a:pt x="511" y="3934"/>
                  </a:lnTo>
                  <a:lnTo>
                    <a:pt x="255" y="4393"/>
                  </a:lnTo>
                  <a:lnTo>
                    <a:pt x="102" y="4904"/>
                  </a:lnTo>
                  <a:lnTo>
                    <a:pt x="0" y="5415"/>
                  </a:lnTo>
                  <a:lnTo>
                    <a:pt x="0" y="5926"/>
                  </a:lnTo>
                  <a:lnTo>
                    <a:pt x="0" y="6488"/>
                  </a:lnTo>
                  <a:lnTo>
                    <a:pt x="102" y="7101"/>
                  </a:lnTo>
                  <a:lnTo>
                    <a:pt x="255" y="7714"/>
                  </a:lnTo>
                  <a:lnTo>
                    <a:pt x="511" y="8327"/>
                  </a:lnTo>
                  <a:lnTo>
                    <a:pt x="511" y="8327"/>
                  </a:lnTo>
                  <a:lnTo>
                    <a:pt x="817" y="8888"/>
                  </a:lnTo>
                  <a:lnTo>
                    <a:pt x="1124" y="9501"/>
                  </a:lnTo>
                  <a:lnTo>
                    <a:pt x="1532" y="10012"/>
                  </a:lnTo>
                  <a:lnTo>
                    <a:pt x="1941" y="10574"/>
                  </a:lnTo>
                  <a:lnTo>
                    <a:pt x="2452" y="11034"/>
                  </a:lnTo>
                  <a:lnTo>
                    <a:pt x="2963" y="11545"/>
                  </a:lnTo>
                  <a:lnTo>
                    <a:pt x="3474" y="11953"/>
                  </a:lnTo>
                  <a:lnTo>
                    <a:pt x="4087" y="12362"/>
                  </a:lnTo>
                  <a:lnTo>
                    <a:pt x="4648" y="12720"/>
                  </a:lnTo>
                  <a:lnTo>
                    <a:pt x="5261" y="13026"/>
                  </a:lnTo>
                  <a:lnTo>
                    <a:pt x="5874" y="13333"/>
                  </a:lnTo>
                  <a:lnTo>
                    <a:pt x="6538" y="13537"/>
                  </a:lnTo>
                  <a:lnTo>
                    <a:pt x="7203" y="13741"/>
                  </a:lnTo>
                  <a:lnTo>
                    <a:pt x="7816" y="13894"/>
                  </a:lnTo>
                  <a:lnTo>
                    <a:pt x="8480" y="13946"/>
                  </a:lnTo>
                  <a:lnTo>
                    <a:pt x="9144" y="13997"/>
                  </a:lnTo>
                  <a:lnTo>
                    <a:pt x="9144" y="13997"/>
                  </a:lnTo>
                  <a:lnTo>
                    <a:pt x="9552" y="13946"/>
                  </a:lnTo>
                  <a:lnTo>
                    <a:pt x="42091" y="12056"/>
                  </a:lnTo>
                  <a:lnTo>
                    <a:pt x="42091" y="12056"/>
                  </a:lnTo>
                  <a:lnTo>
                    <a:pt x="42755" y="12004"/>
                  </a:lnTo>
                  <a:lnTo>
                    <a:pt x="43317" y="11851"/>
                  </a:lnTo>
                  <a:lnTo>
                    <a:pt x="43879" y="11698"/>
                  </a:lnTo>
                  <a:lnTo>
                    <a:pt x="44390" y="11443"/>
                  </a:lnTo>
                  <a:lnTo>
                    <a:pt x="44850" y="11136"/>
                  </a:lnTo>
                  <a:lnTo>
                    <a:pt x="45207" y="10830"/>
                  </a:lnTo>
                  <a:lnTo>
                    <a:pt x="45565" y="10472"/>
                  </a:lnTo>
                  <a:lnTo>
                    <a:pt x="45820" y="10012"/>
                  </a:lnTo>
                  <a:lnTo>
                    <a:pt x="46076" y="9604"/>
                  </a:lnTo>
                  <a:lnTo>
                    <a:pt x="46229" y="9093"/>
                  </a:lnTo>
                  <a:lnTo>
                    <a:pt x="46331" y="8582"/>
                  </a:lnTo>
                  <a:lnTo>
                    <a:pt x="46382" y="8020"/>
                  </a:lnTo>
                  <a:lnTo>
                    <a:pt x="46331" y="7458"/>
                  </a:lnTo>
                  <a:lnTo>
                    <a:pt x="46229" y="6896"/>
                  </a:lnTo>
                  <a:lnTo>
                    <a:pt x="46076" y="6283"/>
                  </a:lnTo>
                  <a:lnTo>
                    <a:pt x="45820" y="5670"/>
                  </a:lnTo>
                  <a:lnTo>
                    <a:pt x="45820" y="5670"/>
                  </a:lnTo>
                  <a:lnTo>
                    <a:pt x="45565" y="5057"/>
                  </a:lnTo>
                  <a:lnTo>
                    <a:pt x="45207" y="4495"/>
                  </a:lnTo>
                  <a:lnTo>
                    <a:pt x="44799" y="3934"/>
                  </a:lnTo>
                  <a:lnTo>
                    <a:pt x="44390" y="3423"/>
                  </a:lnTo>
                  <a:lnTo>
                    <a:pt x="43879" y="2912"/>
                  </a:lnTo>
                  <a:lnTo>
                    <a:pt x="43419" y="2452"/>
                  </a:lnTo>
                  <a:lnTo>
                    <a:pt x="42857" y="2044"/>
                  </a:lnTo>
                  <a:lnTo>
                    <a:pt x="42296" y="1635"/>
                  </a:lnTo>
                  <a:lnTo>
                    <a:pt x="41683" y="1277"/>
                  </a:lnTo>
                  <a:lnTo>
                    <a:pt x="41070" y="971"/>
                  </a:lnTo>
                  <a:lnTo>
                    <a:pt x="40457" y="664"/>
                  </a:lnTo>
                  <a:lnTo>
                    <a:pt x="39793" y="460"/>
                  </a:lnTo>
                  <a:lnTo>
                    <a:pt x="39180" y="256"/>
                  </a:lnTo>
                  <a:lnTo>
                    <a:pt x="38516" y="102"/>
                  </a:lnTo>
                  <a:lnTo>
                    <a:pt x="37851" y="51"/>
                  </a:lnTo>
                  <a:lnTo>
                    <a:pt x="37238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3005275" y="-2550625"/>
              <a:ext cx="1450725" cy="1111025"/>
            </a:xfrm>
            <a:custGeom>
              <a:avLst/>
              <a:gdLst/>
              <a:ahLst/>
              <a:cxnLst/>
              <a:rect l="l" t="t" r="r" b="b"/>
              <a:pathLst>
                <a:path w="58029" h="44441" extrusionOk="0">
                  <a:moveTo>
                    <a:pt x="26256" y="409"/>
                  </a:moveTo>
                  <a:lnTo>
                    <a:pt x="12924" y="1175"/>
                  </a:lnTo>
                  <a:lnTo>
                    <a:pt x="27073" y="33407"/>
                  </a:lnTo>
                  <a:lnTo>
                    <a:pt x="40406" y="32590"/>
                  </a:lnTo>
                  <a:lnTo>
                    <a:pt x="26256" y="409"/>
                  </a:lnTo>
                  <a:close/>
                  <a:moveTo>
                    <a:pt x="33101" y="0"/>
                  </a:moveTo>
                  <a:lnTo>
                    <a:pt x="28044" y="307"/>
                  </a:lnTo>
                  <a:lnTo>
                    <a:pt x="46892" y="43111"/>
                  </a:lnTo>
                  <a:lnTo>
                    <a:pt x="46892" y="43111"/>
                  </a:lnTo>
                  <a:lnTo>
                    <a:pt x="51899" y="42806"/>
                  </a:lnTo>
                  <a:lnTo>
                    <a:pt x="52818" y="42704"/>
                  </a:lnTo>
                  <a:lnTo>
                    <a:pt x="53687" y="42551"/>
                  </a:lnTo>
                  <a:lnTo>
                    <a:pt x="54453" y="42295"/>
                  </a:lnTo>
                  <a:lnTo>
                    <a:pt x="55168" y="41938"/>
                  </a:lnTo>
                  <a:lnTo>
                    <a:pt x="55832" y="41529"/>
                  </a:lnTo>
                  <a:lnTo>
                    <a:pt x="56394" y="41018"/>
                  </a:lnTo>
                  <a:lnTo>
                    <a:pt x="56854" y="40508"/>
                  </a:lnTo>
                  <a:lnTo>
                    <a:pt x="57263" y="39895"/>
                  </a:lnTo>
                  <a:lnTo>
                    <a:pt x="57569" y="39231"/>
                  </a:lnTo>
                  <a:lnTo>
                    <a:pt x="57824" y="38567"/>
                  </a:lnTo>
                  <a:lnTo>
                    <a:pt x="57978" y="37800"/>
                  </a:lnTo>
                  <a:lnTo>
                    <a:pt x="58029" y="37034"/>
                  </a:lnTo>
                  <a:lnTo>
                    <a:pt x="57978" y="36217"/>
                  </a:lnTo>
                  <a:lnTo>
                    <a:pt x="57824" y="35348"/>
                  </a:lnTo>
                  <a:lnTo>
                    <a:pt x="57620" y="34480"/>
                  </a:lnTo>
                  <a:lnTo>
                    <a:pt x="57263" y="33612"/>
                  </a:lnTo>
                  <a:lnTo>
                    <a:pt x="46076" y="8122"/>
                  </a:lnTo>
                  <a:lnTo>
                    <a:pt x="45667" y="7254"/>
                  </a:lnTo>
                  <a:lnTo>
                    <a:pt x="45156" y="6436"/>
                  </a:lnTo>
                  <a:lnTo>
                    <a:pt x="44594" y="5670"/>
                  </a:lnTo>
                  <a:lnTo>
                    <a:pt x="43981" y="4904"/>
                  </a:lnTo>
                  <a:lnTo>
                    <a:pt x="43266" y="4189"/>
                  </a:lnTo>
                  <a:lnTo>
                    <a:pt x="42551" y="3525"/>
                  </a:lnTo>
                  <a:lnTo>
                    <a:pt x="41785" y="2912"/>
                  </a:lnTo>
                  <a:lnTo>
                    <a:pt x="40968" y="2350"/>
                  </a:lnTo>
                  <a:lnTo>
                    <a:pt x="40099" y="1788"/>
                  </a:lnTo>
                  <a:lnTo>
                    <a:pt x="39231" y="1328"/>
                  </a:lnTo>
                  <a:lnTo>
                    <a:pt x="38311" y="920"/>
                  </a:lnTo>
                  <a:lnTo>
                    <a:pt x="37392" y="613"/>
                  </a:lnTo>
                  <a:lnTo>
                    <a:pt x="36472" y="358"/>
                  </a:lnTo>
                  <a:lnTo>
                    <a:pt x="35553" y="153"/>
                  </a:lnTo>
                  <a:lnTo>
                    <a:pt x="34582" y="0"/>
                  </a:lnTo>
                  <a:close/>
                  <a:moveTo>
                    <a:pt x="46892" y="43111"/>
                  </a:moveTo>
                  <a:lnTo>
                    <a:pt x="46025" y="43164"/>
                  </a:lnTo>
                  <a:lnTo>
                    <a:pt x="46893" y="43113"/>
                  </a:lnTo>
                  <a:lnTo>
                    <a:pt x="46892" y="43111"/>
                  </a:lnTo>
                  <a:close/>
                  <a:moveTo>
                    <a:pt x="41172" y="34276"/>
                  </a:moveTo>
                  <a:lnTo>
                    <a:pt x="27789" y="35093"/>
                  </a:lnTo>
                  <a:lnTo>
                    <a:pt x="31722" y="44032"/>
                  </a:lnTo>
                  <a:lnTo>
                    <a:pt x="45105" y="43215"/>
                  </a:lnTo>
                  <a:lnTo>
                    <a:pt x="41172" y="34276"/>
                  </a:lnTo>
                  <a:close/>
                  <a:moveTo>
                    <a:pt x="11136" y="1277"/>
                  </a:moveTo>
                  <a:lnTo>
                    <a:pt x="6130" y="1584"/>
                  </a:lnTo>
                  <a:lnTo>
                    <a:pt x="5210" y="1686"/>
                  </a:lnTo>
                  <a:lnTo>
                    <a:pt x="4342" y="1839"/>
                  </a:lnTo>
                  <a:lnTo>
                    <a:pt x="3576" y="2146"/>
                  </a:lnTo>
                  <a:lnTo>
                    <a:pt x="2861" y="2452"/>
                  </a:lnTo>
                  <a:lnTo>
                    <a:pt x="2197" y="2861"/>
                  </a:lnTo>
                  <a:lnTo>
                    <a:pt x="1635" y="3371"/>
                  </a:lnTo>
                  <a:lnTo>
                    <a:pt x="1124" y="3882"/>
                  </a:lnTo>
                  <a:lnTo>
                    <a:pt x="715" y="4495"/>
                  </a:lnTo>
                  <a:lnTo>
                    <a:pt x="409" y="5159"/>
                  </a:lnTo>
                  <a:lnTo>
                    <a:pt x="153" y="5874"/>
                  </a:lnTo>
                  <a:lnTo>
                    <a:pt x="51" y="6590"/>
                  </a:lnTo>
                  <a:lnTo>
                    <a:pt x="0" y="7356"/>
                  </a:lnTo>
                  <a:lnTo>
                    <a:pt x="0" y="8173"/>
                  </a:lnTo>
                  <a:lnTo>
                    <a:pt x="153" y="9042"/>
                  </a:lnTo>
                  <a:lnTo>
                    <a:pt x="409" y="9910"/>
                  </a:lnTo>
                  <a:lnTo>
                    <a:pt x="715" y="10778"/>
                  </a:lnTo>
                  <a:lnTo>
                    <a:pt x="11902" y="36268"/>
                  </a:lnTo>
                  <a:lnTo>
                    <a:pt x="12362" y="37136"/>
                  </a:lnTo>
                  <a:lnTo>
                    <a:pt x="12822" y="37954"/>
                  </a:lnTo>
                  <a:lnTo>
                    <a:pt x="13384" y="38720"/>
                  </a:lnTo>
                  <a:lnTo>
                    <a:pt x="14048" y="39486"/>
                  </a:lnTo>
                  <a:lnTo>
                    <a:pt x="14712" y="40201"/>
                  </a:lnTo>
                  <a:lnTo>
                    <a:pt x="15427" y="40865"/>
                  </a:lnTo>
                  <a:lnTo>
                    <a:pt x="16244" y="41478"/>
                  </a:lnTo>
                  <a:lnTo>
                    <a:pt x="17061" y="42091"/>
                  </a:lnTo>
                  <a:lnTo>
                    <a:pt x="17879" y="42602"/>
                  </a:lnTo>
                  <a:lnTo>
                    <a:pt x="18798" y="43062"/>
                  </a:lnTo>
                  <a:lnTo>
                    <a:pt x="19667" y="43470"/>
                  </a:lnTo>
                  <a:lnTo>
                    <a:pt x="20586" y="43777"/>
                  </a:lnTo>
                  <a:lnTo>
                    <a:pt x="21557" y="44083"/>
                  </a:lnTo>
                  <a:lnTo>
                    <a:pt x="22476" y="44288"/>
                  </a:lnTo>
                  <a:lnTo>
                    <a:pt x="23395" y="44390"/>
                  </a:lnTo>
                  <a:lnTo>
                    <a:pt x="24366" y="44441"/>
                  </a:lnTo>
                  <a:lnTo>
                    <a:pt x="24928" y="44390"/>
                  </a:lnTo>
                  <a:lnTo>
                    <a:pt x="29934" y="44134"/>
                  </a:lnTo>
                  <a:lnTo>
                    <a:pt x="11136" y="1277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3753600" y="-1449825"/>
              <a:ext cx="44725" cy="2575"/>
            </a:xfrm>
            <a:custGeom>
              <a:avLst/>
              <a:gdLst/>
              <a:ahLst/>
              <a:cxnLst/>
              <a:rect l="l" t="t" r="r" b="b"/>
              <a:pathLst>
                <a:path w="1789" h="103" fill="none" extrusionOk="0">
                  <a:moveTo>
                    <a:pt x="1789" y="0"/>
                  </a:moveTo>
                  <a:lnTo>
                    <a:pt x="1" y="102"/>
                  </a:lnTo>
                  <a:lnTo>
                    <a:pt x="1" y="102"/>
                  </a:lnTo>
                  <a:lnTo>
                    <a:pt x="1789" y="0"/>
                  </a:lnTo>
                  <a:lnTo>
                    <a:pt x="1789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4132900" y="-1471550"/>
              <a:ext cx="23000" cy="1300"/>
            </a:xfrm>
            <a:custGeom>
              <a:avLst/>
              <a:gdLst/>
              <a:ahLst/>
              <a:cxnLst/>
              <a:rect l="l" t="t" r="r" b="b"/>
              <a:pathLst>
                <a:path w="920" h="52" fill="none" extrusionOk="0">
                  <a:moveTo>
                    <a:pt x="920" y="1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920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3699975" y="-1693750"/>
              <a:ext cx="432950" cy="243950"/>
            </a:xfrm>
            <a:custGeom>
              <a:avLst/>
              <a:gdLst/>
              <a:ahLst/>
              <a:cxnLst/>
              <a:rect l="l" t="t" r="r" b="b"/>
              <a:pathLst>
                <a:path w="17318" h="9758" fill="none" extrusionOk="0">
                  <a:moveTo>
                    <a:pt x="13384" y="1"/>
                  </a:moveTo>
                  <a:lnTo>
                    <a:pt x="1" y="818"/>
                  </a:lnTo>
                  <a:lnTo>
                    <a:pt x="3934" y="9757"/>
                  </a:lnTo>
                  <a:lnTo>
                    <a:pt x="17317" y="8940"/>
                  </a:lnTo>
                  <a:lnTo>
                    <a:pt x="13384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3005275" y="-2518700"/>
              <a:ext cx="748350" cy="1079100"/>
            </a:xfrm>
            <a:custGeom>
              <a:avLst/>
              <a:gdLst/>
              <a:ahLst/>
              <a:cxnLst/>
              <a:rect l="l" t="t" r="r" b="b"/>
              <a:pathLst>
                <a:path w="29934" h="43164" fill="none" extrusionOk="0">
                  <a:moveTo>
                    <a:pt x="11136" y="0"/>
                  </a:moveTo>
                  <a:lnTo>
                    <a:pt x="6130" y="307"/>
                  </a:lnTo>
                  <a:lnTo>
                    <a:pt x="6130" y="307"/>
                  </a:lnTo>
                  <a:lnTo>
                    <a:pt x="5210" y="409"/>
                  </a:lnTo>
                  <a:lnTo>
                    <a:pt x="4342" y="562"/>
                  </a:lnTo>
                  <a:lnTo>
                    <a:pt x="3576" y="869"/>
                  </a:lnTo>
                  <a:lnTo>
                    <a:pt x="2861" y="1175"/>
                  </a:lnTo>
                  <a:lnTo>
                    <a:pt x="2197" y="1584"/>
                  </a:lnTo>
                  <a:lnTo>
                    <a:pt x="1635" y="2094"/>
                  </a:lnTo>
                  <a:lnTo>
                    <a:pt x="1124" y="2605"/>
                  </a:lnTo>
                  <a:lnTo>
                    <a:pt x="715" y="3218"/>
                  </a:lnTo>
                  <a:lnTo>
                    <a:pt x="409" y="3882"/>
                  </a:lnTo>
                  <a:lnTo>
                    <a:pt x="153" y="4597"/>
                  </a:lnTo>
                  <a:lnTo>
                    <a:pt x="51" y="5313"/>
                  </a:lnTo>
                  <a:lnTo>
                    <a:pt x="0" y="6079"/>
                  </a:lnTo>
                  <a:lnTo>
                    <a:pt x="0" y="6896"/>
                  </a:lnTo>
                  <a:lnTo>
                    <a:pt x="153" y="7765"/>
                  </a:lnTo>
                  <a:lnTo>
                    <a:pt x="409" y="8633"/>
                  </a:lnTo>
                  <a:lnTo>
                    <a:pt x="715" y="9501"/>
                  </a:lnTo>
                  <a:lnTo>
                    <a:pt x="11902" y="34991"/>
                  </a:lnTo>
                  <a:lnTo>
                    <a:pt x="11902" y="34991"/>
                  </a:lnTo>
                  <a:lnTo>
                    <a:pt x="12362" y="35859"/>
                  </a:lnTo>
                  <a:lnTo>
                    <a:pt x="12822" y="36677"/>
                  </a:lnTo>
                  <a:lnTo>
                    <a:pt x="13384" y="37443"/>
                  </a:lnTo>
                  <a:lnTo>
                    <a:pt x="14048" y="38209"/>
                  </a:lnTo>
                  <a:lnTo>
                    <a:pt x="14712" y="38924"/>
                  </a:lnTo>
                  <a:lnTo>
                    <a:pt x="15427" y="39588"/>
                  </a:lnTo>
                  <a:lnTo>
                    <a:pt x="16244" y="40201"/>
                  </a:lnTo>
                  <a:lnTo>
                    <a:pt x="17061" y="40814"/>
                  </a:lnTo>
                  <a:lnTo>
                    <a:pt x="17879" y="41325"/>
                  </a:lnTo>
                  <a:lnTo>
                    <a:pt x="18798" y="41785"/>
                  </a:lnTo>
                  <a:lnTo>
                    <a:pt x="19667" y="42193"/>
                  </a:lnTo>
                  <a:lnTo>
                    <a:pt x="20586" y="42500"/>
                  </a:lnTo>
                  <a:lnTo>
                    <a:pt x="21557" y="42806"/>
                  </a:lnTo>
                  <a:lnTo>
                    <a:pt x="22476" y="43011"/>
                  </a:lnTo>
                  <a:lnTo>
                    <a:pt x="23395" y="43113"/>
                  </a:lnTo>
                  <a:lnTo>
                    <a:pt x="24366" y="43164"/>
                  </a:lnTo>
                  <a:lnTo>
                    <a:pt x="24366" y="43164"/>
                  </a:lnTo>
                  <a:lnTo>
                    <a:pt x="24928" y="43113"/>
                  </a:lnTo>
                  <a:lnTo>
                    <a:pt x="29934" y="42857"/>
                  </a:lnTo>
                  <a:lnTo>
                    <a:pt x="11136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3328350" y="-2540425"/>
              <a:ext cx="687075" cy="825000"/>
            </a:xfrm>
            <a:custGeom>
              <a:avLst/>
              <a:gdLst/>
              <a:ahLst/>
              <a:cxnLst/>
              <a:rect l="l" t="t" r="r" b="b"/>
              <a:pathLst>
                <a:path w="27483" h="33000" fill="none" extrusionOk="0">
                  <a:moveTo>
                    <a:pt x="13333" y="1"/>
                  </a:moveTo>
                  <a:lnTo>
                    <a:pt x="1" y="767"/>
                  </a:lnTo>
                  <a:lnTo>
                    <a:pt x="14150" y="32999"/>
                  </a:lnTo>
                  <a:lnTo>
                    <a:pt x="27483" y="32182"/>
                  </a:lnTo>
                  <a:lnTo>
                    <a:pt x="13333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3706350" y="-2550625"/>
              <a:ext cx="749650" cy="1079100"/>
            </a:xfrm>
            <a:custGeom>
              <a:avLst/>
              <a:gdLst/>
              <a:ahLst/>
              <a:cxnLst/>
              <a:rect l="l" t="t" r="r" b="b"/>
              <a:pathLst>
                <a:path w="29986" h="43164" fill="none" extrusionOk="0">
                  <a:moveTo>
                    <a:pt x="5620" y="0"/>
                  </a:moveTo>
                  <a:lnTo>
                    <a:pt x="5620" y="0"/>
                  </a:lnTo>
                  <a:lnTo>
                    <a:pt x="5058" y="0"/>
                  </a:lnTo>
                  <a:lnTo>
                    <a:pt x="1" y="307"/>
                  </a:lnTo>
                  <a:lnTo>
                    <a:pt x="18850" y="43113"/>
                  </a:lnTo>
                  <a:lnTo>
                    <a:pt x="17982" y="43164"/>
                  </a:lnTo>
                  <a:lnTo>
                    <a:pt x="23856" y="42806"/>
                  </a:lnTo>
                  <a:lnTo>
                    <a:pt x="23856" y="42806"/>
                  </a:lnTo>
                  <a:lnTo>
                    <a:pt x="24775" y="42704"/>
                  </a:lnTo>
                  <a:lnTo>
                    <a:pt x="25644" y="42551"/>
                  </a:lnTo>
                  <a:lnTo>
                    <a:pt x="26410" y="42295"/>
                  </a:lnTo>
                  <a:lnTo>
                    <a:pt x="27125" y="41938"/>
                  </a:lnTo>
                  <a:lnTo>
                    <a:pt x="27789" y="41529"/>
                  </a:lnTo>
                  <a:lnTo>
                    <a:pt x="28351" y="41018"/>
                  </a:lnTo>
                  <a:lnTo>
                    <a:pt x="28811" y="40508"/>
                  </a:lnTo>
                  <a:lnTo>
                    <a:pt x="29220" y="39895"/>
                  </a:lnTo>
                  <a:lnTo>
                    <a:pt x="29526" y="39231"/>
                  </a:lnTo>
                  <a:lnTo>
                    <a:pt x="29781" y="38567"/>
                  </a:lnTo>
                  <a:lnTo>
                    <a:pt x="29935" y="37800"/>
                  </a:lnTo>
                  <a:lnTo>
                    <a:pt x="29986" y="37034"/>
                  </a:lnTo>
                  <a:lnTo>
                    <a:pt x="29935" y="36217"/>
                  </a:lnTo>
                  <a:lnTo>
                    <a:pt x="29781" y="35348"/>
                  </a:lnTo>
                  <a:lnTo>
                    <a:pt x="29577" y="34480"/>
                  </a:lnTo>
                  <a:lnTo>
                    <a:pt x="29220" y="33612"/>
                  </a:lnTo>
                  <a:lnTo>
                    <a:pt x="18033" y="8122"/>
                  </a:lnTo>
                  <a:lnTo>
                    <a:pt x="18033" y="8122"/>
                  </a:lnTo>
                  <a:lnTo>
                    <a:pt x="17624" y="7254"/>
                  </a:lnTo>
                  <a:lnTo>
                    <a:pt x="17113" y="6436"/>
                  </a:lnTo>
                  <a:lnTo>
                    <a:pt x="16551" y="5670"/>
                  </a:lnTo>
                  <a:lnTo>
                    <a:pt x="15938" y="4904"/>
                  </a:lnTo>
                  <a:lnTo>
                    <a:pt x="15223" y="4189"/>
                  </a:lnTo>
                  <a:lnTo>
                    <a:pt x="14508" y="3525"/>
                  </a:lnTo>
                  <a:lnTo>
                    <a:pt x="13742" y="2912"/>
                  </a:lnTo>
                  <a:lnTo>
                    <a:pt x="12925" y="2350"/>
                  </a:lnTo>
                  <a:lnTo>
                    <a:pt x="12056" y="1788"/>
                  </a:lnTo>
                  <a:lnTo>
                    <a:pt x="11188" y="1328"/>
                  </a:lnTo>
                  <a:lnTo>
                    <a:pt x="10268" y="920"/>
                  </a:lnTo>
                  <a:lnTo>
                    <a:pt x="9349" y="613"/>
                  </a:lnTo>
                  <a:lnTo>
                    <a:pt x="8429" y="358"/>
                  </a:lnTo>
                  <a:lnTo>
                    <a:pt x="7510" y="153"/>
                  </a:lnTo>
                  <a:lnTo>
                    <a:pt x="6539" y="0"/>
                  </a:lnTo>
                  <a:lnTo>
                    <a:pt x="5620" y="0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36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  <a:close/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3283650" y="-2542975"/>
              <a:ext cx="893950" cy="1095725"/>
            </a:xfrm>
            <a:custGeom>
              <a:avLst/>
              <a:gdLst/>
              <a:ahLst/>
              <a:cxnLst/>
              <a:rect l="l" t="t" r="r" b="b"/>
              <a:pathLst>
                <a:path w="35758" h="43829" fill="none" extrusionOk="0">
                  <a:moveTo>
                    <a:pt x="16909" y="1"/>
                  </a:moveTo>
                  <a:lnTo>
                    <a:pt x="15121" y="103"/>
                  </a:lnTo>
                  <a:lnTo>
                    <a:pt x="29271" y="32284"/>
                  </a:lnTo>
                  <a:lnTo>
                    <a:pt x="15938" y="33101"/>
                  </a:lnTo>
                  <a:lnTo>
                    <a:pt x="1789" y="869"/>
                  </a:lnTo>
                  <a:lnTo>
                    <a:pt x="1" y="971"/>
                  </a:lnTo>
                  <a:lnTo>
                    <a:pt x="18799" y="43828"/>
                  </a:lnTo>
                  <a:lnTo>
                    <a:pt x="20587" y="43726"/>
                  </a:lnTo>
                  <a:lnTo>
                    <a:pt x="16654" y="34787"/>
                  </a:lnTo>
                  <a:lnTo>
                    <a:pt x="30037" y="33970"/>
                  </a:lnTo>
                  <a:lnTo>
                    <a:pt x="33970" y="42909"/>
                  </a:lnTo>
                  <a:lnTo>
                    <a:pt x="35758" y="42807"/>
                  </a:lnTo>
                  <a:lnTo>
                    <a:pt x="16909" y="1"/>
                  </a:lnTo>
                </a:path>
              </a:pathLst>
            </a:custGeom>
            <a:solidFill>
              <a:srgbClr val="160B04">
                <a:alpha val="277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2000250" y="-3442000"/>
              <a:ext cx="7119500" cy="3213025"/>
            </a:xfrm>
            <a:custGeom>
              <a:avLst/>
              <a:gdLst/>
              <a:ahLst/>
              <a:cxnLst/>
              <a:rect l="l" t="t" r="r" b="b"/>
              <a:pathLst>
                <a:path w="284780" h="128521" extrusionOk="0">
                  <a:moveTo>
                    <a:pt x="1788" y="0"/>
                  </a:moveTo>
                  <a:lnTo>
                    <a:pt x="919" y="1277"/>
                  </a:lnTo>
                  <a:lnTo>
                    <a:pt x="511" y="1941"/>
                  </a:lnTo>
                  <a:lnTo>
                    <a:pt x="255" y="2708"/>
                  </a:lnTo>
                  <a:lnTo>
                    <a:pt x="51" y="3474"/>
                  </a:lnTo>
                  <a:lnTo>
                    <a:pt x="0" y="4291"/>
                  </a:lnTo>
                  <a:lnTo>
                    <a:pt x="0" y="5108"/>
                  </a:lnTo>
                  <a:lnTo>
                    <a:pt x="153" y="6028"/>
                  </a:lnTo>
                  <a:lnTo>
                    <a:pt x="358" y="6947"/>
                  </a:lnTo>
                  <a:lnTo>
                    <a:pt x="715" y="7867"/>
                  </a:lnTo>
                  <a:lnTo>
                    <a:pt x="50162" y="120348"/>
                  </a:lnTo>
                  <a:lnTo>
                    <a:pt x="50571" y="121216"/>
                  </a:lnTo>
                  <a:lnTo>
                    <a:pt x="51082" y="122085"/>
                  </a:lnTo>
                  <a:lnTo>
                    <a:pt x="51490" y="122596"/>
                  </a:lnTo>
                  <a:lnTo>
                    <a:pt x="51899" y="123157"/>
                  </a:lnTo>
                  <a:lnTo>
                    <a:pt x="52307" y="123668"/>
                  </a:lnTo>
                  <a:lnTo>
                    <a:pt x="52359" y="123668"/>
                  </a:lnTo>
                  <a:lnTo>
                    <a:pt x="52767" y="124128"/>
                  </a:lnTo>
                  <a:lnTo>
                    <a:pt x="53278" y="124588"/>
                  </a:lnTo>
                  <a:lnTo>
                    <a:pt x="54249" y="125405"/>
                  </a:lnTo>
                  <a:lnTo>
                    <a:pt x="54453" y="125609"/>
                  </a:lnTo>
                  <a:lnTo>
                    <a:pt x="55321" y="126171"/>
                  </a:lnTo>
                  <a:lnTo>
                    <a:pt x="55628" y="126376"/>
                  </a:lnTo>
                  <a:lnTo>
                    <a:pt x="56343" y="126784"/>
                  </a:lnTo>
                  <a:lnTo>
                    <a:pt x="57109" y="127193"/>
                  </a:lnTo>
                  <a:lnTo>
                    <a:pt x="57262" y="127244"/>
                  </a:lnTo>
                  <a:lnTo>
                    <a:pt x="57722" y="127448"/>
                  </a:lnTo>
                  <a:lnTo>
                    <a:pt x="58335" y="127704"/>
                  </a:lnTo>
                  <a:lnTo>
                    <a:pt x="58999" y="127908"/>
                  </a:lnTo>
                  <a:lnTo>
                    <a:pt x="59612" y="128112"/>
                  </a:lnTo>
                  <a:lnTo>
                    <a:pt x="60225" y="128266"/>
                  </a:lnTo>
                  <a:lnTo>
                    <a:pt x="60838" y="128368"/>
                  </a:lnTo>
                  <a:lnTo>
                    <a:pt x="61400" y="128419"/>
                  </a:lnTo>
                  <a:lnTo>
                    <a:pt x="62268" y="128521"/>
                  </a:lnTo>
                  <a:lnTo>
                    <a:pt x="63137" y="128521"/>
                  </a:lnTo>
                  <a:lnTo>
                    <a:pt x="278752" y="115853"/>
                  </a:lnTo>
                  <a:lnTo>
                    <a:pt x="279569" y="115751"/>
                  </a:lnTo>
                  <a:lnTo>
                    <a:pt x="280335" y="115597"/>
                  </a:lnTo>
                  <a:lnTo>
                    <a:pt x="280795" y="115444"/>
                  </a:lnTo>
                  <a:lnTo>
                    <a:pt x="281204" y="115342"/>
                  </a:lnTo>
                  <a:lnTo>
                    <a:pt x="281561" y="115189"/>
                  </a:lnTo>
                  <a:lnTo>
                    <a:pt x="281715" y="115087"/>
                  </a:lnTo>
                  <a:lnTo>
                    <a:pt x="282072" y="114933"/>
                  </a:lnTo>
                  <a:lnTo>
                    <a:pt x="282481" y="114678"/>
                  </a:lnTo>
                  <a:lnTo>
                    <a:pt x="282838" y="114371"/>
                  </a:lnTo>
                  <a:lnTo>
                    <a:pt x="283145" y="114116"/>
                  </a:lnTo>
                  <a:lnTo>
                    <a:pt x="283349" y="113963"/>
                  </a:lnTo>
                  <a:lnTo>
                    <a:pt x="283656" y="113605"/>
                  </a:lnTo>
                  <a:lnTo>
                    <a:pt x="283911" y="113197"/>
                  </a:lnTo>
                  <a:lnTo>
                    <a:pt x="284779" y="111920"/>
                  </a:lnTo>
                  <a:lnTo>
                    <a:pt x="284422" y="112379"/>
                  </a:lnTo>
                  <a:lnTo>
                    <a:pt x="284013" y="112839"/>
                  </a:lnTo>
                  <a:lnTo>
                    <a:pt x="283707" y="113094"/>
                  </a:lnTo>
                  <a:lnTo>
                    <a:pt x="283349" y="113350"/>
                  </a:lnTo>
                  <a:lnTo>
                    <a:pt x="282941" y="113605"/>
                  </a:lnTo>
                  <a:lnTo>
                    <a:pt x="282583" y="113810"/>
                  </a:lnTo>
                  <a:lnTo>
                    <a:pt x="282123" y="114014"/>
                  </a:lnTo>
                  <a:lnTo>
                    <a:pt x="281663" y="114167"/>
                  </a:lnTo>
                  <a:lnTo>
                    <a:pt x="281204" y="114320"/>
                  </a:lnTo>
                  <a:lnTo>
                    <a:pt x="280438" y="114474"/>
                  </a:lnTo>
                  <a:lnTo>
                    <a:pt x="279620" y="114576"/>
                  </a:lnTo>
                  <a:lnTo>
                    <a:pt x="64005" y="127193"/>
                  </a:lnTo>
                  <a:lnTo>
                    <a:pt x="63137" y="127193"/>
                  </a:lnTo>
                  <a:lnTo>
                    <a:pt x="62268" y="127142"/>
                  </a:lnTo>
                  <a:lnTo>
                    <a:pt x="61706" y="127040"/>
                  </a:lnTo>
                  <a:lnTo>
                    <a:pt x="61093" y="126937"/>
                  </a:lnTo>
                  <a:lnTo>
                    <a:pt x="60481" y="126784"/>
                  </a:lnTo>
                  <a:lnTo>
                    <a:pt x="59868" y="126631"/>
                  </a:lnTo>
                  <a:lnTo>
                    <a:pt x="59203" y="126427"/>
                  </a:lnTo>
                  <a:lnTo>
                    <a:pt x="58591" y="126171"/>
                  </a:lnTo>
                  <a:lnTo>
                    <a:pt x="58131" y="125967"/>
                  </a:lnTo>
                  <a:lnTo>
                    <a:pt x="57313" y="125558"/>
                  </a:lnTo>
                  <a:lnTo>
                    <a:pt x="56496" y="125099"/>
                  </a:lnTo>
                  <a:lnTo>
                    <a:pt x="56139" y="124843"/>
                  </a:lnTo>
                  <a:lnTo>
                    <a:pt x="55117" y="124128"/>
                  </a:lnTo>
                  <a:lnTo>
                    <a:pt x="54146" y="123260"/>
                  </a:lnTo>
                  <a:lnTo>
                    <a:pt x="53636" y="122851"/>
                  </a:lnTo>
                  <a:lnTo>
                    <a:pt x="53227" y="122391"/>
                  </a:lnTo>
                  <a:lnTo>
                    <a:pt x="52767" y="121880"/>
                  </a:lnTo>
                  <a:lnTo>
                    <a:pt x="52410" y="121319"/>
                  </a:lnTo>
                  <a:lnTo>
                    <a:pt x="51950" y="120808"/>
                  </a:lnTo>
                  <a:lnTo>
                    <a:pt x="51439" y="119939"/>
                  </a:lnTo>
                  <a:lnTo>
                    <a:pt x="51030" y="119071"/>
                  </a:lnTo>
                  <a:lnTo>
                    <a:pt x="1584" y="6539"/>
                  </a:lnTo>
                  <a:lnTo>
                    <a:pt x="1226" y="5619"/>
                  </a:lnTo>
                  <a:lnTo>
                    <a:pt x="1022" y="4700"/>
                  </a:lnTo>
                  <a:lnTo>
                    <a:pt x="868" y="3831"/>
                  </a:lnTo>
                  <a:lnTo>
                    <a:pt x="868" y="2963"/>
                  </a:lnTo>
                  <a:lnTo>
                    <a:pt x="919" y="2146"/>
                  </a:lnTo>
                  <a:lnTo>
                    <a:pt x="1124" y="1380"/>
                  </a:lnTo>
                  <a:lnTo>
                    <a:pt x="1379" y="664"/>
                  </a:lnTo>
                  <a:lnTo>
                    <a:pt x="178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  <a:effectLst>
              <a:outerShdw blurRad="142875" dist="95250" dir="72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1019" name="Google Shape;1019;p3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604288" y="5502278"/>
            <a:ext cx="4048968" cy="137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3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2540008">
            <a:off x="11881654" y="1385163"/>
            <a:ext cx="970227" cy="651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3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10606120" y="1306849"/>
            <a:ext cx="2046623" cy="137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65" y="828675"/>
            <a:ext cx="8991600" cy="4102735"/>
          </a:xfrm>
          <a:prstGeom prst="rect">
            <a:avLst/>
          </a:prstGeom>
        </p:spPr>
      </p:pic>
      <p:sp>
        <p:nvSpPr>
          <p:cNvPr id="2016" name="主张"/>
          <p:cNvSpPr>
            <a:spLocks noGrp="1"/>
          </p:cNvSpPr>
          <p:nvPr/>
        </p:nvSpPr>
        <p:spPr>
          <a:xfrm>
            <a:off x="2741295" y="4803775"/>
            <a:ext cx="6686550" cy="109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让安全情报</a:t>
            </a:r>
            <a:r>
              <a:rPr lang="en-US" sz="3200" b="1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 </a:t>
            </a:r>
            <a:r>
              <a:rPr sz="3200" b="1">
                <a:solidFill>
                  <a:srgbClr val="FFFFFF"/>
                </a:solidFill>
                <a:latin typeface="优设标题黑" panose="00000500000000000000" charset="-122"/>
                <a:ea typeface="优设标题黑" panose="00000500000000000000" charset="-122"/>
                <a:cs typeface="微软雅黑" panose="020B0503020204020204" charset="-122"/>
              </a:rPr>
              <a:t>成为可追溯的研判依据</a:t>
            </a:r>
            <a:endParaRPr sz="3200" b="1">
              <a:solidFill>
                <a:srgbClr val="FFFFFF"/>
              </a:solidFill>
              <a:latin typeface="优设标题黑" panose="00000500000000000000" charset="-122"/>
              <a:ea typeface="优设标题黑" panose="00000500000000000000" charset="-122"/>
              <a:cs typeface="微软雅黑" panose="020B0503020204020204" charset="-122"/>
            </a:endParaRPr>
          </a:p>
        </p:txBody>
      </p:sp>
      <p:sp>
        <p:nvSpPr>
          <p:cNvPr id="8" name="对角圆角矩形 7"/>
          <p:cNvSpPr/>
          <p:nvPr/>
        </p:nvSpPr>
        <p:spPr>
          <a:xfrm>
            <a:off x="3399155" y="4326255"/>
            <a:ext cx="4779010" cy="509905"/>
          </a:xfrm>
          <a:prstGeom prst="round2DiagRect">
            <a:avLst>
              <a:gd name="adj1" fmla="val 29763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schemeClr val="accent2">
                <a:lumMod val="90000"/>
                <a:lumOff val="10000"/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accent2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智能体驱动的 </a:t>
            </a:r>
            <a:r>
              <a:rPr lang="en-US" altLang="zh-CN" sz="2000" b="1">
                <a:solidFill>
                  <a:schemeClr val="accent2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 </a:t>
            </a:r>
            <a:r>
              <a:rPr lang="zh-CN" altLang="en-US" sz="2000" b="1">
                <a:solidFill>
                  <a:schemeClr val="accent2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安全知识情报系统</a:t>
            </a:r>
            <a:endParaRPr lang="zh-CN" altLang="en-US" sz="2000" b="1">
              <a:solidFill>
                <a:schemeClr val="accent2">
                  <a:lumMod val="90000"/>
                  <a:lumOff val="1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96360" y="777875"/>
            <a:ext cx="44977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2700000" algn="tl" rotWithShape="0">
                    <a:schemeClr val="accent2">
                      <a:lumMod val="75000"/>
                      <a:lumOff val="25000"/>
                      <a:alpha val="40000"/>
                    </a:scheme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捞针</a:t>
            </a:r>
            <a:r>
              <a:rPr lang="en-US" altLang="zh-CN" sz="40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2700000" algn="tl" rotWithShape="0">
                    <a:schemeClr val="accent2">
                      <a:lumMod val="75000"/>
                      <a:lumOff val="25000"/>
                      <a:alpha val="40000"/>
                    </a:scheme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·</a:t>
            </a:r>
            <a:r>
              <a:rPr lang="en-US" altLang="zh-CN" sz="40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dist="38100" dir="2700000" algn="tl" rotWithShape="0">
                    <a:schemeClr val="accent2">
                      <a:lumMod val="75000"/>
                      <a:lumOff val="25000"/>
                      <a:alpha val="40000"/>
                    </a:schemeClr>
                  </a:outerShdw>
                </a:effectLst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</a:rPr>
              <a:t>Nereid</a:t>
            </a:r>
            <a:endParaRPr lang="en-US" altLang="zh-CN" sz="40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effectLst>
                <a:outerShdw blurRad="50800" dist="38100" dir="2700000" algn="tl" rotWithShape="0">
                  <a:schemeClr val="accent2">
                    <a:lumMod val="75000"/>
                    <a:lumOff val="25000"/>
                    <a:alpha val="40000"/>
                  </a:schemeClr>
                </a:outerShdw>
              </a:effectLst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2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3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4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5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6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7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8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9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10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11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12.xml><?xml version="1.0" encoding="utf-8"?>
<p:tagLst xmlns:p="http://schemas.openxmlformats.org/presentationml/2006/main">
  <p:tag name="KSO_WM_DIAGRAM_VIRTUALLY_FRAME" val="{&quot;height&quot;:392.4,&quot;left&quot;:277.4383464566929,&quot;top&quot;:111.95,&quot;width&quot;:615.0116535433071}"/>
</p:tagLst>
</file>

<file path=ppt/tags/tag13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14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15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16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17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18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19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0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1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2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3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4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5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6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7.xml><?xml version="1.0" encoding="utf-8"?>
<p:tagLst xmlns:p="http://schemas.openxmlformats.org/presentationml/2006/main">
  <p:tag name="TABLE_ENDDRAG_ORIGIN_RECT" val="226*233"/>
  <p:tag name="TABLE_ENDDRAG_RECT" val="644*189*226*233"/>
</p:tagLst>
</file>

<file path=ppt/tags/tag28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29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30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31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32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33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34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35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36.xml><?xml version="1.0" encoding="utf-8"?>
<p:tagLst xmlns:p="http://schemas.openxmlformats.org/presentationml/2006/main">
  <p:tag name="KSO_WM_DIAGRAM_VIRTUALLY_FRAME" val="{&quot;height&quot;:216.5,&quot;left&quot;:353.85,&quot;top&quot;:212.25,&quot;width&quot;:265.85}"/>
</p:tagLst>
</file>

<file path=ppt/tags/tag37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38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39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0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1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2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3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4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5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6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7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8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49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0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1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2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3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4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5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6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7.xml><?xml version="1.0" encoding="utf-8"?>
<p:tagLst xmlns:p="http://schemas.openxmlformats.org/presentationml/2006/main">
  <p:tag name="KSO_WM_DIAGRAM_VIRTUALLY_FRAME" val="{&quot;height&quot;:261.5842519685039,&quot;left&quot;:75.58309711286088,&quot;top&quot;:163.5641994750656,&quot;width&quot;:808.8338057742782}"/>
</p:tagLst>
</file>

<file path=ppt/tags/tag58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59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0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1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2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3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4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5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6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7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8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69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0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1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2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3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4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5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6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7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8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79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0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1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2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3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4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5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6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7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8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89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0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1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2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3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4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5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6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7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8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99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0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1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2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3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4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5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6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7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ags/tag108.xml><?xml version="1.0" encoding="utf-8"?>
<p:tagLst xmlns:p="http://schemas.openxmlformats.org/presentationml/2006/main">
  <p:tag name="KSO_WM_DIAGRAM_VIRTUALLY_FRAME" val="{&quot;height&quot;:368,&quot;left&quot;:60,&quot;top&quot;:143,&quot;width&quot;:830}"/>
</p:tagLst>
</file>

<file path=ppt/theme/theme1.xml><?xml version="1.0" encoding="utf-8"?>
<a:theme xmlns:a="http://schemas.openxmlformats.org/drawingml/2006/main" name="Cyber Attack Detection Software Pitch Deck by Slidesgo">
  <a:themeElements>
    <a:clrScheme name="Simple Light">
      <a:dk1>
        <a:srgbClr val="FFFFFF"/>
      </a:dk1>
      <a:lt1>
        <a:srgbClr val="FF5825"/>
      </a:lt1>
      <a:dk2>
        <a:srgbClr val="420301"/>
      </a:dk2>
      <a:lt2>
        <a:srgbClr val="160B04"/>
      </a:lt2>
      <a:accent1>
        <a:srgbClr val="832A02"/>
      </a:accent1>
      <a:accent2>
        <a:srgbClr val="5C1100"/>
      </a:accent2>
      <a:accent3>
        <a:srgbClr val="A52F1B"/>
      </a:accent3>
      <a:accent4>
        <a:srgbClr val="FF9502"/>
      </a:accent4>
      <a:accent5>
        <a:srgbClr val="D6720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yber Attack Detection Software Pitch Deck by Slidesgo">
  <a:themeElements>
    <a:clrScheme name="Simple Light">
      <a:dk1>
        <a:srgbClr val="FFFFFF"/>
      </a:dk1>
      <a:lt1>
        <a:srgbClr val="FF5825"/>
      </a:lt1>
      <a:dk2>
        <a:srgbClr val="420301"/>
      </a:dk2>
      <a:lt2>
        <a:srgbClr val="160B04"/>
      </a:lt2>
      <a:accent1>
        <a:srgbClr val="832A02"/>
      </a:accent1>
      <a:accent2>
        <a:srgbClr val="5C1100"/>
      </a:accent2>
      <a:accent3>
        <a:srgbClr val="A52F1B"/>
      </a:accent3>
      <a:accent4>
        <a:srgbClr val="FF9502"/>
      </a:accent4>
      <a:accent5>
        <a:srgbClr val="D6720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yber Attack Detection Software Pitch Deck by Slidesgo">
  <a:themeElements>
    <a:clrScheme name="Simple Light">
      <a:dk1>
        <a:srgbClr val="FFFFFF"/>
      </a:dk1>
      <a:lt1>
        <a:srgbClr val="FF5825"/>
      </a:lt1>
      <a:dk2>
        <a:srgbClr val="420301"/>
      </a:dk2>
      <a:lt2>
        <a:srgbClr val="160B04"/>
      </a:lt2>
      <a:accent1>
        <a:srgbClr val="832A02"/>
      </a:accent1>
      <a:accent2>
        <a:srgbClr val="5C1100"/>
      </a:accent2>
      <a:accent3>
        <a:srgbClr val="A52F1B"/>
      </a:accent3>
      <a:accent4>
        <a:srgbClr val="FF9502"/>
      </a:accent4>
      <a:accent5>
        <a:srgbClr val="D6720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6436</Words>
  <Application>WPS 演示</Application>
  <PresentationFormat>宽屏</PresentationFormat>
  <Paragraphs>1080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60" baseType="lpstr">
      <vt:lpstr>Arial</vt:lpstr>
      <vt:lpstr>宋体</vt:lpstr>
      <vt:lpstr>Wingdings</vt:lpstr>
      <vt:lpstr>Wingdings</vt:lpstr>
      <vt:lpstr>Montserrat Black</vt:lpstr>
      <vt:lpstr>Segoe Print</vt:lpstr>
      <vt:lpstr>Anton</vt:lpstr>
      <vt:lpstr>Hind</vt:lpstr>
      <vt:lpstr>Arial</vt:lpstr>
      <vt:lpstr>Loved by the King</vt:lpstr>
      <vt:lpstr>Mulish SemiBold</vt:lpstr>
      <vt:lpstr>Roboto Condensed Light</vt:lpstr>
      <vt:lpstr>Nunito Light</vt:lpstr>
      <vt:lpstr>PT Sans</vt:lpstr>
      <vt:lpstr>Black coffees</vt:lpstr>
      <vt:lpstr>SWAstro</vt:lpstr>
      <vt:lpstr>Segoe UI Semilight</vt:lpstr>
      <vt:lpstr>HarmonyOS Sans SC</vt:lpstr>
      <vt:lpstr>黑体</vt:lpstr>
      <vt:lpstr>微软雅黑</vt:lpstr>
      <vt:lpstr>优设标题黑</vt:lpstr>
      <vt:lpstr>Arial Unicode MS</vt:lpstr>
      <vt:lpstr>Calibri</vt:lpstr>
      <vt:lpstr>Hind</vt:lpstr>
      <vt:lpstr>Montserrat Black</vt:lpstr>
      <vt:lpstr>方正粗黑宋简体</vt:lpstr>
      <vt:lpstr>华文隶书</vt:lpstr>
      <vt:lpstr>Comic Sans MS</vt:lpstr>
      <vt:lpstr>方正字迹-龙吟体 简</vt:lpstr>
      <vt:lpstr>汉仪粗圆简</vt:lpstr>
      <vt:lpstr>华文琥珀</vt:lpstr>
      <vt:lpstr>华文楷体</vt:lpstr>
      <vt:lpstr>华文彩云</vt:lpstr>
      <vt:lpstr>华文新魏</vt:lpstr>
      <vt:lpstr>Arial Black</vt:lpstr>
      <vt:lpstr>锐字奥运精神夺冠简</vt:lpstr>
      <vt:lpstr>文道潮黑体</vt:lpstr>
      <vt:lpstr>Cyber Attack Detection Software Pitch Deck by Slidesgo</vt:lpstr>
      <vt:lpstr>1_Cyber Attack Detection Software Pitch Deck by Slidesgo</vt:lpstr>
      <vt:lpstr>2_Cyber Attack Detection Software Pitch Deck by Slidesgo</vt:lpstr>
      <vt:lpstr>PowerPoint 演示文稿</vt:lpstr>
      <vt:lpstr>PowerPoint 演示文稿</vt:lpstr>
      <vt:lpstr>分层解耦，智能编排，协同运行。</vt:lpstr>
      <vt:lpstr>AnalystAgent</vt:lpstr>
      <vt:lpstr>多源情报接入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386,000 KM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WPS_1628390071</cp:lastModifiedBy>
  <cp:revision>166</cp:revision>
  <dcterms:created xsi:type="dcterms:W3CDTF">2019-06-19T02:08:00Z</dcterms:created>
  <dcterms:modified xsi:type="dcterms:W3CDTF">2026-10-18T13:25:48Z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BE510503A69A461E8B45239E85DA7189_11</vt:lpwstr>
  </property>
</Properties>
</file>